
<file path=[Content_Types].xml><?xml version="1.0" encoding="utf-8"?>
<Types xmlns="http://schemas.openxmlformats.org/package/2006/content-types">
  <Default Extension="rels" ContentType="application/vnd.openxmlformats-package.relationships+xml"/>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NET 15.1.0.0-->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handoutMasterIdLst>
    <p:handoutMasterId r:id="rId3"/>
  </p:handoutMasterIdLst>
  <p:sldIdLst>
    <p:sldId id="562" r:id="rId4"/>
    <p:sldId id="428" r:id="rId5"/>
    <p:sldId id="431" r:id="rId6"/>
    <p:sldId id="434" r:id="rId7"/>
    <p:sldId id="437" r:id="rId8"/>
    <p:sldId id="440" r:id="rId9"/>
    <p:sldId id="443" r:id="rId10"/>
    <p:sldId id="446" r:id="rId11"/>
    <p:sldId id="449" r:id="rId12"/>
    <p:sldId id="452" r:id="rId13"/>
    <p:sldId id="455" r:id="rId14"/>
    <p:sldId id="458" r:id="rId15"/>
    <p:sldId id="461" r:id="rId16"/>
    <p:sldId id="464" r:id="rId17"/>
    <p:sldId id="467" r:id="rId18"/>
    <p:sldId id="470" r:id="rId19"/>
    <p:sldId id="473" r:id="rId20"/>
    <p:sldId id="476" r:id="rId21"/>
    <p:sldId id="479" r:id="rId22"/>
    <p:sldId id="482" r:id="rId23"/>
    <p:sldId id="485" r:id="rId24"/>
    <p:sldId id="488" r:id="rId25"/>
    <p:sldId id="491" r:id="rId26"/>
    <p:sldId id="494" r:id="rId27"/>
    <p:sldId id="497" r:id="rId28"/>
    <p:sldId id="500" r:id="rId29"/>
    <p:sldId id="503" r:id="rId30"/>
    <p:sldId id="506" r:id="rId31"/>
    <p:sldId id="509" r:id="rId32"/>
    <p:sldId id="512" r:id="rId33"/>
    <p:sldId id="515" r:id="rId34"/>
    <p:sldId id="518" r:id="rId35"/>
    <p:sldId id="521" r:id="rId36"/>
    <p:sldId id="524" r:id="rId37"/>
    <p:sldId id="527" r:id="rId38"/>
    <p:sldId id="530" r:id="rId39"/>
    <p:sldId id="533" r:id="rId40"/>
    <p:sldId id="536" r:id="rId41"/>
    <p:sldId id="539" r:id="rId42"/>
    <p:sldId id="542" r:id="rId43"/>
    <p:sldId id="545" r:id="rId44"/>
    <p:sldId id="548" r:id="rId45"/>
    <p:sldId id="551" r:id="rId46"/>
    <p:sldId id="554" r:id="rId47"/>
    <p:sldId id="557" r:id="rId48"/>
  </p:sldIdLst>
  <p:sldSz cx="10287000" cy="6858000"/>
  <p:notesSz cx="9144000" cy="6858000"/>
  <p:custDataLst>
    <p:tags r:id="rId49"/>
  </p:custDataLst>
  <p:defaultTextStyle>
    <a:defPPr>
      <a:defRPr lang="zh-CN">
        <a:effectLst/>
      </a:defRPr>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effectLst/>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effectLst/>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effectLst/>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effectLst/>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effectLst/>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effectLst/>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effectLst/>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effectLst/>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effectLst/>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8064"/>
    <a:srgbClr val="8A846A"/>
    <a:srgbClr val="9A9486"/>
    <a:srgbClr val="8B85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r="http://schemas.openxmlformats.org/officeDocument/2006/relationships" xmlns:a="http://schemas.openxmlformats.org/drawingml/2006/main" xmlns:p="http://schemas.openxmlformats.org/presentationml/2006/main">
  <p:normalViewPr horzBarState="maximized">
    <p:restoredLeft sz="15620"/>
    <p:restoredTop sz="94660"/>
  </p:normalViewPr>
  <p:slideViewPr>
    <p:cSldViewPr snapToGrid="0" showGuides="1">
      <p:cViewPr varScale="1">
        <p:scale>
          <a:sx n="114" d="100"/>
          <a:sy n="114" d="100"/>
        </p:scale>
        <p:origin x="-1650" y="-108"/>
      </p:cViewPr>
      <p:guideLst>
        <p:guide orient="horz" pos="3203"/>
        <p:guide pos="5120"/>
      </p:guideLst>
    </p:cSldViewPr>
  </p:slideViewPr>
  <p:notesTextViewPr>
    <p:cViewPr>
      <p:scale>
        <a:sx n="1" d="1"/>
        <a:sy n="1" d="1"/>
      </p:scale>
      <p:origin x="0" y="0"/>
    </p:cViewPr>
  </p:notesTextViewPr>
  <p:notesViewPr>
    <p:cSldViewPr snapToGrid="0">
      <p:cViewPr varScale="1">
        <p:scale>
          <a:sx n="86" d="100"/>
          <a:sy n="86" d="100"/>
        </p:scale>
        <p:origin x="-3894" y="-90"/>
      </p:cViewPr>
      <p:guideLst>
        <p:guide orient="horz" pos="2160"/>
        <p:guide pos="2880"/>
      </p:guideLst>
    </p:cSldViewPr>
  </p:notesViewPr>
  <p:gridSpacing cx="72005" cy="72005"/>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slide" Target="slides/slide11.xml" /><Relationship Id="rId15" Type="http://schemas.openxmlformats.org/officeDocument/2006/relationships/slide" Target="slides/slide12.xml" /><Relationship Id="rId16" Type="http://schemas.openxmlformats.org/officeDocument/2006/relationships/slide" Target="slides/slide13.xml" /><Relationship Id="rId17" Type="http://schemas.openxmlformats.org/officeDocument/2006/relationships/slide" Target="slides/slide14.xml" /><Relationship Id="rId18" Type="http://schemas.openxmlformats.org/officeDocument/2006/relationships/slide" Target="slides/slide15.xml" /><Relationship Id="rId19" Type="http://schemas.openxmlformats.org/officeDocument/2006/relationships/slide" Target="slides/slide16.xml" /><Relationship Id="rId2" Type="http://schemas.openxmlformats.org/officeDocument/2006/relationships/notesMaster" Target="notesMasters/notesMaster1.xml" /><Relationship Id="rId20" Type="http://schemas.openxmlformats.org/officeDocument/2006/relationships/slide" Target="slides/slide17.xml" /><Relationship Id="rId21" Type="http://schemas.openxmlformats.org/officeDocument/2006/relationships/slide" Target="slides/slide18.xml" /><Relationship Id="rId22" Type="http://schemas.openxmlformats.org/officeDocument/2006/relationships/slide" Target="slides/slide19.xml" /><Relationship Id="rId23" Type="http://schemas.openxmlformats.org/officeDocument/2006/relationships/slide" Target="slides/slide20.xml" /><Relationship Id="rId24" Type="http://schemas.openxmlformats.org/officeDocument/2006/relationships/slide" Target="slides/slide21.xml" /><Relationship Id="rId25" Type="http://schemas.openxmlformats.org/officeDocument/2006/relationships/slide" Target="slides/slide22.xml" /><Relationship Id="rId26" Type="http://schemas.openxmlformats.org/officeDocument/2006/relationships/slide" Target="slides/slide23.xml" /><Relationship Id="rId27" Type="http://schemas.openxmlformats.org/officeDocument/2006/relationships/slide" Target="slides/slide24.xml" /><Relationship Id="rId28" Type="http://schemas.openxmlformats.org/officeDocument/2006/relationships/slide" Target="slides/slide25.xml" /><Relationship Id="rId29" Type="http://schemas.openxmlformats.org/officeDocument/2006/relationships/slide" Target="slides/slide26.xml" /><Relationship Id="rId3" Type="http://schemas.openxmlformats.org/officeDocument/2006/relationships/handoutMaster" Target="handoutMasters/handoutMaster1.xml" /><Relationship Id="rId30" Type="http://schemas.openxmlformats.org/officeDocument/2006/relationships/slide" Target="slides/slide27.xml" /><Relationship Id="rId31" Type="http://schemas.openxmlformats.org/officeDocument/2006/relationships/slide" Target="slides/slide28.xml" /><Relationship Id="rId32" Type="http://schemas.openxmlformats.org/officeDocument/2006/relationships/slide" Target="slides/slide29.xml" /><Relationship Id="rId33" Type="http://schemas.openxmlformats.org/officeDocument/2006/relationships/slide" Target="slides/slide30.xml" /><Relationship Id="rId34" Type="http://schemas.openxmlformats.org/officeDocument/2006/relationships/slide" Target="slides/slide31.xml" /><Relationship Id="rId35" Type="http://schemas.openxmlformats.org/officeDocument/2006/relationships/slide" Target="slides/slide32.xml" /><Relationship Id="rId36" Type="http://schemas.openxmlformats.org/officeDocument/2006/relationships/slide" Target="slides/slide33.xml" /><Relationship Id="rId37" Type="http://schemas.openxmlformats.org/officeDocument/2006/relationships/slide" Target="slides/slide34.xml" /><Relationship Id="rId38" Type="http://schemas.openxmlformats.org/officeDocument/2006/relationships/slide" Target="slides/slide35.xml" /><Relationship Id="rId39" Type="http://schemas.openxmlformats.org/officeDocument/2006/relationships/slide" Target="slides/slide36.xml" /><Relationship Id="rId4" Type="http://schemas.openxmlformats.org/officeDocument/2006/relationships/slide" Target="slides/slide1.xml" /><Relationship Id="rId40" Type="http://schemas.openxmlformats.org/officeDocument/2006/relationships/slide" Target="slides/slide37.xml" /><Relationship Id="rId41" Type="http://schemas.openxmlformats.org/officeDocument/2006/relationships/slide" Target="slides/slide38.xml" /><Relationship Id="rId42" Type="http://schemas.openxmlformats.org/officeDocument/2006/relationships/slide" Target="slides/slide39.xml" /><Relationship Id="rId43" Type="http://schemas.openxmlformats.org/officeDocument/2006/relationships/slide" Target="slides/slide40.xml" /><Relationship Id="rId44" Type="http://schemas.openxmlformats.org/officeDocument/2006/relationships/slide" Target="slides/slide41.xml" /><Relationship Id="rId45" Type="http://schemas.openxmlformats.org/officeDocument/2006/relationships/slide" Target="slides/slide42.xml" /><Relationship Id="rId46" Type="http://schemas.openxmlformats.org/officeDocument/2006/relationships/slide" Target="slides/slide43.xml" /><Relationship Id="rId47" Type="http://schemas.openxmlformats.org/officeDocument/2006/relationships/slide" Target="slides/slide44.xml" /><Relationship Id="rId48" Type="http://schemas.openxmlformats.org/officeDocument/2006/relationships/slide" Target="slides/slide45.xml" /><Relationship Id="rId49" Type="http://schemas.openxmlformats.org/officeDocument/2006/relationships/tags" Target="tags/tag109.xml" /><Relationship Id="rId5" Type="http://schemas.openxmlformats.org/officeDocument/2006/relationships/slide" Target="slides/slide2.xml" /><Relationship Id="rId50" Type="http://schemas.openxmlformats.org/officeDocument/2006/relationships/presProps" Target="presProps.xml" /><Relationship Id="rId51" Type="http://schemas.openxmlformats.org/officeDocument/2006/relationships/viewProps" Target="viewProps.xml" /><Relationship Id="rId52" Type="http://schemas.openxmlformats.org/officeDocument/2006/relationships/theme" Target="theme/theme1.xml" /><Relationship Id="rId53" Type="http://schemas.openxmlformats.org/officeDocument/2006/relationships/tableStyles" Target="tableStyles.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slide" Target="slides/slide5.xml" /><Relationship Id="rId9" Type="http://schemas.openxmlformats.org/officeDocument/2006/relationships/slide" Target="slides/slide6.xml" /></Relationships>
</file>

<file path=ppt/drawings/_rels/vmlDrawing1.vml.rels>&#65279;<?xml version="1.0" encoding="utf-8" standalone="yes"?><Relationships xmlns="http://schemas.openxmlformats.org/package/2006/relationships"><Relationship Id="rId1" Type="http://schemas.openxmlformats.org/officeDocument/2006/relationships/image" Target="../media/image5.wmf" /><Relationship Id="rId2" Type="http://schemas.openxmlformats.org/officeDocument/2006/relationships/image" Target="../media/image6.wmf"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7.wmf" /></Relationships>
</file>

<file path=ppt/drawings/_rels/vmlDrawing3.vml.rels>&#65279;<?xml version="1.0" encoding="utf-8" standalone="yes"?><Relationships xmlns="http://schemas.openxmlformats.org/package/2006/relationships"><Relationship Id="rId1" Type="http://schemas.openxmlformats.org/officeDocument/2006/relationships/image" Target="../media/image8.wmf" /></Relationships>
</file>

<file path=ppt/drawings/_rels/vmlDrawing4.vml.rels>&#65279;<?xml version="1.0" encoding="utf-8" standalone="yes"?><Relationships xmlns="http://schemas.openxmlformats.org/package/2006/relationships"><Relationship Id="rId1" Type="http://schemas.openxmlformats.org/officeDocument/2006/relationships/image" Target="../media/image12.wmf" /></Relationships>
</file>

<file path=ppt/drawings/_rels/vmlDrawing5.vml.rels>&#65279;<?xml version="1.0" encoding="utf-8" standalone="yes"?><Relationships xmlns="http://schemas.openxmlformats.org/package/2006/relationships"><Relationship Id="rId1" Type="http://schemas.openxmlformats.org/officeDocument/2006/relationships/image" Target="../media/image15.wmf" /><Relationship Id="rId2" Type="http://schemas.openxmlformats.org/officeDocument/2006/relationships/image" Target="../media/image16.wmf" /><Relationship Id="rId3" Type="http://schemas.openxmlformats.org/officeDocument/2006/relationships/image" Target="../media/image17.wmf" /><Relationship Id="rId4" Type="http://schemas.openxmlformats.org/officeDocument/2006/relationships/image" Target="../media/image18.wmf" /><Relationship Id="rId5" Type="http://schemas.openxmlformats.org/officeDocument/2006/relationships/image" Target="../media/image19.wmf" /></Relationships>
</file>

<file path=ppt/drawings/_rels/vmlDrawing6.vml.rels>&#65279;<?xml version="1.0" encoding="utf-8" standalone="yes"?><Relationships xmlns="http://schemas.openxmlformats.org/package/2006/relationships"><Relationship Id="rId1" Type="http://schemas.openxmlformats.org/officeDocument/2006/relationships/image" Target="../media/image20.wmf" /></Relationships>
</file>

<file path=ppt/handoutMasters/_rels/handoutMaster1.xml.rels>&#65279;<?xml version="1.0" encoding="utf-8" standalone="yes"?><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xfrm>
        <a:effectLst/>
      </p:grpSpPr>
      <p:sp>
        <p:nvSpPr>
          <p:cNvPr id="2" name="页眉占位符 1"/>
          <p:cNvSpPr>
            <a:spLocks noGrp="1"/>
          </p:cNvSpPr>
          <p:nvPr>
            <p:ph type="hdr" sz="quarter"/>
          </p:nvPr>
        </p:nvSpPr>
        <p:spPr>
          <a:xfrm>
            <a:off x="0" y="0"/>
            <a:ext cx="3962400" cy="342900"/>
          </a:xfrm>
          <a:prstGeom prst="rect">
            <a:avLst/>
          </a:prstGeom>
          <a:effectLst/>
        </p:spPr>
        <p:txBody>
          <a:bodyPr vert="horz" lIns="91440" tIns="45720" rIns="91440" bIns="45720" rtlCol="0"/>
          <a:lstStyle>
            <a:lvl1pPr algn="l">
              <a:defRPr sz="1600">
                <a:effectLst/>
              </a:defRPr>
            </a:lvl1pPr>
          </a:lstStyle>
          <a:p>
            <a:endParaRPr lang="zh-CN" altLang="en-US">
              <a:effectLst/>
            </a:endParaRPr>
          </a:p>
        </p:txBody>
      </p:sp>
      <p:sp>
        <p:nvSpPr>
          <p:cNvPr id="3" name="日期占位符 2"/>
          <p:cNvSpPr>
            <a:spLocks noGrp="1"/>
          </p:cNvSpPr>
          <p:nvPr>
            <p:ph type="dt" sz="quarter" idx="1"/>
          </p:nvPr>
        </p:nvSpPr>
        <p:spPr>
          <a:xfrm>
            <a:off x="5179484" y="0"/>
            <a:ext cx="3962400" cy="342900"/>
          </a:xfrm>
          <a:prstGeom prst="rect">
            <a:avLst/>
          </a:prstGeom>
          <a:effectLst/>
        </p:spPr>
        <p:txBody>
          <a:bodyPr vert="horz" lIns="91440" tIns="45720" rIns="91440" bIns="45720" rtlCol="0"/>
          <a:lstStyle>
            <a:lvl1pPr algn="r">
              <a:defRPr sz="1600">
                <a:effectLst/>
              </a:defRPr>
            </a:lvl1pPr>
          </a:lstStyle>
          <a:p>
            <a:fld id="{9E862165-932F-4CA5-B60F-314EC1C48710}" type="datetimeFigureOut">
              <a:rPr lang="zh-CN" altLang="en-US" smtClean="0">
                <a:effectLst/>
              </a:rPr>
              <a:t/>
            </a:fld>
            <a:endParaRPr lang="zh-CN" altLang="en-US">
              <a:effectLst/>
            </a:endParaRPr>
          </a:p>
        </p:txBody>
      </p:sp>
      <p:sp>
        <p:nvSpPr>
          <p:cNvPr id="4" name="页脚占位符 3"/>
          <p:cNvSpPr>
            <a:spLocks noGrp="1"/>
          </p:cNvSpPr>
          <p:nvPr>
            <p:ph type="ftr" sz="quarter" idx="2"/>
          </p:nvPr>
        </p:nvSpPr>
        <p:spPr>
          <a:xfrm>
            <a:off x="0" y="6513910"/>
            <a:ext cx="3962400" cy="342900"/>
          </a:xfrm>
          <a:prstGeom prst="rect">
            <a:avLst/>
          </a:prstGeom>
          <a:effectLst/>
        </p:spPr>
        <p:txBody>
          <a:bodyPr vert="horz" lIns="91440" tIns="45720" rIns="91440" bIns="45720" rtlCol="0" anchor="b"/>
          <a:lstStyle>
            <a:lvl1pPr algn="l">
              <a:defRPr sz="1600">
                <a:effectLst/>
              </a:defRPr>
            </a:lvl1pPr>
          </a:lstStyle>
          <a:p>
            <a:r>
              <a:rPr lang="zh-CN" altLang="en-US">
                <a:effectLst/>
              </a:rPr>
              <a:t>演示文档</a:t>
            </a:r>
          </a:p>
        </p:txBody>
      </p:sp>
      <p:sp>
        <p:nvSpPr>
          <p:cNvPr id="5" name="灯片编号占位符 4"/>
          <p:cNvSpPr>
            <a:spLocks noGrp="1"/>
          </p:cNvSpPr>
          <p:nvPr>
            <p:ph type="sldNum" sz="quarter" idx="3"/>
          </p:nvPr>
        </p:nvSpPr>
        <p:spPr>
          <a:xfrm>
            <a:off x="5179484" y="6513910"/>
            <a:ext cx="3962400" cy="342900"/>
          </a:xfrm>
          <a:prstGeom prst="rect">
            <a:avLst/>
          </a:prstGeom>
          <a:effectLst/>
        </p:spPr>
        <p:txBody>
          <a:bodyPr vert="horz" lIns="91440" tIns="45720" rIns="91440" bIns="45720" rtlCol="0" anchor="b"/>
          <a:lstStyle>
            <a:lvl1pPr algn="r">
              <a:defRPr sz="1600">
                <a:effectLst/>
              </a:defRPr>
            </a:lvl1pPr>
          </a:lstStyle>
          <a:p>
            <a:fld id="{C4214841-D9EA-457A-8720-350E69CB38F2}" type="slidenum">
              <a:rPr lang="zh-CN" altLang="en-US" smtClean="0">
                <a:effectLst/>
              </a:rPr>
              <a:t/>
            </a:fld>
            <a:endParaRPr lang="zh-CN" altLang="en-US">
              <a:effectLst/>
            </a:endParaRPr>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xfrm>
        <a:effectLst/>
      </p:grpSpPr>
      <p:sp>
        <p:nvSpPr>
          <p:cNvPr id="2050" name="页眉占位符 1"/>
          <p:cNvSpPr>
            <a:spLocks noGrp="1" noChangeArrowheads="1"/>
          </p:cNvSpPr>
          <p:nvPr>
            <p:ph type="hdr" sz="quarter" idx="4294967295"/>
          </p:nvPr>
        </p:nvSpPr>
        <p:spPr>
          <a:xfrm>
            <a:off x="0" y="0"/>
            <a:ext cx="3962400" cy="344091"/>
          </a:xfrm>
          <a:prstGeom prst="rect">
            <a:avLst/>
          </a:prstGeom>
          <a:noFill/>
          <a:ln>
            <a:noFill/>
          </a:ln>
          <a:effectLst/>
        </p:spPr>
        <p:txBody>
          <a:bodyPr vert="horz" wrap="square" lIns="91440" tIns="45720" rIns="91440" bIns="45720" anchor="t" anchorCtr="0" compatLnSpc="1"/>
          <a:lstStyle>
            <a:lvl1pPr eaLnBrk="1" hangingPunct="1">
              <a:buFont typeface="Arial" panose="020b0604020202020204" pitchFamily="34" charset="0"/>
              <a:buNone/>
              <a:defRPr sz="1200">
                <a:effectLst/>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日期占位符 2"/>
          <p:cNvSpPr>
            <a:spLocks noGrp="1" noChangeArrowheads="1"/>
          </p:cNvSpPr>
          <p:nvPr>
            <p:ph type="dt" idx="1"/>
          </p:nvPr>
        </p:nvSpPr>
        <p:spPr>
          <a:xfrm>
            <a:off x="5179484" y="0"/>
            <a:ext cx="3962400" cy="344091"/>
          </a:xfrm>
          <a:prstGeom prst="rect">
            <a:avLst/>
          </a:prstGeom>
          <a:noFill/>
          <a:ln>
            <a:noFill/>
          </a:ln>
          <a:effectLst/>
        </p:spPr>
        <p:txBody>
          <a:bodyPr vert="horz" wrap="square" lIns="91440" tIns="45720" rIns="91440" bIns="45720" anchor="t" anchorCtr="0" compatLnSpc="1"/>
          <a:lstStyle>
            <a:lvl1pPr algn="r" eaLnBrk="1" hangingPunct="1">
              <a:buFont typeface="Arial" panose="020b0604020202020204" pitchFamily="34" charset="0"/>
              <a:buNone/>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pPr>
            <a:fld id="{8FADED5E-DBCD-431C-9B8F-CF6BC0D146BC}" type="datetime1">
              <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964" name="幻灯片图像占位符 3"/>
          <p:cNvSpPr>
            <a:spLocks noGrp="1" noRot="1" noChangeAspect="1"/>
          </p:cNvSpPr>
          <p:nvPr>
            <p:ph type="sldImg" idx="2"/>
          </p:nvPr>
        </p:nvSpPr>
        <p:spPr>
          <a:xfrm>
            <a:off x="2514600" y="857250"/>
            <a:ext cx="4114800" cy="2314575"/>
          </a:xfrm>
          <a:prstGeom prst="rect">
            <a:avLst/>
          </a:prstGeom>
          <a:noFill/>
          <a:ln w="9525">
            <a:noFill/>
          </a:ln>
          <a:effectLst/>
        </p:spPr>
      </p:sp>
      <p:sp>
        <p:nvSpPr>
          <p:cNvPr id="2053" name="备注占位符 4"/>
          <p:cNvSpPr>
            <a:spLocks noGrp="1" noRot="1" noChangeAspect="1" noChangeArrowheads="1"/>
          </p:cNvSpPr>
          <p:nvPr/>
        </p:nvSpPr>
        <p:spPr>
          <a:xfrm>
            <a:off x="914400" y="3300413"/>
            <a:ext cx="7315200" cy="2700338"/>
          </a:xfrm>
          <a:prstGeom prst="rect">
            <a:avLst/>
          </a:prstGeom>
          <a:noFill/>
          <a:ln>
            <a:noFill/>
          </a:ln>
          <a:effectLst/>
        </p:spPr>
        <p:txBody>
          <a:bodyPr anchor="ctr"/>
          <a:lstStyle>
            <a:lvl1pPr defTabSz="0" eaLnBrk="0" hangingPunct="0">
              <a:spcBef>
                <a:spcPct val="30000"/>
              </a:spcBef>
              <a:defRPr sz="1200">
                <a:solidFill>
                  <a:schemeClr val="tx1"/>
                </a:solidFill>
                <a:effectLst/>
                <a:latin typeface="Arial" panose="020b0604020202020204" pitchFamily="34" charset="0"/>
              </a:defRPr>
            </a:lvl1pPr>
            <a:lvl2pPr defTabSz="0" eaLnBrk="0" hangingPunct="0">
              <a:spcBef>
                <a:spcPct val="30000"/>
              </a:spcBef>
              <a:defRPr sz="1200">
                <a:solidFill>
                  <a:schemeClr val="tx1"/>
                </a:solidFill>
                <a:effectLst/>
                <a:latin typeface="Arial" panose="020b0604020202020204" pitchFamily="34" charset="0"/>
              </a:defRPr>
            </a:lvl2pPr>
            <a:lvl3pPr defTabSz="0" eaLnBrk="0" hangingPunct="0">
              <a:spcBef>
                <a:spcPct val="30000"/>
              </a:spcBef>
              <a:defRPr sz="1200">
                <a:solidFill>
                  <a:schemeClr val="tx1"/>
                </a:solidFill>
                <a:effectLst/>
                <a:latin typeface="Arial" panose="020b0604020202020204" pitchFamily="34" charset="0"/>
              </a:defRPr>
            </a:lvl3pPr>
            <a:lvl4pPr defTabSz="0" eaLnBrk="0" hangingPunct="0">
              <a:spcBef>
                <a:spcPct val="30000"/>
              </a:spcBef>
              <a:defRPr sz="1200">
                <a:solidFill>
                  <a:schemeClr val="tx1"/>
                </a:solidFill>
                <a:effectLst/>
                <a:latin typeface="Arial" panose="020b0604020202020204" pitchFamily="34" charset="0"/>
              </a:defRPr>
            </a:lvl4pPr>
            <a:lvl5pPr defTabSz="0" eaLnBrk="0" hangingPunct="0">
              <a:spcBef>
                <a:spcPct val="30000"/>
              </a:spcBef>
              <a:defRPr sz="1200">
                <a:solidFill>
                  <a:schemeClr val="tx1"/>
                </a:solidFill>
                <a:effectLst/>
                <a:latin typeface="Arial" panose="020b0604020202020204" pitchFamily="34" charset="0"/>
              </a:defRPr>
            </a:lvl5pPr>
            <a:lvl6pPr marL="457200" defTabSz="0" eaLnBrk="0" fontAlgn="base" hangingPunct="0">
              <a:spcBef>
                <a:spcPct val="30000"/>
              </a:spcBef>
              <a:spcAft>
                <a:spcPct val="0"/>
              </a:spcAft>
              <a:defRPr sz="1200">
                <a:solidFill>
                  <a:schemeClr val="tx1"/>
                </a:solidFill>
                <a:effectLst/>
                <a:latin typeface="Arial" panose="020b0604020202020204" pitchFamily="34" charset="0"/>
              </a:defRPr>
            </a:lvl6pPr>
            <a:lvl7pPr marL="914400" defTabSz="0" eaLnBrk="0" fontAlgn="base" hangingPunct="0">
              <a:spcBef>
                <a:spcPct val="30000"/>
              </a:spcBef>
              <a:spcAft>
                <a:spcPct val="0"/>
              </a:spcAft>
              <a:defRPr sz="1200">
                <a:solidFill>
                  <a:schemeClr val="tx1"/>
                </a:solidFill>
                <a:effectLst/>
                <a:latin typeface="Arial" panose="020b0604020202020204" pitchFamily="34" charset="0"/>
              </a:defRPr>
            </a:lvl7pPr>
            <a:lvl8pPr marL="1371600" defTabSz="0" eaLnBrk="0" fontAlgn="base" hangingPunct="0">
              <a:spcBef>
                <a:spcPct val="30000"/>
              </a:spcBef>
              <a:spcAft>
                <a:spcPct val="0"/>
              </a:spcAft>
              <a:defRPr sz="1200">
                <a:solidFill>
                  <a:schemeClr val="tx1"/>
                </a:solidFill>
                <a:effectLst/>
                <a:latin typeface="Arial" panose="020b0604020202020204" pitchFamily="34" charset="0"/>
              </a:defRPr>
            </a:lvl8pPr>
            <a:lvl9pPr marL="1828800" defTabSz="0" eaLnBrk="0" fontAlgn="base" hangingPunct="0">
              <a:spcBef>
                <a:spcPct val="30000"/>
              </a:spcBef>
              <a:spcAft>
                <a:spcPct val="0"/>
              </a:spcAft>
              <a:defRPr sz="1200">
                <a:solidFill>
                  <a:schemeClr val="tx1"/>
                </a:solidFill>
                <a:effectLst/>
                <a:latin typeface="Arial" panose="020b0604020202020204" pitchFamily="34" charset="0"/>
              </a:defRPr>
            </a:lvl9pPr>
          </a:lstStyle>
          <a:p>
            <a:pPr marL="0" marR="0" lvl="0" indent="0" algn="l" defTabSz="0" rtl="0" eaLnBrk="0" fontAlgn="base" latinLnBrk="0" hangingPunct="0">
              <a:lnSpc>
                <a:spcPct val="100000"/>
              </a:lnSpc>
              <a:spcBef>
                <a:spcPct val="30000"/>
              </a:spcBef>
              <a:spcAft>
                <a:spcPct val="0"/>
              </a:spcAft>
              <a:buClrTx/>
              <a:buSzTx/>
              <a:buFontTx/>
              <a:buNone/>
            </a:pPr>
            <a:r>
              <a:rPr kumimoji="0" lang="zh-CN"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0" marR="0" lvl="0" indent="0" algn="l" defTabSz="0" rtl="0" eaLnBrk="0" fontAlgn="base" latinLnBrk="0" hangingPunct="0">
              <a:lnSpc>
                <a:spcPct val="100000"/>
              </a:lnSpc>
              <a:spcBef>
                <a:spcPct val="30000"/>
              </a:spcBef>
              <a:spcAft>
                <a:spcPct val="0"/>
              </a:spcAft>
              <a:buClrTx/>
              <a:buSzTx/>
              <a:buFontTx/>
              <a:buNone/>
            </a:pPr>
            <a:r>
              <a:rPr kumimoji="0" lang="zh-CN"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0" marR="0" lvl="0" indent="0" algn="l" defTabSz="0" rtl="0" eaLnBrk="0" fontAlgn="base" latinLnBrk="0" hangingPunct="0">
              <a:lnSpc>
                <a:spcPct val="100000"/>
              </a:lnSpc>
              <a:spcBef>
                <a:spcPct val="30000"/>
              </a:spcBef>
              <a:spcAft>
                <a:spcPct val="0"/>
              </a:spcAft>
              <a:buClrTx/>
              <a:buSzTx/>
              <a:buFontTx/>
              <a:buNone/>
            </a:pPr>
            <a:r>
              <a:rPr kumimoji="0" lang="zh-CN"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0" marR="0" lvl="0" indent="0" algn="l" defTabSz="0" rtl="0" eaLnBrk="0" fontAlgn="base" latinLnBrk="0" hangingPunct="0">
              <a:lnSpc>
                <a:spcPct val="100000"/>
              </a:lnSpc>
              <a:spcBef>
                <a:spcPct val="30000"/>
              </a:spcBef>
              <a:spcAft>
                <a:spcPct val="0"/>
              </a:spcAft>
              <a:buClrTx/>
              <a:buSzTx/>
              <a:buFontTx/>
              <a:buNone/>
            </a:pPr>
            <a:r>
              <a:rPr kumimoji="0" lang="zh-CN"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0" marR="0" lvl="0" indent="0" algn="l" defTabSz="0" rtl="0" eaLnBrk="0" fontAlgn="base" latinLnBrk="0" hangingPunct="0">
              <a:lnSpc>
                <a:spcPct val="100000"/>
              </a:lnSpc>
              <a:spcBef>
                <a:spcPct val="30000"/>
              </a:spcBef>
              <a:spcAft>
                <a:spcPct val="0"/>
              </a:spcAft>
              <a:buClrTx/>
              <a:buSzTx/>
              <a:buFontTx/>
              <a:buNone/>
            </a:pPr>
            <a:r>
              <a:rPr kumimoji="0" lang="zh-CN"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2054" name="页脚占位符 5"/>
          <p:cNvSpPr>
            <a:spLocks noGrp="1" noChangeArrowheads="1"/>
          </p:cNvSpPr>
          <p:nvPr>
            <p:ph type="ftr" sz="quarter" idx="4"/>
          </p:nvPr>
        </p:nvSpPr>
        <p:spPr>
          <a:xfrm>
            <a:off x="0" y="6513910"/>
            <a:ext cx="3962400" cy="344091"/>
          </a:xfrm>
          <a:prstGeom prst="rect">
            <a:avLst/>
          </a:prstGeom>
          <a:noFill/>
          <a:ln>
            <a:noFill/>
          </a:ln>
          <a:effectLst/>
        </p:spPr>
        <p:txBody>
          <a:bodyPr vert="horz" wrap="square" lIns="91440" tIns="45720" rIns="91440" bIns="45720" anchor="b" anchorCtr="0" compatLnSpc="1"/>
          <a:lstStyle>
            <a:lvl1pPr eaLnBrk="1" hangingPunct="1">
              <a:buFont typeface="Arial" panose="020b0604020202020204" pitchFamily="34" charset="0"/>
              <a:buNone/>
              <a:defRPr sz="1200">
                <a:effectLst/>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灯片编号占位符 6"/>
          <p:cNvSpPr>
            <a:spLocks noGrp="1" noChangeArrowheads="1"/>
          </p:cNvSpPr>
          <p:nvPr>
            <p:ph type="sldNum" sz="quarter" idx="5"/>
          </p:nvPr>
        </p:nvSpPr>
        <p:spPr>
          <a:xfrm>
            <a:off x="5179484" y="6513910"/>
            <a:ext cx="3962400" cy="344091"/>
          </a:xfrm>
          <a:prstGeom prst="rect">
            <a:avLst/>
          </a:prstGeom>
          <a:noFill/>
          <a:ln>
            <a:noFill/>
          </a:ln>
          <a:effectLst/>
        </p:spPr>
        <p:txBody>
          <a:bodyPr vert="horz" wrap="square" lIns="91440" tIns="45720" rIns="91440" bIns="45720" anchor="b" anchorCtr="0" compatLnSpc="1"/>
          <a:lstStyle/>
          <a:p>
            <a:pPr lvl="0" algn="r" eaLnBrk="1" hangingPunct="1">
              <a:buFont typeface="Arial" panose="020b0604020202020204" pitchFamily="34" charset="0"/>
            </a:pPr>
            <a:fld id="{9A0DB2DC-4C9A-4742-B13C-FB6460FD3503}" type="slidenum">
              <a:rPr lang="zh-CN" altLang="en-US">
                <a:effectLst/>
              </a:rPr>
              <a:t/>
            </a:fld>
            <a:endParaRPr lang="zh-CN" altLang="en-US" sz="1200">
              <a:effectLst/>
            </a:endParaRPr>
          </a:p>
        </p:txBody>
      </p:sp>
    </p:spTree>
  </p:cSld>
  <p:clrMap bg1="lt1" tx1="dk1" bg2="lt2" tx2="dk2" accent1="accent1" accent2="accent2" accent3="accent3" accent4="accent4" accent5="accent5" accent6="accent6" hlink="hlink" folHlink="folHlink"/>
  <p:hf sldNum="0"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9.xml" /><Relationship Id="rId2" Type="http://schemas.openxmlformats.org/officeDocument/2006/relationships/notesMaster" Target="../notesMasters/notesMaster1.xml" /></Relationships>
</file>

<file path=ppt/notesSlides/_rels/notesSlide12.xml.rels>&#65279;<?xml version="1.0" encoding="utf-8" standalone="yes"?><Relationships xmlns="http://schemas.openxmlformats.org/package/2006/relationships"><Relationship Id="rId1" Type="http://schemas.openxmlformats.org/officeDocument/2006/relationships/slide" Target="../slides/slide20.xml" /><Relationship Id="rId2" Type="http://schemas.openxmlformats.org/officeDocument/2006/relationships/notesMaster" Target="../notesMasters/notesMaster1.xml" /></Relationships>
</file>

<file path=ppt/notesSlides/_rels/notesSlide13.xml.rels>&#65279;<?xml version="1.0" encoding="utf-8" standalone="yes"?><Relationships xmlns="http://schemas.openxmlformats.org/package/2006/relationships"><Relationship Id="rId1" Type="http://schemas.openxmlformats.org/officeDocument/2006/relationships/slide" Target="../slides/slide21.xml" /><Relationship Id="rId2" Type="http://schemas.openxmlformats.org/officeDocument/2006/relationships/notesMaster" Target="../notesMasters/notesMaster1.xml" /></Relationships>
</file>

<file path=ppt/notesSlides/_rels/notesSlide14.xml.rels>&#65279;<?xml version="1.0" encoding="utf-8" standalone="yes"?><Relationships xmlns="http://schemas.openxmlformats.org/package/2006/relationships"><Relationship Id="rId1" Type="http://schemas.openxmlformats.org/officeDocument/2006/relationships/slide" Target="../slides/slide22.xml" /><Relationship Id="rId2" Type="http://schemas.openxmlformats.org/officeDocument/2006/relationships/notesMaster" Target="../notesMasters/notesMaster1.xml" /></Relationships>
</file>

<file path=ppt/notesSlides/_rels/notesSlide15.xml.rels>&#65279;<?xml version="1.0" encoding="utf-8" standalone="yes"?><Relationships xmlns="http://schemas.openxmlformats.org/package/2006/relationships"><Relationship Id="rId1" Type="http://schemas.openxmlformats.org/officeDocument/2006/relationships/slide" Target="../slides/slide23.xml" /><Relationship Id="rId2" Type="http://schemas.openxmlformats.org/officeDocument/2006/relationships/notesMaster" Target="../notesMasters/notesMaster1.xml" /></Relationships>
</file>

<file path=ppt/notesSlides/_rels/notesSlide16.xml.rels>&#65279;<?xml version="1.0" encoding="utf-8" standalone="yes"?><Relationships xmlns="http://schemas.openxmlformats.org/package/2006/relationships"><Relationship Id="rId1" Type="http://schemas.openxmlformats.org/officeDocument/2006/relationships/slide" Target="../slides/slide24.xml" /><Relationship Id="rId2" Type="http://schemas.openxmlformats.org/officeDocument/2006/relationships/notesMaster" Target="../notesMasters/notesMaster1.xml" /></Relationships>
</file>

<file path=ppt/notesSlides/_rels/notesSlide17.xml.rels>&#65279;<?xml version="1.0" encoding="utf-8" standalone="yes"?><Relationships xmlns="http://schemas.openxmlformats.org/package/2006/relationships"><Relationship Id="rId1" Type="http://schemas.openxmlformats.org/officeDocument/2006/relationships/slide" Target="../slides/slide26.xml" /><Relationship Id="rId2" Type="http://schemas.openxmlformats.org/officeDocument/2006/relationships/notesMaster" Target="../notesMasters/notesMaster1.xml" /></Relationships>
</file>

<file path=ppt/notesSlides/_rels/notesSlide18.xml.rels>&#65279;<?xml version="1.0" encoding="utf-8" standalone="yes"?><Relationships xmlns="http://schemas.openxmlformats.org/package/2006/relationships"><Relationship Id="rId1" Type="http://schemas.openxmlformats.org/officeDocument/2006/relationships/slide" Target="../slides/slide27.xml" /><Relationship Id="rId2" Type="http://schemas.openxmlformats.org/officeDocument/2006/relationships/notesMaster" Target="../notesMasters/notesMaster1.xml" /></Relationships>
</file>

<file path=ppt/notesSlides/_rels/notesSlide19.xml.rels>&#65279;<?xml version="1.0" encoding="utf-8" standalone="yes"?><Relationships xmlns="http://schemas.openxmlformats.org/package/2006/relationships"><Relationship Id="rId1" Type="http://schemas.openxmlformats.org/officeDocument/2006/relationships/slide" Target="../slides/slide28.xml" /><Relationship Id="rId2" Type="http://schemas.openxmlformats.org/officeDocument/2006/relationships/notesMaster" Target="../notesMasters/notesMaster1.xml" /></Relationships>
</file>

<file path=ppt/notesSlides/_rels/notesSlide20.xml.rels>&#65279;<?xml version="1.0" encoding="utf-8" standalone="yes"?><Relationships xmlns="http://schemas.openxmlformats.org/package/2006/relationships"><Relationship Id="rId1" Type="http://schemas.openxmlformats.org/officeDocument/2006/relationships/slide" Target="../slides/slide30.xml" /><Relationship Id="rId2" Type="http://schemas.openxmlformats.org/officeDocument/2006/relationships/notesMaster" Target="../notesMasters/notesMaster1.xml" /></Relationships>
</file>

<file path=ppt/notesSlides/_rels/notesSlide21.xml.rels>&#65279;<?xml version="1.0" encoding="utf-8" standalone="yes"?><Relationships xmlns="http://schemas.openxmlformats.org/package/2006/relationships"><Relationship Id="rId1" Type="http://schemas.openxmlformats.org/officeDocument/2006/relationships/slide" Target="../slides/slide31.xml" /><Relationship Id="rId2" Type="http://schemas.openxmlformats.org/officeDocument/2006/relationships/notesMaster" Target="../notesMasters/notesMaster1.xml" /></Relationships>
</file>

<file path=ppt/notesSlides/_rels/notesSlide22.xml.rels>&#65279;<?xml version="1.0" encoding="utf-8" standalone="yes"?><Relationships xmlns="http://schemas.openxmlformats.org/package/2006/relationships"><Relationship Id="rId1" Type="http://schemas.openxmlformats.org/officeDocument/2006/relationships/slide" Target="../slides/slide35.xml" /><Relationship Id="rId2" Type="http://schemas.openxmlformats.org/officeDocument/2006/relationships/notesMaster" Target="../notesMasters/notesMaster1.xml" /></Relationships>
</file>

<file path=ppt/notesSlides/_rels/notesSlide23.xml.rels>&#65279;<?xml version="1.0" encoding="utf-8" standalone="yes"?><Relationships xmlns="http://schemas.openxmlformats.org/package/2006/relationships"><Relationship Id="rId1" Type="http://schemas.openxmlformats.org/officeDocument/2006/relationships/slide" Target="../slides/slide39.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63490"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FBC12957-9BEE-4B27-BBD1-929A8922FA0A}" type="slidenum">
              <a:rPr lang="en-US" altLang="zh-CN" sz="1200">
                <a:effectLst/>
                <a:latin typeface="Arial"/>
              </a:rPr>
              <a:t>2</a:t>
            </a:fld>
          </a:p>
        </p:txBody>
      </p:sp>
      <p:sp>
        <p:nvSpPr>
          <p:cNvPr id="63491" name="Rectangle 2"/>
          <p:cNvSpPr/>
          <p:nvPr>
            <p:ph type="sldImg" idx="2"/>
          </p:nvPr>
        </p:nvSpPr>
        <p:spPr>
          <a:xfrm>
            <a:off x="857250" y="685800"/>
            <a:ext cx="5143500" cy="3429000"/>
          </a:xfrm>
          <a:prstGeom prst="rect">
            <a:avLst/>
          </a:prstGeom>
          <a:noFill/>
          <a:ln>
            <a:miter lim="800000"/>
          </a:ln>
          <a:effectLst/>
        </p:spPr>
      </p:sp>
      <p:sp>
        <p:nvSpPr>
          <p:cNvPr id="63492" name="Rectangle 3"/>
          <p:cNvSpPr/>
          <p:nvPr>
            <p:ph type="body" idx="1"/>
          </p:nvPr>
        </p:nvSpPr>
        <p:spPr>
          <a:xfrm>
            <a:off x="685800" y="4343400"/>
            <a:ext cx="5486400" cy="4114800"/>
          </a:xfrm>
          <a:prstGeom prst="rect">
            <a:avLst/>
          </a:prstGeom>
          <a:noFill/>
          <a:ln>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zh-CN" altLang="en-US">
                <a:effectLst/>
              </a:rPr>
              <a:t>数据挖掘的结果的价值评价，取决于数据挖掘者对研究问题的深入理解和敏锐观察；</a:t>
            </a:r>
          </a:p>
          <a:p>
            <a:pPr marL="0" lvl="0" indent="0" eaLnBrk="1" hangingPunct="1"/>
            <a:r>
              <a:rPr lang="zh-CN" altLang="en-US">
                <a:effectLst/>
              </a:rPr>
              <a:t>不具备行业知识的数据挖掘是不可能成功的。</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64514"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2DDB1077-F518-445B-AB4E-754C5CE4CB0D}" type="slidenum">
              <a:rPr lang="en-US" altLang="zh-CN" sz="1200">
                <a:effectLst/>
                <a:latin typeface="Arial"/>
              </a:rPr>
              <a:t>3</a:t>
            </a:fld>
          </a:p>
        </p:txBody>
      </p:sp>
      <p:sp>
        <p:nvSpPr>
          <p:cNvPr id="64515" name="Rectangle 2"/>
          <p:cNvSpPr/>
          <p:nvPr>
            <p:ph type="sldImg" idx="2"/>
          </p:nvPr>
        </p:nvSpPr>
        <p:spPr>
          <a:xfrm>
            <a:off x="857250" y="685800"/>
            <a:ext cx="5143500" cy="3429000"/>
          </a:xfrm>
          <a:prstGeom prst="rect">
            <a:avLst/>
          </a:prstGeom>
          <a:noFill/>
          <a:ln>
            <a:miter lim="800000"/>
          </a:ln>
          <a:effectLst/>
        </p:spPr>
      </p:sp>
      <p:sp>
        <p:nvSpPr>
          <p:cNvPr id="64516" name="Rectangle 3"/>
          <p:cNvSpPr/>
          <p:nvPr>
            <p:ph type="body" idx="1"/>
          </p:nvPr>
        </p:nvSpPr>
        <p:spPr>
          <a:xfrm>
            <a:off x="685800" y="4343400"/>
            <a:ext cx="5486400" cy="4114800"/>
          </a:xfrm>
          <a:prstGeom prst="rect">
            <a:avLst/>
          </a:prstGeom>
          <a:noFill/>
          <a:ln>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zh-CN" altLang="en-US">
                <a:effectLst/>
              </a:rPr>
              <a:t>数据挖掘的结果的价值评价，取决于数据挖掘者对研究问题的深入理解和敏锐观察；</a:t>
            </a:r>
          </a:p>
          <a:p>
            <a:pPr marL="0" lvl="0" indent="0" eaLnBrk="1" hangingPunct="1"/>
            <a:r>
              <a:rPr lang="zh-CN" altLang="en-US">
                <a:effectLst/>
              </a:rPr>
              <a:t>不具备行业知识的数据挖掘是不可能成功的。</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65538"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E38DEEC0-3C61-4641-B0B2-7AC7F2AF98A8}" type="slidenum">
              <a:rPr lang="en-US" altLang="zh-CN" sz="1200">
                <a:effectLst/>
                <a:latin typeface="Arial"/>
              </a:rPr>
              <a:t>4</a:t>
            </a:fld>
          </a:p>
        </p:txBody>
      </p:sp>
      <p:sp>
        <p:nvSpPr>
          <p:cNvPr id="65539" name="Rectangle 2"/>
          <p:cNvSpPr/>
          <p:nvPr>
            <p:ph type="sldImg" idx="2"/>
          </p:nvPr>
        </p:nvSpPr>
        <p:spPr>
          <a:xfrm>
            <a:off x="857250" y="685800"/>
            <a:ext cx="5143500" cy="3429000"/>
          </a:xfrm>
          <a:prstGeom prst="rect">
            <a:avLst/>
          </a:prstGeom>
          <a:noFill/>
          <a:ln>
            <a:miter lim="800000"/>
          </a:ln>
          <a:effectLst/>
        </p:spPr>
      </p:sp>
      <p:sp>
        <p:nvSpPr>
          <p:cNvPr id="65540" name="Rectangle 3"/>
          <p:cNvSpPr/>
          <p:nvPr>
            <p:ph type="body" idx="1"/>
          </p:nvPr>
        </p:nvSpPr>
        <p:spPr>
          <a:xfrm>
            <a:off x="685800" y="4343400"/>
            <a:ext cx="5486400" cy="4114800"/>
          </a:xfrm>
          <a:prstGeom prst="rect">
            <a:avLst/>
          </a:prstGeom>
          <a:noFill/>
          <a:ln>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zh-CN" altLang="en-US">
                <a:effectLst/>
              </a:rPr>
              <a:t>数据挖掘的结果的价值评价，取决于数据挖掘者对研究问题的深入理解和敏锐观察；</a:t>
            </a:r>
          </a:p>
          <a:p>
            <a:pPr marL="0" lvl="0" indent="0" eaLnBrk="1" hangingPunct="1"/>
            <a:r>
              <a:rPr lang="zh-CN" altLang="en-US">
                <a:effectLst/>
              </a:rPr>
              <a:t>不具备行业知识的数据挖掘是不可能成功的。</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66562"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B6F268E0-A65B-44E7-9FEF-A1BD0334A0F3}" type="slidenum">
              <a:rPr lang="en-US" altLang="zh-CN" sz="1200">
                <a:effectLst/>
                <a:latin typeface="Arial"/>
              </a:rPr>
              <a:t>6</a:t>
            </a:fld>
          </a:p>
        </p:txBody>
      </p:sp>
      <p:sp>
        <p:nvSpPr>
          <p:cNvPr id="66563" name="Rectangle 2"/>
          <p:cNvSpPr/>
          <p:nvPr>
            <p:ph type="sldImg" idx="2"/>
          </p:nvPr>
        </p:nvSpPr>
        <p:spPr>
          <a:xfrm>
            <a:off x="857250" y="685800"/>
            <a:ext cx="5143500" cy="3429000"/>
          </a:xfrm>
          <a:prstGeom prst="rect">
            <a:avLst/>
          </a:prstGeom>
          <a:noFill/>
          <a:ln>
            <a:miter lim="800000"/>
          </a:ln>
          <a:effectLst/>
        </p:spPr>
      </p:sp>
      <p:sp>
        <p:nvSpPr>
          <p:cNvPr id="66564" name="Rectangle 3"/>
          <p:cNvSpPr/>
          <p:nvPr>
            <p:ph type="body" idx="1"/>
          </p:nvPr>
        </p:nvSpPr>
        <p:spPr>
          <a:xfrm>
            <a:off x="685800" y="4343400"/>
            <a:ext cx="5486400" cy="4114800"/>
          </a:xfrm>
          <a:prstGeom prst="rect">
            <a:avLst/>
          </a:prstGeom>
          <a:noFill/>
          <a:ln>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zh-CN" altLang="en-US">
                <a:effectLst/>
              </a:rPr>
              <a:t>如何由涉及到的多个因素来区分二分类</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67586"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FD0C2866-334C-49F7-B31E-04ABD809B71E}" type="slidenum">
              <a:rPr lang="en-US" altLang="zh-CN" sz="1200">
                <a:effectLst/>
                <a:latin typeface="Arial"/>
              </a:rPr>
              <a:t>10</a:t>
            </a:fld>
          </a:p>
        </p:txBody>
      </p:sp>
      <p:sp>
        <p:nvSpPr>
          <p:cNvPr id="67587" name="Rectangle 2"/>
          <p:cNvSpPr/>
          <p:nvPr>
            <p:ph type="sldImg" idx="2"/>
          </p:nvPr>
        </p:nvSpPr>
        <p:spPr>
          <a:xfrm>
            <a:off x="857250" y="685800"/>
            <a:ext cx="5143500" cy="3429000"/>
          </a:xfrm>
          <a:prstGeom prst="rect">
            <a:avLst/>
          </a:prstGeom>
          <a:noFill/>
          <a:ln>
            <a:miter lim="800000"/>
          </a:ln>
          <a:effectLst/>
        </p:spPr>
      </p:sp>
      <p:sp>
        <p:nvSpPr>
          <p:cNvPr id="67588" name="Rectangle 3"/>
          <p:cNvSpPr/>
          <p:nvPr>
            <p:ph type="body" idx="1"/>
          </p:nvPr>
        </p:nvSpPr>
        <p:spPr>
          <a:xfrm>
            <a:off x="914400" y="4343400"/>
            <a:ext cx="5029200" cy="4114800"/>
          </a:xfrm>
          <a:prstGeom prst="rect">
            <a:avLst/>
          </a:prstGeom>
          <a:noFill/>
          <a:ln>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zh-CN" altLang="en-US">
                <a:effectLst/>
              </a:rPr>
              <a:t>决策树，既有树的特点</a:t>
            </a:r>
            <a:r>
              <a:rPr lang="en-US" altLang="zh-CN">
                <a:effectLst/>
              </a:rPr>
              <a:t>(</a:t>
            </a:r>
            <a:r>
              <a:rPr lang="zh-CN" altLang="en-US">
                <a:effectLst/>
              </a:rPr>
              <a:t>节点表示对某个属性做测试</a:t>
            </a:r>
            <a:r>
              <a:rPr lang="en-US" altLang="zh-CN">
                <a:effectLst/>
              </a:rPr>
              <a:t>)</a:t>
            </a:r>
            <a:r>
              <a:rPr lang="zh-CN" altLang="en-US">
                <a:effectLst/>
              </a:rPr>
              <a:t>，又有图的特点</a:t>
            </a:r>
            <a:r>
              <a:rPr lang="en-US" altLang="zh-CN">
                <a:effectLst/>
              </a:rPr>
              <a:t>(</a:t>
            </a:r>
            <a:r>
              <a:rPr lang="zh-CN" altLang="en-US">
                <a:effectLst/>
              </a:rPr>
              <a:t>分支或边上的权值表示属性测试的可能结果</a:t>
            </a:r>
            <a:r>
              <a:rPr lang="en-US" altLang="zh-CN">
                <a:effectLst/>
              </a:rPr>
              <a:t>)</a:t>
            </a:r>
            <a:r>
              <a:rPr lang="zh-CN" altLang="en-US">
                <a:effectLst/>
              </a:rPr>
              <a:t>；</a:t>
            </a:r>
          </a:p>
          <a:p>
            <a:pPr marL="0" lvl="0" indent="0" eaLnBrk="1" hangingPunct="1"/>
            <a:r>
              <a:rPr lang="zh-CN" altLang="en-US">
                <a:effectLst/>
              </a:rPr>
              <a:t>再次强调两步骤是为了解释归纳偏置（</a:t>
            </a:r>
            <a:r>
              <a:rPr lang="en-US" altLang="zh-CN">
                <a:effectLst/>
              </a:rPr>
              <a:t>inductive bias</a:t>
            </a:r>
            <a:r>
              <a:rPr lang="zh-CN" altLang="en-US">
                <a:effectLst/>
              </a:rPr>
              <a:t>）方便，即与训练样例一起（通过决策树）演绎决定新样例类别的规则</a:t>
            </a:r>
            <a:br>
              <a:rPr lang="zh-CN" altLang="en-US">
                <a:effectLst/>
              </a:rPr>
            </a:br>
            <a:r>
              <a:rPr lang="zh-CN" altLang="en-US">
                <a:effectLst/>
              </a:rPr>
              <a:t>之所以叫归纳偏置是因为仅经由训练样例而来的函数（此处指决策树）不足以演绎裁定新样例的类别，即：归纳函数有偏差</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68610"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52F061B4-EFB7-4F63-93A8-217934A7F315}" type="slidenum">
              <a:rPr lang="en-US" altLang="zh-CN" sz="1200">
                <a:effectLst/>
                <a:latin typeface="Arial"/>
              </a:rPr>
              <a:t>11</a:t>
            </a:fld>
          </a:p>
        </p:txBody>
      </p:sp>
      <p:sp>
        <p:nvSpPr>
          <p:cNvPr id="68611" name="Rectangle 2"/>
          <p:cNvSpPr/>
          <p:nvPr>
            <p:ph type="sldImg" idx="2"/>
          </p:nvPr>
        </p:nvSpPr>
        <p:spPr>
          <a:xfrm>
            <a:off x="857250" y="685800"/>
            <a:ext cx="5143500" cy="3429000"/>
          </a:xfrm>
          <a:prstGeom prst="rect">
            <a:avLst/>
          </a:prstGeom>
          <a:noFill/>
          <a:ln>
            <a:miter lim="800000"/>
          </a:ln>
          <a:effectLst/>
        </p:spPr>
      </p:sp>
      <p:sp>
        <p:nvSpPr>
          <p:cNvPr id="68612" name="Rectangle 3"/>
          <p:cNvSpPr/>
          <p:nvPr>
            <p:ph type="body" idx="1"/>
          </p:nvPr>
        </p:nvSpPr>
        <p:spPr>
          <a:xfrm>
            <a:off x="685800" y="4343400"/>
            <a:ext cx="5486400" cy="4114800"/>
          </a:xfrm>
          <a:prstGeom prst="rect">
            <a:avLst/>
          </a:prstGeom>
          <a:noFill/>
          <a:ln>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zh-CN" altLang="en-US">
                <a:effectLst/>
              </a:rPr>
              <a:t>这个不是</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69634"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8748EF02-9D0E-4755-A7F5-0C77110C8F59}" type="slidenum">
              <a:rPr lang="en-US" altLang="zh-CN" sz="1200">
                <a:effectLst/>
                <a:latin typeface="Arial"/>
              </a:rPr>
              <a:t>12</a:t>
            </a:fld>
          </a:p>
        </p:txBody>
      </p:sp>
      <p:sp>
        <p:nvSpPr>
          <p:cNvPr id="69635" name="Rectangle 2"/>
          <p:cNvSpPr/>
          <p:nvPr>
            <p:ph type="sldImg" idx="2"/>
          </p:nvPr>
        </p:nvSpPr>
        <p:spPr>
          <a:xfrm>
            <a:off x="857250" y="685800"/>
            <a:ext cx="5143500" cy="3429000"/>
          </a:xfrm>
          <a:prstGeom prst="rect">
            <a:avLst/>
          </a:prstGeom>
          <a:noFill/>
          <a:ln>
            <a:miter lim="800000"/>
          </a:ln>
          <a:effectLst/>
        </p:spPr>
      </p:sp>
      <p:sp>
        <p:nvSpPr>
          <p:cNvPr id="69636" name="Rectangle 3"/>
          <p:cNvSpPr/>
          <p:nvPr>
            <p:ph type="body" idx="1"/>
          </p:nvPr>
        </p:nvSpPr>
        <p:spPr>
          <a:xfrm>
            <a:off x="685800" y="4343400"/>
            <a:ext cx="5486400" cy="4114800"/>
          </a:xfrm>
          <a:prstGeom prst="rect">
            <a:avLst/>
          </a:prstGeom>
          <a:noFill/>
          <a:ln>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zh-CN" altLang="en-US">
                <a:effectLst/>
              </a:rPr>
              <a:t>这个不是</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70658"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E7737735-A780-4D5E-BF1C-5892C549FE31}" type="slidenum">
              <a:rPr lang="en-US" altLang="zh-CN" sz="1200">
                <a:effectLst/>
                <a:latin typeface="Arial"/>
              </a:rPr>
              <a:t>13</a:t>
            </a:fld>
          </a:p>
        </p:txBody>
      </p:sp>
      <p:sp>
        <p:nvSpPr>
          <p:cNvPr id="70659" name="Rectangle 2"/>
          <p:cNvSpPr/>
          <p:nvPr>
            <p:ph type="sldImg" idx="2"/>
          </p:nvPr>
        </p:nvSpPr>
        <p:spPr>
          <a:xfrm>
            <a:off x="857250" y="685800"/>
            <a:ext cx="5143500" cy="3429000"/>
          </a:xfrm>
          <a:prstGeom prst="rect">
            <a:avLst/>
          </a:prstGeom>
          <a:noFill/>
          <a:ln>
            <a:miter lim="800000"/>
          </a:ln>
          <a:effectLst/>
        </p:spPr>
      </p:sp>
      <p:sp>
        <p:nvSpPr>
          <p:cNvPr id="70660" name="Rectangle 3"/>
          <p:cNvSpPr/>
          <p:nvPr>
            <p:ph type="body" idx="1"/>
          </p:nvPr>
        </p:nvSpPr>
        <p:spPr>
          <a:xfrm>
            <a:off x="685800" y="4343400"/>
            <a:ext cx="5486400" cy="4114800"/>
          </a:xfrm>
          <a:prstGeom prst="rect">
            <a:avLst/>
          </a:prstGeom>
          <a:noFill/>
          <a:ln>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zh-CN" altLang="en-US">
                <a:effectLst/>
              </a:rPr>
              <a:t>数据挖掘的结果的价值评价，取决于数据挖掘者对研究问题的深入理解和敏锐观察；</a:t>
            </a:r>
          </a:p>
          <a:p>
            <a:pPr marL="0" lvl="0" indent="0" eaLnBrk="1" hangingPunct="1"/>
            <a:r>
              <a:rPr lang="zh-CN" altLang="en-US">
                <a:effectLst/>
              </a:rPr>
              <a:t>不具备行业知识的数据挖掘是不可能成功的。</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71682"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41E06970-B5DB-4B58-A3DD-2BE0503DAD3C}" type="slidenum">
              <a:rPr lang="en-US" altLang="zh-CN" sz="1200">
                <a:effectLst/>
                <a:latin typeface="Arial"/>
              </a:rPr>
              <a:t>16</a:t>
            </a:fld>
          </a:p>
        </p:txBody>
      </p:sp>
      <p:sp>
        <p:nvSpPr>
          <p:cNvPr id="71683" name="Rectangle 2"/>
          <p:cNvSpPr/>
          <p:nvPr>
            <p:ph type="sldImg" idx="2"/>
          </p:nvPr>
        </p:nvSpPr>
        <p:spPr>
          <a:xfrm>
            <a:off x="857250" y="685800"/>
            <a:ext cx="5143500" cy="3429000"/>
          </a:xfrm>
          <a:prstGeom prst="rect">
            <a:avLst/>
          </a:prstGeom>
          <a:noFill/>
          <a:ln>
            <a:miter lim="800000"/>
          </a:ln>
          <a:effectLst/>
        </p:spPr>
      </p:sp>
      <p:sp>
        <p:nvSpPr>
          <p:cNvPr id="71684" name="Rectangle 3"/>
          <p:cNvSpPr/>
          <p:nvPr>
            <p:ph type="body" idx="1"/>
          </p:nvPr>
        </p:nvSpPr>
        <p:spPr>
          <a:xfrm>
            <a:off x="914400" y="4343400"/>
            <a:ext cx="5029200" cy="4114800"/>
          </a:xfrm>
          <a:prstGeom prst="rect">
            <a:avLst/>
          </a:prstGeom>
          <a:noFill/>
          <a:ln>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zh-CN" altLang="en-US">
                <a:effectLst/>
              </a:rPr>
              <a:t>决策树都有什么用？</a:t>
            </a:r>
            <a:r>
              <a:rPr lang="en-US" altLang="zh-CN">
                <a:effectLst/>
              </a:rPr>
              <a:t>(</a:t>
            </a:r>
            <a:r>
              <a:rPr lang="zh-CN" altLang="en-US">
                <a:effectLst/>
              </a:rPr>
              <a:t>实际上，由此开始本章第二次课；</a:t>
            </a:r>
            <a:r>
              <a:rPr lang="en-US" altLang="zh-CN">
                <a:effectLst/>
              </a:rPr>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72706"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B4DD04B2-7296-4226-819D-A5BD5BB8F4EC}" type="slidenum">
              <a:rPr lang="en-US" altLang="zh-CN" sz="1200">
                <a:effectLst/>
                <a:latin typeface="Arial"/>
              </a:rPr>
              <a:t>17</a:t>
            </a:fld>
          </a:p>
        </p:txBody>
      </p:sp>
      <p:sp>
        <p:nvSpPr>
          <p:cNvPr id="72707" name="Rectangle 2"/>
          <p:cNvSpPr/>
          <p:nvPr>
            <p:ph type="sldImg" idx="2"/>
          </p:nvPr>
        </p:nvSpPr>
        <p:spPr>
          <a:xfrm>
            <a:off x="857250" y="685800"/>
            <a:ext cx="5143500" cy="3429000"/>
          </a:xfrm>
          <a:prstGeom prst="rect">
            <a:avLst/>
          </a:prstGeom>
          <a:noFill/>
          <a:ln>
            <a:miter lim="800000"/>
          </a:ln>
          <a:effectLst/>
        </p:spPr>
      </p:sp>
      <p:sp>
        <p:nvSpPr>
          <p:cNvPr id="72708" name="Rectangle 3"/>
          <p:cNvSpPr/>
          <p:nvPr>
            <p:ph type="body" idx="1"/>
          </p:nvPr>
        </p:nvSpPr>
        <p:spPr>
          <a:xfrm>
            <a:off x="914400" y="4343400"/>
            <a:ext cx="5029200" cy="4114800"/>
          </a:xfrm>
          <a:prstGeom prst="rect">
            <a:avLst/>
          </a:prstGeom>
          <a:noFill/>
          <a:ln>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zh-CN" altLang="en-US">
                <a:effectLst/>
              </a:rPr>
              <a:t>决策树都有什么用？</a:t>
            </a:r>
            <a:r>
              <a:rPr lang="en-US" altLang="zh-CN">
                <a:effectLst/>
              </a:rPr>
              <a:t>(</a:t>
            </a:r>
            <a:r>
              <a:rPr lang="zh-CN" altLang="en-US">
                <a:effectLst/>
              </a:rPr>
              <a:t>实际上，由此开始本章第二次课；</a:t>
            </a:r>
            <a:r>
              <a:rPr lang="en-US" altLang="zh-CN">
                <a:effectLst/>
              </a:rPr>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73730"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D21AB629-2D01-425B-93A2-8797BC2AE274}" type="slidenum">
              <a:rPr lang="en-US" altLang="zh-CN" sz="1200">
                <a:effectLst/>
                <a:latin typeface="Arial"/>
              </a:rPr>
              <a:t>19</a:t>
            </a:fld>
          </a:p>
        </p:txBody>
      </p:sp>
      <p:sp>
        <p:nvSpPr>
          <p:cNvPr id="73731" name="Rectangle 2"/>
          <p:cNvSpPr/>
          <p:nvPr>
            <p:ph type="sldImg" idx="2"/>
          </p:nvPr>
        </p:nvSpPr>
        <p:spPr>
          <a:xfrm>
            <a:off x="857250" y="685800"/>
            <a:ext cx="5143500" cy="3429000"/>
          </a:xfrm>
          <a:prstGeom prst="rect">
            <a:avLst/>
          </a:prstGeom>
          <a:noFill/>
          <a:ln>
            <a:miter lim="800000"/>
          </a:ln>
          <a:effectLst/>
        </p:spPr>
      </p:sp>
      <p:sp>
        <p:nvSpPr>
          <p:cNvPr id="73732" name="Rectangle 3"/>
          <p:cNvSpPr/>
          <p:nvPr>
            <p:ph type="body" idx="1"/>
          </p:nvPr>
        </p:nvSpPr>
        <p:spPr>
          <a:xfrm>
            <a:off x="914400" y="4343400"/>
            <a:ext cx="5029200" cy="4114800"/>
          </a:xfrm>
          <a:prstGeom prst="rect">
            <a:avLst/>
          </a:prstGeom>
          <a:noFill/>
          <a:ln>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zh-CN" altLang="en-US">
                <a:effectLst/>
              </a:rPr>
              <a:t>属性的分类能力是样例的属性本来没有的，每个节点都必须具有的公共属性</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74754"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6F3B16C1-B702-4B02-ADF7-2452FE7AFCFA}" type="slidenum">
              <a:rPr lang="en-US" altLang="zh-CN" sz="1200">
                <a:effectLst/>
                <a:latin typeface="Arial"/>
              </a:rPr>
              <a:t>20</a:t>
            </a:fld>
          </a:p>
        </p:txBody>
      </p:sp>
      <p:sp>
        <p:nvSpPr>
          <p:cNvPr id="74755" name="Rectangle 2"/>
          <p:cNvSpPr/>
          <p:nvPr>
            <p:ph type="sldImg" idx="2"/>
          </p:nvPr>
        </p:nvSpPr>
        <p:spPr>
          <a:xfrm>
            <a:off x="857250" y="685800"/>
            <a:ext cx="5143500" cy="3429000"/>
          </a:xfrm>
          <a:prstGeom prst="rect">
            <a:avLst/>
          </a:prstGeom>
          <a:noFill/>
          <a:ln>
            <a:miter lim="800000"/>
          </a:ln>
          <a:effectLst/>
        </p:spPr>
      </p:sp>
      <p:sp>
        <p:nvSpPr>
          <p:cNvPr id="74756" name="Rectangle 3"/>
          <p:cNvSpPr>
            <a:spLocks noGrp="1" noChangeArrowheads="1"/>
          </p:cNvSpPr>
          <p:nvPr>
            <p:ph type="body" idx="1"/>
          </p:nvPr>
        </p:nvSpPr>
        <p:spPr>
          <a:xfrm>
            <a:off x="914400" y="4343400"/>
            <a:ext cx="5029200" cy="4114800"/>
          </a:xfrm>
          <a:effectLst/>
        </p:spPr>
        <p:txBody>
          <a:bodyPr vert="horz" wrap="square" lIns="91440" tIns="45720" rIns="91440" bIns="45720" anchor="t" anchorCtr="0" compatLnSpc="1">
            <a:prstTxWarp prst="textNoShape">
              <a:avLst/>
            </a:prstTxWarp>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zh-CN" altLang="en-US" b="1">
                <a:solidFill>
                  <a:srgbClr val="0000FF"/>
                </a:solidFill>
                <a:effectLst>
                  <a:outerShdw blurRad="38100" dist="38100" dir="2700000" algn="tl">
                    <a:schemeClr val="bg2"/>
                  </a:outerShdw>
                </a:effectLst>
              </a:rPr>
              <a:t>中间（间接）表示属性，不是由输入给定的，输出结果中也没有，只在中间使用，可比神经网络隐藏层的新表示；要对决策树中的节点排序，需要构造这样的中间表示属性</a:t>
            </a:r>
            <a:endParaRPr lang="zh-CN" altLang="en-US" b="1">
              <a:solidFill>
                <a:srgbClr val="0000FF"/>
              </a:solidFill>
              <a:effectLst>
                <a:outerShdw blurRad="38100" dist="38100" dir="2700000" algn="tl">
                  <a:schemeClr val="bg2"/>
                </a:outerShdw>
              </a:effectLst>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75778"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91F0CDB2-978D-4A0E-8BA1-1DB587A62FE5}" type="slidenum">
              <a:rPr lang="en-US" altLang="zh-CN" sz="1200">
                <a:effectLst/>
                <a:latin typeface="Arial"/>
              </a:rPr>
              <a:t>21</a:t>
            </a:fld>
          </a:p>
        </p:txBody>
      </p:sp>
      <p:sp>
        <p:nvSpPr>
          <p:cNvPr id="75779" name="Rectangle 2"/>
          <p:cNvSpPr/>
          <p:nvPr>
            <p:ph type="sldImg" idx="2"/>
          </p:nvPr>
        </p:nvSpPr>
        <p:spPr>
          <a:xfrm>
            <a:off x="857250" y="685800"/>
            <a:ext cx="5143500" cy="3429000"/>
          </a:xfrm>
          <a:prstGeom prst="rect">
            <a:avLst/>
          </a:prstGeom>
          <a:noFill/>
          <a:ln>
            <a:miter lim="800000"/>
          </a:ln>
          <a:effectLst/>
        </p:spPr>
      </p:sp>
      <p:sp>
        <p:nvSpPr>
          <p:cNvPr id="75780" name="Rectangle 3"/>
          <p:cNvSpPr>
            <a:spLocks noGrp="1" noChangeArrowheads="1"/>
          </p:cNvSpPr>
          <p:nvPr>
            <p:ph type="body" idx="1"/>
          </p:nvPr>
        </p:nvSpPr>
        <p:spPr>
          <a:xfrm>
            <a:off x="914400" y="4343400"/>
            <a:ext cx="5029200" cy="4114800"/>
          </a:xfrm>
          <a:effectLst/>
        </p:spPr>
        <p:txBody>
          <a:bodyPr vert="horz" wrap="square" lIns="91440" tIns="45720" rIns="91440" bIns="45720" anchor="t" anchorCtr="0" compatLnSpc="1">
            <a:prstTxWarp prst="textNoShape">
              <a:avLst/>
            </a:prstTxWarp>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zh-CN" altLang="en-US" b="1">
                <a:solidFill>
                  <a:srgbClr val="0000FF"/>
                </a:solidFill>
                <a:effectLst>
                  <a:outerShdw blurRad="38100" dist="38100" dir="2700000" algn="tl">
                    <a:schemeClr val="bg2"/>
                  </a:outerShdw>
                </a:effectLst>
              </a:rPr>
              <a:t>中间（间接）表示属性，不是由输入给定的，输出结果中也没有，只在中间使用，可比神经网络隐藏层的新表示；要对决策树中的节点排序，需要构造这样的中间表示属性</a:t>
            </a:r>
            <a:endParaRPr lang="zh-CN" altLang="en-US" b="1">
              <a:solidFill>
                <a:srgbClr val="0000FF"/>
              </a:solidFill>
              <a:effectLst>
                <a:outerShdw blurRad="38100" dist="38100" dir="2700000" algn="tl">
                  <a:schemeClr val="bg2"/>
                </a:outerShdw>
              </a:effectLst>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76802"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48C3C4BC-74C9-447F-A02D-D2267E87351C}" type="slidenum">
              <a:rPr lang="en-US" altLang="zh-CN" sz="1200">
                <a:effectLst/>
                <a:latin typeface="Arial"/>
              </a:rPr>
              <a:t>22</a:t>
            </a:fld>
          </a:p>
        </p:txBody>
      </p:sp>
      <p:sp>
        <p:nvSpPr>
          <p:cNvPr id="76803" name="Rectangle 2"/>
          <p:cNvSpPr/>
          <p:nvPr>
            <p:ph type="sldImg" idx="2"/>
          </p:nvPr>
        </p:nvSpPr>
        <p:spPr>
          <a:xfrm>
            <a:off x="857250" y="685800"/>
            <a:ext cx="5143500" cy="3429000"/>
          </a:xfrm>
          <a:prstGeom prst="rect">
            <a:avLst/>
          </a:prstGeom>
          <a:noFill/>
          <a:ln>
            <a:miter lim="800000"/>
          </a:ln>
          <a:effectLst/>
        </p:spPr>
      </p:sp>
      <p:sp>
        <p:nvSpPr>
          <p:cNvPr id="76804" name="Rectangle 3"/>
          <p:cNvSpPr/>
          <p:nvPr>
            <p:ph type="body" idx="1"/>
          </p:nvPr>
        </p:nvSpPr>
        <p:spPr>
          <a:xfrm>
            <a:off x="914400" y="4343400"/>
            <a:ext cx="5029200" cy="4114800"/>
          </a:xfrm>
          <a:prstGeom prst="rect">
            <a:avLst/>
          </a:prstGeom>
          <a:noFill/>
          <a:ln>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zh-CN" altLang="en-US">
                <a:effectLst/>
              </a:rPr>
              <a:t>此例并非完全对应表</a:t>
            </a:r>
            <a:r>
              <a:rPr lang="en-US" altLang="zh-CN">
                <a:effectLst/>
              </a:rPr>
              <a:t>3-2</a:t>
            </a:r>
            <a:r>
              <a:rPr lang="zh-CN" altLang="en-US">
                <a:effectLst/>
              </a:rPr>
              <a:t>，计算结果适合在黑板上现场推演；计算熵时注意：离散值函数 </a:t>
            </a:r>
            <a:r>
              <a:rPr lang="en-US" altLang="zh-CN">
                <a:effectLst/>
              </a:rPr>
              <a:t>f(currentS)=1/-1</a:t>
            </a:r>
            <a:r>
              <a:rPr lang="zh-CN" altLang="en-US">
                <a:effectLst/>
              </a:rPr>
              <a:t>，</a:t>
            </a:r>
            <a:r>
              <a:rPr lang="en-US" altLang="zh-CN">
                <a:effectLst/>
              </a:rPr>
              <a:t>P</a:t>
            </a:r>
            <a:r>
              <a:rPr lang="en-US" altLang="zh-CN" baseline="-25000">
                <a:effectLst/>
              </a:rPr>
              <a:t>+1</a:t>
            </a:r>
            <a:r>
              <a:rPr lang="en-US" altLang="zh-CN">
                <a:effectLst/>
              </a:rPr>
              <a:t>=? P</a:t>
            </a:r>
            <a:r>
              <a:rPr lang="en-US" altLang="zh-CN" baseline="-25000">
                <a:effectLst/>
              </a:rPr>
              <a:t>-1</a:t>
            </a:r>
            <a:r>
              <a:rPr lang="en-US" altLang="zh-CN">
                <a:effectLst/>
              </a:rPr>
              <a:t>=?</a:t>
            </a:r>
          </a:p>
          <a:p>
            <a:pPr marL="0" lvl="0" indent="0" eaLnBrk="1" hangingPunct="1"/>
            <a:endParaRPr lang="en-US" altLang="zh-CN">
              <a:effectLst/>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77826"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B2104847-915A-4AC7-82D8-54E83C2C68B1}" type="slidenum">
              <a:rPr lang="en-US" altLang="zh-CN" sz="1200">
                <a:effectLst/>
                <a:latin typeface="Arial"/>
              </a:rPr>
              <a:t>23</a:t>
            </a:fld>
          </a:p>
        </p:txBody>
      </p:sp>
      <p:sp>
        <p:nvSpPr>
          <p:cNvPr id="77827" name="Rectangle 2"/>
          <p:cNvSpPr/>
          <p:nvPr>
            <p:ph type="sldImg" idx="2"/>
          </p:nvPr>
        </p:nvSpPr>
        <p:spPr>
          <a:xfrm>
            <a:off x="857250" y="685800"/>
            <a:ext cx="5143500" cy="3429000"/>
          </a:xfrm>
          <a:prstGeom prst="rect">
            <a:avLst/>
          </a:prstGeom>
          <a:noFill/>
          <a:ln>
            <a:miter lim="800000"/>
          </a:ln>
          <a:effectLst/>
        </p:spPr>
      </p:sp>
      <p:sp>
        <p:nvSpPr>
          <p:cNvPr id="77828" name="Rectangle 3"/>
          <p:cNvSpPr/>
          <p:nvPr>
            <p:ph type="body" idx="1"/>
          </p:nvPr>
        </p:nvSpPr>
        <p:spPr>
          <a:xfrm>
            <a:off x="914400" y="4343400"/>
            <a:ext cx="5029200" cy="4114800"/>
          </a:xfrm>
          <a:prstGeom prst="rect">
            <a:avLst/>
          </a:prstGeom>
          <a:noFill/>
          <a:ln>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zh-CN" altLang="en-US">
                <a:effectLst/>
              </a:rPr>
              <a:t>离散值函数 </a:t>
            </a:r>
            <a:r>
              <a:rPr lang="en-US" altLang="zh-CN">
                <a:effectLst/>
              </a:rPr>
              <a:t>f(currentSample)=1/-1</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78850"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79836564-9BDE-44D9-B1EC-704E95908757}" type="slidenum">
              <a:rPr lang="en-US" altLang="zh-CN" sz="1200">
                <a:effectLst/>
                <a:latin typeface="Arial"/>
              </a:rPr>
              <a:t>24</a:t>
            </a:fld>
          </a:p>
        </p:txBody>
      </p:sp>
      <p:sp>
        <p:nvSpPr>
          <p:cNvPr id="78851" name="Rectangle 2"/>
          <p:cNvSpPr/>
          <p:nvPr>
            <p:ph type="sldImg" idx="2"/>
          </p:nvPr>
        </p:nvSpPr>
        <p:spPr>
          <a:xfrm>
            <a:off x="857250" y="685800"/>
            <a:ext cx="5143500" cy="3429000"/>
          </a:xfrm>
          <a:prstGeom prst="rect">
            <a:avLst/>
          </a:prstGeom>
          <a:noFill/>
          <a:ln>
            <a:miter lim="800000"/>
          </a:ln>
          <a:effectLst/>
        </p:spPr>
      </p:sp>
      <p:sp>
        <p:nvSpPr>
          <p:cNvPr id="78852" name="Rectangle 3"/>
          <p:cNvSpPr/>
          <p:nvPr>
            <p:ph type="body" idx="1"/>
          </p:nvPr>
        </p:nvSpPr>
        <p:spPr>
          <a:xfrm>
            <a:off x="914400" y="4343400"/>
            <a:ext cx="5029200" cy="4114800"/>
          </a:xfrm>
          <a:prstGeom prst="rect">
            <a:avLst/>
          </a:prstGeom>
          <a:noFill/>
          <a:ln>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en-US" altLang="zh-CN">
                <a:effectLst/>
              </a:rPr>
              <a:t>Gain(S, Temperature)=0.029</a:t>
            </a:r>
            <a:r>
              <a:rPr lang="zh-CN" altLang="en-US">
                <a:effectLst/>
              </a:rPr>
              <a:t>， </a:t>
            </a:r>
            <a:r>
              <a:rPr lang="en-US" altLang="zh-CN">
                <a:effectLst/>
              </a:rPr>
              <a:t>S={D1,…, D14}, </a:t>
            </a:r>
            <a:r>
              <a:rPr lang="zh-CN" altLang="en-US">
                <a:effectLst/>
              </a:rPr>
              <a:t>该值要求学生自己算出来</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79874"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907EF507-0271-42B5-A18A-9BC9AD90FB8D}" type="slidenum">
              <a:rPr lang="en-US" altLang="zh-CN" sz="1200">
                <a:effectLst/>
                <a:latin typeface="Arial"/>
              </a:rPr>
              <a:t>26</a:t>
            </a:fld>
          </a:p>
        </p:txBody>
      </p:sp>
      <p:sp>
        <p:nvSpPr>
          <p:cNvPr id="79875" name="Rectangle 2"/>
          <p:cNvSpPr/>
          <p:nvPr>
            <p:ph type="sldImg" idx="2"/>
          </p:nvPr>
        </p:nvSpPr>
        <p:spPr>
          <a:xfrm>
            <a:off x="857250" y="685800"/>
            <a:ext cx="5143500" cy="3429000"/>
          </a:xfrm>
          <a:prstGeom prst="rect">
            <a:avLst/>
          </a:prstGeom>
          <a:noFill/>
          <a:ln>
            <a:miter lim="800000"/>
          </a:ln>
          <a:effectLst/>
        </p:spPr>
      </p:sp>
      <p:sp>
        <p:nvSpPr>
          <p:cNvPr id="79876" name="Rectangle 3"/>
          <p:cNvSpPr/>
          <p:nvPr>
            <p:ph type="body" idx="1"/>
          </p:nvPr>
        </p:nvSpPr>
        <p:spPr>
          <a:xfrm>
            <a:off x="914400" y="4343400"/>
            <a:ext cx="5029200" cy="4114800"/>
          </a:xfrm>
          <a:prstGeom prst="rect">
            <a:avLst/>
          </a:prstGeom>
          <a:noFill/>
          <a:ln>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zh-CN" altLang="en-US">
                <a:effectLst/>
              </a:rPr>
              <a:t>后面两个幻灯片的内容可以自己对着书讲，让学生看幻灯片，而后再过到后面算法扼要说明每个子集的计算即可。</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80898"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4377697C-9729-4777-853A-0255C5831C44}" type="slidenum">
              <a:rPr lang="en-US" altLang="zh-CN" sz="1200">
                <a:effectLst/>
                <a:latin typeface="Arial"/>
              </a:rPr>
              <a:t>27</a:t>
            </a:fld>
          </a:p>
        </p:txBody>
      </p:sp>
      <p:sp>
        <p:nvSpPr>
          <p:cNvPr id="80899" name="Rectangle 2"/>
          <p:cNvSpPr/>
          <p:nvPr>
            <p:ph type="sldImg" idx="2"/>
          </p:nvPr>
        </p:nvSpPr>
        <p:spPr>
          <a:xfrm>
            <a:off x="857250" y="685800"/>
            <a:ext cx="5143500" cy="3429000"/>
          </a:xfrm>
          <a:prstGeom prst="rect">
            <a:avLst/>
          </a:prstGeom>
          <a:noFill/>
          <a:ln>
            <a:miter lim="800000"/>
          </a:ln>
          <a:effectLst/>
        </p:spPr>
      </p:sp>
      <p:sp>
        <p:nvSpPr>
          <p:cNvPr id="80900" name="Rectangle 3"/>
          <p:cNvSpPr/>
          <p:nvPr>
            <p:ph type="body" idx="1"/>
          </p:nvPr>
        </p:nvSpPr>
        <p:spPr>
          <a:xfrm>
            <a:off x="914400" y="4343400"/>
            <a:ext cx="5029200" cy="4114800"/>
          </a:xfrm>
          <a:prstGeom prst="rect">
            <a:avLst/>
          </a:prstGeom>
          <a:noFill/>
          <a:ln>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en-US" altLang="zh-CN">
                <a:effectLst/>
              </a:rPr>
              <a:t>Vi={v1=Sunny, v2=Overcast, v3=Rain}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81922"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440B0257-DDDA-4304-BBC6-E3486CB093D1}" type="slidenum">
              <a:rPr lang="en-US" altLang="zh-CN" sz="1200">
                <a:effectLst/>
                <a:latin typeface="Arial"/>
              </a:rPr>
              <a:t>28</a:t>
            </a:fld>
          </a:p>
        </p:txBody>
      </p:sp>
      <p:sp>
        <p:nvSpPr>
          <p:cNvPr id="81923" name="Rectangle 2"/>
          <p:cNvSpPr/>
          <p:nvPr>
            <p:ph type="sldImg" idx="2"/>
          </p:nvPr>
        </p:nvSpPr>
        <p:spPr>
          <a:xfrm>
            <a:off x="857250" y="685800"/>
            <a:ext cx="5143500" cy="3429000"/>
          </a:xfrm>
          <a:prstGeom prst="rect">
            <a:avLst/>
          </a:prstGeom>
          <a:noFill/>
          <a:ln>
            <a:miter lim="800000"/>
          </a:ln>
          <a:effectLst/>
        </p:spPr>
      </p:sp>
      <p:sp>
        <p:nvSpPr>
          <p:cNvPr id="81924" name="Rectangle 3"/>
          <p:cNvSpPr/>
          <p:nvPr>
            <p:ph type="body" idx="1"/>
          </p:nvPr>
        </p:nvSpPr>
        <p:spPr>
          <a:xfrm>
            <a:off x="914400" y="4343400"/>
            <a:ext cx="5029200" cy="4114800"/>
          </a:xfrm>
          <a:prstGeom prst="rect">
            <a:avLst/>
          </a:prstGeom>
          <a:noFill/>
          <a:ln>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zh-CN" altLang="en-US">
                <a:effectLst/>
              </a:rPr>
              <a:t>至此可以下课；下一节讲</a:t>
            </a:r>
            <a:r>
              <a:rPr lang="en-US" altLang="zh-CN">
                <a:effectLst/>
              </a:rPr>
              <a:t>MDL</a:t>
            </a:r>
            <a:r>
              <a:rPr lang="zh-CN" altLang="en-US">
                <a:effectLst/>
              </a:rPr>
              <a:t>原理和决策树学习的遗留问题</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82946"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5AFFC9C8-6F8D-44EA-A9D6-25CDCD837859}" type="slidenum">
              <a:rPr lang="en-US" altLang="zh-CN" sz="1200">
                <a:effectLst/>
                <a:latin typeface="Arial"/>
              </a:rPr>
              <a:t>30</a:t>
            </a:fld>
          </a:p>
        </p:txBody>
      </p:sp>
      <p:sp>
        <p:nvSpPr>
          <p:cNvPr id="82947" name="Rectangle 2"/>
          <p:cNvSpPr/>
          <p:nvPr>
            <p:ph type="sldImg" idx="2"/>
          </p:nvPr>
        </p:nvSpPr>
        <p:spPr>
          <a:xfrm>
            <a:off x="857250" y="685800"/>
            <a:ext cx="5143500" cy="3429000"/>
          </a:xfrm>
          <a:prstGeom prst="rect">
            <a:avLst/>
          </a:prstGeom>
          <a:noFill/>
          <a:ln>
            <a:miter lim="800000"/>
          </a:ln>
          <a:effectLst/>
        </p:spPr>
      </p:sp>
      <p:sp>
        <p:nvSpPr>
          <p:cNvPr id="82948" name="Rectangle 3"/>
          <p:cNvSpPr/>
          <p:nvPr>
            <p:ph type="body" idx="1"/>
          </p:nvPr>
        </p:nvSpPr>
        <p:spPr>
          <a:xfrm>
            <a:off x="914400" y="4343400"/>
            <a:ext cx="5029200" cy="4114800"/>
          </a:xfrm>
          <a:prstGeom prst="rect">
            <a:avLst/>
          </a:prstGeom>
          <a:noFill/>
          <a:ln>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zh-CN" altLang="en-US">
                <a:effectLst/>
              </a:rPr>
              <a:t>计划第二次课开始处，集中在问题：如何唯一确定决策树及解决回溯问题</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83970"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1629C390-63E7-4D69-BFA9-01DD7E8347A8}" type="slidenum">
              <a:rPr lang="en-US" altLang="zh-CN" sz="1200">
                <a:effectLst/>
                <a:latin typeface="Arial"/>
              </a:rPr>
              <a:t>31</a:t>
            </a:fld>
          </a:p>
        </p:txBody>
      </p:sp>
      <p:sp>
        <p:nvSpPr>
          <p:cNvPr id="83971" name="Rectangle 2"/>
          <p:cNvSpPr/>
          <p:nvPr>
            <p:ph type="sldImg" idx="2"/>
          </p:nvPr>
        </p:nvSpPr>
        <p:spPr>
          <a:xfrm>
            <a:off x="857250" y="685800"/>
            <a:ext cx="5143500" cy="3429000"/>
          </a:xfrm>
          <a:prstGeom prst="rect">
            <a:avLst/>
          </a:prstGeom>
          <a:noFill/>
          <a:ln>
            <a:miter lim="800000"/>
          </a:ln>
          <a:effectLst/>
        </p:spPr>
      </p:sp>
      <p:sp>
        <p:nvSpPr>
          <p:cNvPr id="83972" name="Rectangle 3"/>
          <p:cNvSpPr/>
          <p:nvPr>
            <p:ph type="body" idx="1"/>
          </p:nvPr>
        </p:nvSpPr>
        <p:spPr>
          <a:xfrm>
            <a:off x="914400" y="4343400"/>
            <a:ext cx="5029200" cy="4114800"/>
          </a:xfrm>
          <a:prstGeom prst="rect">
            <a:avLst/>
          </a:prstGeom>
          <a:noFill/>
          <a:ln>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zh-CN" altLang="en-US">
                <a:effectLst/>
              </a:rPr>
              <a:t>如果前面联系计算信息增益费时较多，此处可以结束本章；</a:t>
            </a:r>
            <a:br>
              <a:rPr lang="zh-CN" altLang="en-US">
                <a:effectLst/>
              </a:rPr>
            </a:br>
            <a:br>
              <a:rPr lang="zh-CN" altLang="en-US">
                <a:effectLst/>
              </a:rPr>
            </a:br>
            <a:r>
              <a:rPr lang="zh-CN" altLang="en-US">
                <a:effectLst/>
              </a:rPr>
              <a:t>信息增益是“生死手”；从</a:t>
            </a:r>
            <a:r>
              <a:rPr lang="en-US" altLang="zh-CN">
                <a:effectLst/>
              </a:rPr>
              <a:t>ID3 </a:t>
            </a:r>
            <a:r>
              <a:rPr lang="zh-CN" altLang="en-US">
                <a:effectLst/>
              </a:rPr>
              <a:t>到</a:t>
            </a:r>
            <a:r>
              <a:rPr lang="en-US" altLang="zh-CN">
                <a:effectLst/>
              </a:rPr>
              <a:t>C4.5 </a:t>
            </a:r>
            <a:r>
              <a:rPr lang="zh-CN" altLang="en-US">
                <a:effectLst/>
              </a:rPr>
              <a:t>是锦上添花；从</a:t>
            </a:r>
            <a:r>
              <a:rPr lang="en-US" altLang="zh-CN">
                <a:effectLst/>
              </a:rPr>
              <a:t>C4.5 </a:t>
            </a:r>
            <a:r>
              <a:rPr lang="zh-CN" altLang="en-US">
                <a:effectLst/>
              </a:rPr>
              <a:t>到</a:t>
            </a:r>
            <a:r>
              <a:rPr lang="en-US" altLang="zh-CN">
                <a:effectLst/>
              </a:rPr>
              <a:t>C5.0 </a:t>
            </a:r>
            <a:r>
              <a:rPr lang="zh-CN" altLang="en-US">
                <a:effectLst/>
              </a:rPr>
              <a:t>是精益求精；</a:t>
            </a:r>
          </a:p>
          <a:p>
            <a:pPr marL="0" lvl="0" indent="0" eaLnBrk="1" hangingPunct="1"/>
            <a:r>
              <a:rPr lang="zh-CN" altLang="en-US">
                <a:effectLst/>
              </a:rPr>
              <a:t>课下要求学习</a:t>
            </a:r>
            <a:r>
              <a:rPr lang="en-US" altLang="zh-CN">
                <a:effectLst/>
              </a:rPr>
              <a:t>C4.5 </a:t>
            </a:r>
            <a:r>
              <a:rPr lang="zh-CN" altLang="en-US">
                <a:effectLst/>
              </a:rPr>
              <a:t>（现在已经是</a:t>
            </a:r>
            <a:r>
              <a:rPr lang="en-US" altLang="zh-CN">
                <a:effectLst/>
              </a:rPr>
              <a:t>C5.0</a:t>
            </a:r>
            <a:r>
              <a:rPr lang="zh-CN" altLang="en-US">
                <a:effectLst/>
              </a:rPr>
              <a:t>，加了</a:t>
            </a:r>
            <a:r>
              <a:rPr lang="en-US" altLang="zh-CN">
                <a:effectLst/>
              </a:rPr>
              <a:t>Boosting, </a:t>
            </a:r>
            <a:r>
              <a:rPr lang="zh-CN" altLang="en-US">
                <a:effectLst/>
              </a:rPr>
              <a:t>偏爱深树）</a:t>
            </a:r>
            <a:br>
              <a:rPr lang="zh-CN" altLang="en-US">
                <a:effectLst/>
              </a:rPr>
            </a:br>
            <a:br>
              <a:rPr lang="zh-CN" altLang="en-US">
                <a:effectLst/>
              </a:rPr>
            </a:br>
            <a:r>
              <a:rPr lang="zh-CN" altLang="en-US">
                <a:effectLst/>
              </a:rPr>
              <a:t>利用后修剪技术来克服过度拟合问题，属于</a:t>
            </a:r>
            <a:r>
              <a:rPr lang="en-US" altLang="zh-CN">
                <a:effectLst/>
              </a:rPr>
              <a:t>C4.5</a:t>
            </a:r>
            <a:r>
              <a:rPr lang="zh-CN" altLang="en-US">
                <a:effectLst/>
              </a:rPr>
              <a:t>算法的具体内容，可以不在课堂上讲的。</a:t>
            </a:r>
          </a:p>
          <a:p>
            <a:pPr marL="0" lvl="0" indent="0" eaLnBrk="1" hangingPunct="1"/>
            <a:r>
              <a:rPr lang="zh-CN" altLang="en-US">
                <a:effectLst/>
              </a:rPr>
              <a:t>另外，剪枝策略涉及到估计精度的分布问题，可以留待学完第五章 “假设评估方法”之后要求掌握。</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84994"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6696118B-0100-4A8F-A0EE-BD28D98B04BD}" type="slidenum">
              <a:rPr lang="en-US" altLang="zh-CN" sz="1200">
                <a:effectLst/>
                <a:latin typeface="Arial"/>
              </a:rPr>
              <a:t>35</a:t>
            </a:fld>
          </a:p>
        </p:txBody>
      </p:sp>
      <p:sp>
        <p:nvSpPr>
          <p:cNvPr id="84995" name="Rectangle 2"/>
          <p:cNvSpPr/>
          <p:nvPr>
            <p:ph type="sldImg" idx="2"/>
          </p:nvPr>
        </p:nvSpPr>
        <p:spPr>
          <a:xfrm>
            <a:off x="857250" y="685800"/>
            <a:ext cx="5143500" cy="3429000"/>
          </a:xfrm>
          <a:prstGeom prst="rect">
            <a:avLst/>
          </a:prstGeom>
          <a:noFill/>
          <a:ln>
            <a:miter lim="800000"/>
          </a:ln>
          <a:effectLst/>
        </p:spPr>
      </p:sp>
      <p:sp>
        <p:nvSpPr>
          <p:cNvPr id="84996" name="Rectangle 3"/>
          <p:cNvSpPr/>
          <p:nvPr>
            <p:ph type="body" idx="1"/>
          </p:nvPr>
        </p:nvSpPr>
        <p:spPr>
          <a:xfrm>
            <a:off x="914400" y="4343400"/>
            <a:ext cx="5029200" cy="4114800"/>
          </a:xfrm>
          <a:prstGeom prst="rect">
            <a:avLst/>
          </a:prstGeom>
          <a:noFill/>
          <a:ln>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zh-CN" altLang="en-US">
                <a:effectLst/>
              </a:rPr>
              <a:t>此中为具有不同节点个数的多对假设（每一对有不相同的节点个数），即</a:t>
            </a:r>
            <a:r>
              <a:rPr lang="en-US" altLang="zh-CN">
                <a:effectLst/>
              </a:rPr>
              <a:t>(</a:t>
            </a:r>
            <a:r>
              <a:rPr lang="zh-CN" altLang="en-US">
                <a:effectLst/>
              </a:rPr>
              <a:t>左右</a:t>
            </a:r>
            <a:r>
              <a:rPr lang="en-US" altLang="zh-CN">
                <a:effectLst/>
              </a:rPr>
              <a:t>)</a:t>
            </a:r>
            <a:r>
              <a:rPr lang="zh-CN" altLang="en-US">
                <a:effectLst/>
              </a:rPr>
              <a:t>横向比较。</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xfrm>
        <a:effectLst/>
      </p:grpSpPr>
      <p:sp>
        <p:nvSpPr>
          <p:cNvPr id="86018" name="Rectangle 7"/>
          <p:cNvSpPr/>
          <p:nvPr>
            <p:ph type="sldNum"/>
          </p:nvPr>
        </p:nvSpPr>
        <p:spPr>
          <a:xfrm>
            <a:off x="3884612" y="8685212"/>
            <a:ext cx="2971800" cy="457200"/>
          </a:xfrm>
          <a:prstGeom prst="rect">
            <a:avLst/>
          </a:prstGeom>
          <a:noFill/>
          <a:ln>
            <a:noFill/>
            <a:miter lim="800000"/>
          </a:ln>
          <a:effectLst/>
        </p:spPr>
        <p:txBody>
          <a:bodyPr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r" eaLnBrk="1" hangingPunct="1"/>
            <a:fld id="{808EDDE7-23A8-4028-8EAD-9D4778FA786C}" type="slidenum">
              <a:rPr lang="en-US" altLang="zh-CN" sz="1200">
                <a:effectLst/>
                <a:latin typeface="Arial"/>
              </a:rPr>
              <a:t>39</a:t>
            </a:fld>
          </a:p>
        </p:txBody>
      </p:sp>
      <p:sp>
        <p:nvSpPr>
          <p:cNvPr id="86019" name="Rectangle 2"/>
          <p:cNvSpPr/>
          <p:nvPr>
            <p:ph type="sldImg" idx="2"/>
          </p:nvPr>
        </p:nvSpPr>
        <p:spPr>
          <a:xfrm>
            <a:off x="857250" y="685800"/>
            <a:ext cx="5143500" cy="3429000"/>
          </a:xfrm>
          <a:prstGeom prst="rect">
            <a:avLst/>
          </a:prstGeom>
          <a:noFill/>
          <a:ln>
            <a:miter lim="800000"/>
          </a:ln>
          <a:effectLst/>
        </p:spPr>
      </p:sp>
      <p:sp>
        <p:nvSpPr>
          <p:cNvPr id="86020" name="Rectangle 3"/>
          <p:cNvSpPr/>
          <p:nvPr>
            <p:ph type="body" idx="1"/>
          </p:nvPr>
        </p:nvSpPr>
        <p:spPr>
          <a:xfrm>
            <a:off x="914400" y="4343400"/>
            <a:ext cx="5029200" cy="4114800"/>
          </a:xfrm>
          <a:prstGeom prst="rect">
            <a:avLst/>
          </a:prstGeom>
          <a:noFill/>
          <a:ln>
            <a:miter lim="800000"/>
          </a:ln>
          <a:effectLst/>
        </p:spPr>
        <p:txBody>
          <a:bodyPr vert="horz" wrap="square" lIns="91440" tIns="45720" rIns="91440" bIns="45720"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1pPr>
            <a:lvl2pPr marL="742950" indent="-28575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2pPr>
            <a:lvl3pPr marL="11430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3pPr>
            <a:lvl4pPr marL="16002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4pPr>
            <a:lvl5pPr marL="2057400" indent="-228600" algn="l" rtl="0" eaLnBrk="0" fontAlgn="base" hangingPunct="0">
              <a:lnSpc>
                <a:spcPct val="100000"/>
              </a:lnSpc>
              <a:spcBef>
                <a:spcPct val="30000"/>
              </a:spcBef>
              <a:spcAft>
                <a:spcPct val="0"/>
              </a:spcAft>
              <a:buClrTx/>
              <a:buSzTx/>
              <a:buFontTx/>
              <a:buNone/>
              <a:defRPr kumimoji="0" lang="zh-CN" altLang="en-US" sz="1200" b="0" i="0" u="none">
                <a:solidFill>
                  <a:schemeClr val="tx1"/>
                </a:solidFill>
                <a:effectLst/>
                <a:latin typeface="Arial"/>
                <a:ea typeface="宋体" panose="02010600030101010101" pitchFamily="2" charset="-122"/>
              </a:defRPr>
            </a:lvl5pPr>
          </a:lstStyle>
          <a:p>
            <a:pPr marL="0" lvl="0" indent="0" eaLnBrk="1" hangingPunct="1"/>
            <a:r>
              <a:rPr lang="zh-CN" altLang="en-US">
                <a:effectLst/>
              </a:rPr>
              <a:t>到此结束，后面的可以自学，理由，限于时间关系，不能都讲。</a:t>
            </a: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tags" Target="../tags/tag1.xml" /><Relationship Id="rId2" Type="http://schemas.openxmlformats.org/officeDocument/2006/relationships/tags" Target="../tags/tag2.xml" /><Relationship Id="rId3" Type="http://schemas.openxmlformats.org/officeDocument/2006/relationships/tags" Target="../tags/tag3.xml" /><Relationship Id="rId4"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tags" Target="../tags/tag4.xml" /><Relationship Id="rId2" Type="http://schemas.openxmlformats.org/officeDocument/2006/relationships/tags" Target="../tags/tag5.xml" /><Relationship Id="rId3" Type="http://schemas.openxmlformats.org/officeDocument/2006/relationships/tags" Target="../tags/tag6.xml" /><Relationship Id="rId4" Type="http://schemas.openxmlformats.org/officeDocument/2006/relationships/tags" Target="../tags/tag7.xml" /><Relationship Id="rId5" Type="http://schemas.openxmlformats.org/officeDocument/2006/relationships/tags" Target="../tags/tag8.xml" /><Relationship Id="rId6"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tags" Target="../tags/tag9.xml" /><Relationship Id="rId2" Type="http://schemas.openxmlformats.org/officeDocument/2006/relationships/tags" Target="../tags/tag10.xml" /><Relationship Id="rId3" Type="http://schemas.openxmlformats.org/officeDocument/2006/relationships/tags" Target="../tags/tag11.xml" /><Relationship Id="rId4" Type="http://schemas.openxmlformats.org/officeDocument/2006/relationships/tags" Target="../tags/tag12.xml" /><Relationship Id="rId5" Type="http://schemas.openxmlformats.org/officeDocument/2006/relationships/tags" Target="../tags/tag13.xml" /><Relationship Id="rId6"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tags" Target="../tags/tag14.xml" /><Relationship Id="rId2" Type="http://schemas.openxmlformats.org/officeDocument/2006/relationships/tags" Target="../tags/tag15.xml" /><Relationship Id="rId3" Type="http://schemas.openxmlformats.org/officeDocument/2006/relationships/tags" Target="../tags/tag16.xml" /><Relationship Id="rId4" Type="http://schemas.openxmlformats.org/officeDocument/2006/relationships/tags" Target="../tags/tag17.xml" /><Relationship Id="rId5" Type="http://schemas.openxmlformats.org/officeDocument/2006/relationships/tags" Target="../tags/tag18.xml" /><Relationship Id="rId6" Type="http://schemas.openxmlformats.org/officeDocument/2006/relationships/tags" Target="../tags/tag19.xml" /><Relationship Id="rId7"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tags" Target="../tags/tag20.xml" /><Relationship Id="rId2" Type="http://schemas.openxmlformats.org/officeDocument/2006/relationships/tags" Target="../tags/tag21.xml" /><Relationship Id="rId3" Type="http://schemas.openxmlformats.org/officeDocument/2006/relationships/tags" Target="../tags/tag22.xml" /><Relationship Id="rId4" Type="http://schemas.openxmlformats.org/officeDocument/2006/relationships/tags" Target="../tags/tag23.xml" /><Relationship Id="rId5" Type="http://schemas.openxmlformats.org/officeDocument/2006/relationships/tags" Target="../tags/tag24.xml" /><Relationship Id="rId6" Type="http://schemas.openxmlformats.org/officeDocument/2006/relationships/tags" Target="../tags/tag25.xml" /><Relationship Id="rId7" Type="http://schemas.openxmlformats.org/officeDocument/2006/relationships/tags" Target="../tags/tag26.xml" /><Relationship Id="rId8" Type="http://schemas.openxmlformats.org/officeDocument/2006/relationships/tags" Target="../tags/tag27.xml" /><Relationship Id="rId9"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tags" Target="../tags/tag28.xml" /><Relationship Id="rId2" Type="http://schemas.openxmlformats.org/officeDocument/2006/relationships/tags" Target="../tags/tag29.xml" /><Relationship Id="rId3" Type="http://schemas.openxmlformats.org/officeDocument/2006/relationships/tags" Target="../tags/tag30.xml" /><Relationship Id="rId4" Type="http://schemas.openxmlformats.org/officeDocument/2006/relationships/tags" Target="../tags/tag31.xml" /><Relationship Id="rId5"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tags" Target="../tags/tag32.xml" /><Relationship Id="rId2" Type="http://schemas.openxmlformats.org/officeDocument/2006/relationships/tags" Target="../tags/tag33.xml" /><Relationship Id="rId3" Type="http://schemas.openxmlformats.org/officeDocument/2006/relationships/tags" Target="../tags/tag34.xml" /><Relationship Id="rId4"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tags" Target="../tags/tag35.xml" /><Relationship Id="rId2" Type="http://schemas.openxmlformats.org/officeDocument/2006/relationships/tags" Target="../tags/tag36.xml" /><Relationship Id="rId3" Type="http://schemas.openxmlformats.org/officeDocument/2006/relationships/tags" Target="../tags/tag37.xml" /><Relationship Id="rId4" Type="http://schemas.openxmlformats.org/officeDocument/2006/relationships/tags" Target="../tags/tag38.xml" /><Relationship Id="rId5" Type="http://schemas.openxmlformats.org/officeDocument/2006/relationships/tags" Target="../tags/tag39.xml" /><Relationship Id="rId6" Type="http://schemas.openxmlformats.org/officeDocument/2006/relationships/tags" Target="../tags/tag40.xml" /><Relationship Id="rId7"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tags" Target="../tags/tag41.xml" /><Relationship Id="rId2" Type="http://schemas.openxmlformats.org/officeDocument/2006/relationships/tags" Target="../tags/tag42.xml" /><Relationship Id="rId3" Type="http://schemas.openxmlformats.org/officeDocument/2006/relationships/tags" Target="../tags/tag43.xml" /><Relationship Id="rId4" Type="http://schemas.openxmlformats.org/officeDocument/2006/relationships/tags" Target="../tags/tag44.xml" /><Relationship Id="rId5" Type="http://schemas.openxmlformats.org/officeDocument/2006/relationships/tags" Target="../tags/tag45.xml" /><Relationship Id="rId6"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tags" Target="../tags/tag46.xml" /><Relationship Id="rId2" Type="http://schemas.openxmlformats.org/officeDocument/2006/relationships/tags" Target="../tags/tag47.xml" /><Relationship Id="rId3" Type="http://schemas.openxmlformats.org/officeDocument/2006/relationships/tags" Target="../tags/tag48.xml" /><Relationship Id="rId4" Type="http://schemas.openxmlformats.org/officeDocument/2006/relationships/tags" Target="../tags/tag49.xml" /><Relationship Id="rId5"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tags" Target="../tags/tag50.xml" /><Relationship Id="rId2" Type="http://schemas.openxmlformats.org/officeDocument/2006/relationships/tags" Target="../tags/tag51.xml" /><Relationship Id="rId3" Type="http://schemas.openxmlformats.org/officeDocument/2006/relationships/tags" Target="../tags/tag52.xml" /><Relationship Id="rId4" Type="http://schemas.openxmlformats.org/officeDocument/2006/relationships/tags" Target="../tags/tag53.xml" /><Relationship Id="rId5" Type="http://schemas.openxmlformats.org/officeDocument/2006/relationships/tags" Target="../tags/tag54.xml" /><Relationship Id="rId6" Type="http://schemas.openxmlformats.org/officeDocument/2006/relationships/tags" Target="../tags/tag55.xml" /><Relationship Id="rId7" Type="http://schemas.openxmlformats.org/officeDocument/2006/relationships/slideMaster" Target="../slideMasters/slideMaster1.xml" /></Relationships>
</file>

<file path=ppt/slideLayouts/_rels/slideLayout12.xml.rels>&#65279;<?xml version="1.0" encoding="utf-8" standalone="yes"?><Relationships xmlns="http://schemas.openxmlformats.org/package/2006/relationships"><Relationship Id="rId1" Type="http://schemas.openxmlformats.org/officeDocument/2006/relationships/tags" Target="../tags/tag56.xml" /><Relationship Id="rId2" Type="http://schemas.openxmlformats.org/officeDocument/2006/relationships/tags" Target="../tags/tag57.xml" /><Relationship Id="rId3" Type="http://schemas.openxmlformats.org/officeDocument/2006/relationships/tags" Target="../tags/tag58.xml" /><Relationship Id="rId4" Type="http://schemas.openxmlformats.org/officeDocument/2006/relationships/tags" Target="../tags/tag59.xml" /><Relationship Id="rId5" Type="http://schemas.openxmlformats.org/officeDocument/2006/relationships/slideMaster" Target="../slideMasters/slideMaster1.xml" /></Relationships>
</file>

<file path=ppt/slideLayouts/_rels/slideLayout13.xml.rels>&#65279;<?xml version="1.0" encoding="utf-8" standalone="yes"?><Relationships xmlns="http://schemas.openxmlformats.org/package/2006/relationships"><Relationship Id="rId1" Type="http://schemas.openxmlformats.org/officeDocument/2006/relationships/tags" Target="../tags/tag60.xml" /><Relationship Id="rId2" Type="http://schemas.openxmlformats.org/officeDocument/2006/relationships/tags" Target="../tags/tag61.xml" /><Relationship Id="rId3" Type="http://schemas.openxmlformats.org/officeDocument/2006/relationships/tags" Target="../tags/tag62.xml" /><Relationship Id="rId4" Type="http://schemas.openxmlformats.org/officeDocument/2006/relationships/tags" Target="../tags/tag63.xml" /><Relationship Id="rId5" Type="http://schemas.openxmlformats.org/officeDocument/2006/relationships/tags" Target="../tags/tag64.xml" /><Relationship Id="rId6" Type="http://schemas.openxmlformats.org/officeDocument/2006/relationships/tags" Target="../tags/tag65.xml" /><Relationship Id="rId7" Type="http://schemas.openxmlformats.org/officeDocument/2006/relationships/slideMaster" Target="../slideMasters/slideMaster1.xml" /></Relationships>
</file>

<file path=ppt/slideLayouts/_rels/slideLayout14.xml.rels>&#65279;<?xml version="1.0" encoding="utf-8" standalone="yes"?><Relationships xmlns="http://schemas.openxmlformats.org/package/2006/relationships"><Relationship Id="rId1" Type="http://schemas.openxmlformats.org/officeDocument/2006/relationships/tags" Target="../tags/tag66.xml" /><Relationship Id="rId2" Type="http://schemas.openxmlformats.org/officeDocument/2006/relationships/tags" Target="../tags/tag67.xml" /><Relationship Id="rId3" Type="http://schemas.openxmlformats.org/officeDocument/2006/relationships/tags" Target="../tags/tag68.xml" /><Relationship Id="rId4" Type="http://schemas.openxmlformats.org/officeDocument/2006/relationships/tags" Target="../tags/tag69.xml" /><Relationship Id="rId5" Type="http://schemas.openxmlformats.org/officeDocument/2006/relationships/tags" Target="../tags/tag70.xml" /><Relationship Id="rId6" Type="http://schemas.openxmlformats.org/officeDocument/2006/relationships/tags" Target="../tags/tag71.xml" /><Relationship Id="rId7" Type="http://schemas.openxmlformats.org/officeDocument/2006/relationships/tags" Target="../tags/tag72.xml" /><Relationship Id="rId8" Type="http://schemas.openxmlformats.org/officeDocument/2006/relationships/slideMaster" Target="../slideMasters/slideMaster1.xml" /></Relationships>
</file>

<file path=ppt/slideLayouts/_rels/slideLayout15.xml.rels>&#65279;<?xml version="1.0" encoding="utf-8" standalone="yes"?><Relationships xmlns="http://schemas.openxmlformats.org/package/2006/relationships"><Relationship Id="rId1" Type="http://schemas.openxmlformats.org/officeDocument/2006/relationships/tags" Target="../tags/tag73.xml" /><Relationship Id="rId2" Type="http://schemas.openxmlformats.org/officeDocument/2006/relationships/tags" Target="../tags/tag74.xml" /><Relationship Id="rId3" Type="http://schemas.openxmlformats.org/officeDocument/2006/relationships/tags" Target="../tags/tag75.xml" /><Relationship Id="rId4" Type="http://schemas.openxmlformats.org/officeDocument/2006/relationships/tags" Target="../tags/tag76.xml" /><Relationship Id="rId5" Type="http://schemas.openxmlformats.org/officeDocument/2006/relationships/tags" Target="../tags/tag77.xml" /><Relationship Id="rId6" Type="http://schemas.openxmlformats.org/officeDocument/2006/relationships/tags" Target="../tags/tag78.xml" /><Relationship Id="rId7" Type="http://schemas.openxmlformats.org/officeDocument/2006/relationships/tags" Target="../tags/tag79.xml" /><Relationship Id="rId8" Type="http://schemas.openxmlformats.org/officeDocument/2006/relationships/slideMaster" Target="../slideMasters/slideMaster1.xml" /></Relationships>
</file>

<file path=ppt/slideLayouts/_rels/slideLayout16.xml.rels>&#65279;<?xml version="1.0" encoding="utf-8" standalone="yes"?><Relationships xmlns="http://schemas.openxmlformats.org/package/2006/relationships"><Relationship Id="rId1" Type="http://schemas.openxmlformats.org/officeDocument/2006/relationships/tags" Target="../tags/tag80.xml" /><Relationship Id="rId2" Type="http://schemas.openxmlformats.org/officeDocument/2006/relationships/tags" Target="../tags/tag81.xml" /><Relationship Id="rId3" Type="http://schemas.openxmlformats.org/officeDocument/2006/relationships/tags" Target="../tags/tag82.xml" /><Relationship Id="rId4" Type="http://schemas.openxmlformats.org/officeDocument/2006/relationships/tags" Target="../tags/tag83.xml" /><Relationship Id="rId5" Type="http://schemas.openxmlformats.org/officeDocument/2006/relationships/tags" Target="../tags/tag84.xml" /><Relationship Id="rId6" Type="http://schemas.openxmlformats.org/officeDocument/2006/relationships/tags" Target="../tags/tag85.xml" /><Relationship Id="rId7" Type="http://schemas.openxmlformats.org/officeDocument/2006/relationships/tags" Target="../tags/tag86.xml" /><Relationship Id="rId8" Type="http://schemas.openxmlformats.org/officeDocument/2006/relationships/slideMaster" Target="../slideMasters/slideMaster1.xml" /></Relationships>
</file>

<file path=ppt/slideLayouts/_rels/slideLayout17.xml.rels>&#65279;<?xml version="1.0" encoding="utf-8" standalone="yes"?><Relationships xmlns="http://schemas.openxmlformats.org/package/2006/relationships"><Relationship Id="rId1" Type="http://schemas.openxmlformats.org/officeDocument/2006/relationships/tags" Target="../tags/tag87.xml" /><Relationship Id="rId10" Type="http://schemas.openxmlformats.org/officeDocument/2006/relationships/slideMaster" Target="../slideMasters/slideMaster1.xml" /><Relationship Id="rId2" Type="http://schemas.openxmlformats.org/officeDocument/2006/relationships/tags" Target="../tags/tag88.xml" /><Relationship Id="rId3" Type="http://schemas.openxmlformats.org/officeDocument/2006/relationships/tags" Target="../tags/tag89.xml" /><Relationship Id="rId4" Type="http://schemas.openxmlformats.org/officeDocument/2006/relationships/tags" Target="../tags/tag90.xml" /><Relationship Id="rId5" Type="http://schemas.openxmlformats.org/officeDocument/2006/relationships/tags" Target="../tags/tag91.xml" /><Relationship Id="rId6" Type="http://schemas.openxmlformats.org/officeDocument/2006/relationships/tags" Target="../tags/tag92.xml" /><Relationship Id="rId7" Type="http://schemas.openxmlformats.org/officeDocument/2006/relationships/tags" Target="../tags/tag93.xml" /><Relationship Id="rId8" Type="http://schemas.openxmlformats.org/officeDocument/2006/relationships/tags" Target="../tags/tag94.xml" /><Relationship Id="rId9" Type="http://schemas.openxmlformats.org/officeDocument/2006/relationships/tags" Target="../tags/tag95.xml" /></Relationships>
</file>

<file path=ppt/slideLayouts/_rels/slideLayout18.xml.rels>&#65279;<?xml version="1.0" encoding="utf-8" standalone="yes"?><Relationships xmlns="http://schemas.openxmlformats.org/package/2006/relationships"><Relationship Id="rId1" Type="http://schemas.openxmlformats.org/officeDocument/2006/relationships/tags" Target="../tags/tag96.xml" /><Relationship Id="rId2" Type="http://schemas.openxmlformats.org/officeDocument/2006/relationships/tags" Target="../tags/tag97.xml" /><Relationship Id="rId3" Type="http://schemas.openxmlformats.org/officeDocument/2006/relationships/tags" Target="../tags/tag98.xml" /><Relationship Id="rId4" Type="http://schemas.openxmlformats.org/officeDocument/2006/relationships/tags" Target="../tags/tag99.xml" /><Relationship Id="rId5" Type="http://schemas.openxmlformats.org/officeDocument/2006/relationships/tags" Target="../tags/tag100.xml" /><Relationship Id="rId6" Type="http://schemas.openxmlformats.org/officeDocument/2006/relationships/tags" Target="../tags/tag101.xml" /><Relationship Id="rId7" Type="http://schemas.openxmlformats.org/officeDocument/2006/relationships/slideMaster" Target="../slideMasters/slideMaster1.xml" /></Relationships>
</file>

<file path=ppt/slideLayouts/_rels/slideLayout1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reserve="1">
  <p:cSld name="标题幻灯片">
    <p:spTree>
      <p:nvGrpSpPr>
        <p:cNvPr id="1" name=""/>
        <p:cNvGrpSpPr/>
        <p:nvPr/>
      </p:nvGrpSpPr>
      <p:grpSpPr>
        <a:xfrm>
          <a:off x="0" y="0"/>
          <a:ext cx="0" cy="0"/>
        </a:xfrm>
        <a:effectLst/>
      </p:grpSpPr>
      <p:sp>
        <p:nvSpPr>
          <p:cNvPr id="16" name="日期占位符 15"/>
          <p:cNvSpPr>
            <a:spLocks noGrp="1"/>
          </p:cNvSpPr>
          <p:nvPr>
            <p:ph type="dt" sz="half" idx="10"/>
            <p:custDataLst>
              <p:tags r:id="rId1"/>
            </p:custDataLst>
          </p:nvPr>
        </p:nvSpPr>
        <p:spPr>
          <a:effectLst/>
        </p:spPr>
        <p:txBody>
          <a:bodyPr/>
          <a:lstStyle/>
          <a:p>
            <a:fld id="{760FBDFE-C587-4B4C-A407-44438C67B59E}" type="datetime3">
              <a:rPr lang="zh-CN" altLang="en-US" smtClean="0">
                <a:effectLst/>
              </a:rPr>
              <a:t/>
            </a:fld>
            <a:endParaRPr lang="zh-CN" altLang="en-US">
              <a:effectLst/>
            </a:endParaRPr>
          </a:p>
        </p:txBody>
      </p:sp>
      <p:sp>
        <p:nvSpPr>
          <p:cNvPr id="17" name="页脚占位符 16"/>
          <p:cNvSpPr>
            <a:spLocks noGrp="1"/>
          </p:cNvSpPr>
          <p:nvPr>
            <p:ph type="ftr" sz="quarter" idx="11"/>
            <p:custDataLst>
              <p:tags r:id="rId2"/>
            </p:custDataLst>
          </p:nvPr>
        </p:nvSpPr>
        <p:spPr>
          <a:effectLst/>
        </p:spPr>
        <p:txBody>
          <a:bodyPr/>
          <a:lstStyle/>
          <a:p>
            <a:endParaRPr lang="zh-CN" altLang="en-US">
              <a:effectLst/>
            </a:endParaRPr>
          </a:p>
        </p:txBody>
      </p:sp>
      <p:sp>
        <p:nvSpPr>
          <p:cNvPr id="18" name="灯片编号占位符 17"/>
          <p:cNvSpPr>
            <a:spLocks noGrp="1"/>
          </p:cNvSpPr>
          <p:nvPr>
            <p:ph type="sldNum" sz="quarter" idx="12"/>
            <p:custDataLst>
              <p:tags r:id="rId3"/>
            </p:custDataLst>
          </p:nvPr>
        </p:nvSpPr>
        <p:spPr>
          <a:effectLst/>
        </p:spPr>
        <p:txBody>
          <a:bodyPr/>
          <a:lstStyle/>
          <a:p>
            <a:fld id="{49AE70B2-8BF9-45C0-BB95-33D1B9D3A854}" type="slidenum">
              <a:rPr lang="zh-CN" altLang="en-US" smtClean="0">
                <a:effectLst/>
              </a:rPr>
              <a:t/>
            </a:fld>
            <a:endParaRPr lang="zh-CN" altLang="en-US">
              <a:effectLst/>
            </a:endParaRPr>
          </a:p>
        </p:txBody>
      </p:sp>
    </p:spTree>
  </p:cSld>
  <p:clrMapOvr>
    <a:masterClrMapping/>
  </p:clrMapOvr>
  <p:transition/>
  <p:timing/>
  <p:hf hdr="0" ftr="0"/>
</p:sldLayout>
</file>

<file path=ppt/slideLayouts/slideLayout2.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obj" preserve="1">
  <p:cSld name="标题和内容">
    <p:spTree>
      <p:nvGrpSpPr>
        <p:cNvPr id="1" name=""/>
        <p:cNvGrpSpPr/>
        <p:nvPr/>
      </p:nvGrpSpPr>
      <p:grpSpPr>
        <a:xfrm>
          <a:off x="0" y="0"/>
          <a:ext cx="0" cy="0"/>
        </a:xfrm>
        <a:effectLst/>
      </p:grpSpPr>
      <p:sp>
        <p:nvSpPr>
          <p:cNvPr id="2" name="标题 1"/>
          <p:cNvSpPr>
            <a:spLocks noGrp="1"/>
          </p:cNvSpPr>
          <p:nvPr>
            <p:ph type="title"/>
            <p:custDataLst>
              <p:tags r:id="rId1"/>
            </p:custDataLst>
          </p:nvPr>
        </p:nvSpPr>
        <p:spPr>
          <a:xfrm>
            <a:off x="669882" y="443234"/>
            <a:ext cx="10852237" cy="441964"/>
          </a:xfrm>
          <a:effectLst/>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a:solidFill>
                  <a:schemeClr val="tx1"/>
                </a:solidFill>
                <a:effectLst/>
                <a:uFillTx/>
                <a:latin typeface="微软雅黑" panose="020b0503020204020204" pitchFamily="34" charset="-122"/>
                <a:ea typeface="微软雅黑" panose="020b0503020204020204" pitchFamily="34" charset="-122"/>
                <a:cs typeface="+mj-cs"/>
                <a:sym typeface="+mn-ea"/>
              </a:defRPr>
            </a:lvl1pPr>
          </a:lstStyle>
          <a:p>
            <a:pPr lvl="0"/>
            <a:r>
              <a:rPr>
                <a:effectLst/>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a:effectLst/>
        </p:spPr>
        <p:txBody>
          <a:bodyPr vert="horz" lIns="101600" tIns="0" rIns="82550" bIns="0" rtlCol="0">
            <a:noAutofit/>
          </a:bodyPr>
          <a:lstStyle>
            <a:lvl1pPr marL="228600" marR="0" lvl="0" indent="-228600" algn="l" defTabSz="914400" rtl="0" eaLnBrk="1" fontAlgn="auto" latinLnBrk="0" hangingPunct="1">
              <a:lnSpc>
                <a:spcPct val="130000"/>
              </a:lnSpc>
              <a:spcBef>
                <a:spcPct val="0"/>
              </a:spcBef>
              <a:spcAft>
                <a:spcPts val="1000"/>
              </a:spcAft>
              <a:buFont typeface="Arial" panose="020b0604020202020204" pitchFamily="34" charset="0"/>
              <a:buChar char="•"/>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ct val="0"/>
              </a:spcBef>
              <a:spcAft>
                <a:spcPts val="1000"/>
              </a:spcAft>
              <a:buFont typeface="Arial" panose="020b0604020202020204" pitchFamily="34" charset="0"/>
              <a:buChar char="•"/>
              <a:tabLst>
                <a:tab pos="1609725"/>
              </a:tabLst>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ct val="0"/>
              </a:spcBef>
              <a:spcAft>
                <a:spcPts val="1000"/>
              </a:spcAft>
              <a:buFont typeface="Arial" panose="020b0604020202020204" pitchFamily="34" charset="0"/>
              <a:buChar char="•"/>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ct val="0"/>
              </a:spcBef>
              <a:spcAft>
                <a:spcPts val="1000"/>
              </a:spcAft>
              <a:buFont typeface="Arial" panose="020b0604020202020204" pitchFamily="34" charset="0"/>
              <a:buChar char="•"/>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ct val="0"/>
              </a:spcBef>
              <a:spcAft>
                <a:spcPts val="1000"/>
              </a:spcAft>
              <a:buFont typeface="Arial" panose="020b0604020202020204" pitchFamily="34" charset="0"/>
              <a:buChar char="•"/>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5pPr>
          </a:lstStyle>
          <a:p>
            <a:pPr lvl="0"/>
            <a:r>
              <a:rPr>
                <a:effectLst/>
                <a:sym typeface="+mn-ea"/>
              </a:rPr>
              <a:t>单击此处编辑母版文本样式</a:t>
            </a:r>
          </a:p>
          <a:p>
            <a:pPr lvl="1"/>
            <a:r>
              <a:rPr>
                <a:effectLst/>
                <a:sym typeface="+mn-ea"/>
              </a:rPr>
              <a:t>第二级</a:t>
            </a:r>
          </a:p>
          <a:p>
            <a:pPr lvl="2"/>
            <a:r>
              <a:rPr>
                <a:effectLst/>
                <a:sym typeface="+mn-ea"/>
              </a:rPr>
              <a:t>第三级</a:t>
            </a:r>
          </a:p>
          <a:p>
            <a:pPr lvl="3"/>
            <a:r>
              <a:rPr>
                <a:effectLst/>
                <a:sym typeface="+mn-ea"/>
              </a:rPr>
              <a:t>第四级</a:t>
            </a:r>
          </a:p>
          <a:p>
            <a:pPr lvl="4"/>
            <a:r>
              <a:rPr>
                <a:effectLst/>
                <a:sym typeface="+mn-ea"/>
              </a:rPr>
              <a:t>第五级</a:t>
            </a:r>
          </a:p>
        </p:txBody>
      </p:sp>
      <p:sp>
        <p:nvSpPr>
          <p:cNvPr id="4" name="日期占位符 3"/>
          <p:cNvSpPr>
            <a:spLocks noGrp="1"/>
          </p:cNvSpPr>
          <p:nvPr>
            <p:ph type="dt" sz="half" idx="10"/>
            <p:custDataLst>
              <p:tags r:id="rId3"/>
            </p:custDataLst>
          </p:nvPr>
        </p:nvSpPr>
        <p:spPr>
          <a:effectLst/>
        </p:spPr>
        <p:txBody>
          <a:bodyPr/>
          <a:lstStyle/>
          <a:p>
            <a:fld id="{760FBDFE-C587-4B4C-A407-44438C67B59E}" type="datetime3">
              <a:rPr lang="zh-CN" altLang="en-US" smtClean="0">
                <a:effectLst/>
              </a:rPr>
              <a:t/>
            </a:fld>
            <a:endParaRPr lang="zh-CN" altLang="en-US">
              <a:effectLst/>
            </a:endParaRPr>
          </a:p>
        </p:txBody>
      </p:sp>
      <p:sp>
        <p:nvSpPr>
          <p:cNvPr id="5" name="页脚占位符 4"/>
          <p:cNvSpPr>
            <a:spLocks noGrp="1"/>
          </p:cNvSpPr>
          <p:nvPr>
            <p:ph type="ftr" sz="quarter" idx="11"/>
            <p:custDataLst>
              <p:tags r:id="rId4"/>
            </p:custDataLst>
          </p:nvPr>
        </p:nvSpPr>
        <p:spPr>
          <a:effectLst/>
        </p:spPr>
        <p:txBody>
          <a:bodyPr/>
          <a:lstStyle/>
          <a:p>
            <a:endParaRPr lang="zh-CN" altLang="en-US">
              <a:effectLst/>
            </a:endParaRPr>
          </a:p>
        </p:txBody>
      </p:sp>
      <p:sp>
        <p:nvSpPr>
          <p:cNvPr id="6" name="灯片编号占位符 5"/>
          <p:cNvSpPr>
            <a:spLocks noGrp="1"/>
          </p:cNvSpPr>
          <p:nvPr>
            <p:ph type="sldNum" sz="quarter" idx="12"/>
            <p:custDataLst>
              <p:tags r:id="rId5"/>
            </p:custDataLst>
          </p:nvPr>
        </p:nvSpPr>
        <p:spPr>
          <a:effectLst/>
        </p:spPr>
        <p:txBody>
          <a:bodyPr/>
          <a:lstStyle/>
          <a:p>
            <a:fld id="{49AE70B2-8BF9-45C0-BB95-33D1B9D3A854}" type="slidenum">
              <a:rPr lang="zh-CN" altLang="en-US" smtClean="0">
                <a:effectLst/>
              </a:rPr>
              <a:t/>
            </a:fld>
            <a:endParaRPr lang="zh-CN" altLang="en-US">
              <a:effectLst/>
            </a:endParaRPr>
          </a:p>
        </p:txBody>
      </p:sp>
    </p:spTree>
  </p:cSld>
  <p:clrMapOvr>
    <a:masterClrMapping/>
  </p:clrMapOvr>
  <p:transition/>
  <p:timing/>
  <p:hf hdr="0" ftr="0"/>
</p:sldLayout>
</file>

<file path=ppt/slideLayouts/slideLayout3.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secHead" preserve="1">
  <p:cSld name="节标题">
    <p:spTree>
      <p:nvGrpSpPr>
        <p:cNvPr id="1" name=""/>
        <p:cNvGrpSpPr/>
        <p:nvPr/>
      </p:nvGrpSpPr>
      <p:grpSpPr>
        <a:xfrm>
          <a:off x="0" y="0"/>
          <a:ext cx="0" cy="0"/>
        </a:xfrm>
        <a:effectLst/>
      </p:grpSpPr>
      <p:sp>
        <p:nvSpPr>
          <p:cNvPr id="2" name="标题 1"/>
          <p:cNvSpPr>
            <a:spLocks noGrp="1"/>
          </p:cNvSpPr>
          <p:nvPr>
            <p:ph type="title" hasCustomPrompt="1"/>
            <p:custDataLst>
              <p:tags r:id="rId1"/>
            </p:custDataLst>
          </p:nvPr>
        </p:nvSpPr>
        <p:spPr>
          <a:xfrm>
            <a:off x="6415200" y="2343600"/>
            <a:ext cx="4471200" cy="817200"/>
          </a:xfrm>
          <a:effectLst/>
        </p:spPr>
        <p:txBody>
          <a:bodyPr lIns="90000" tIns="46800" rIns="90000" bIns="46800" anchor="t" anchorCtr="0">
            <a:normAutofit/>
          </a:bodyPr>
          <a:lstStyle>
            <a:lvl1pPr>
              <a:lnSpc>
                <a:spcPct val="130000"/>
              </a:lnSpc>
              <a:defRPr sz="4000" u="none" strike="noStrike" kern="1200" cap="none" spc="300" normalizeH="0" baseline="0">
                <a:solidFill>
                  <a:schemeClr val="accent1"/>
                </a:solidFill>
                <a:effectLst/>
                <a:uFillTx/>
                <a:latin typeface="Arial" panose="020b0604020202020204" pitchFamily="34" charset="0"/>
                <a:ea typeface="微软雅黑" panose="020b0503020204020204" pitchFamily="34" charset="-122"/>
              </a:defRPr>
            </a:lvl1pPr>
          </a:lstStyle>
          <a:p>
            <a:r>
              <a:rPr lang="zh-CN" altLang="en-US">
                <a:effectLst/>
              </a:rPr>
              <a:t>编辑标题</a:t>
            </a:r>
          </a:p>
        </p:txBody>
      </p:sp>
      <p:sp>
        <p:nvSpPr>
          <p:cNvPr id="3" name="文本占位符 2"/>
          <p:cNvSpPr>
            <a:spLocks noGrp="1"/>
          </p:cNvSpPr>
          <p:nvPr>
            <p:ph type="body" idx="1" hasCustomPrompt="1"/>
            <p:custDataLst>
              <p:tags r:id="rId2"/>
            </p:custDataLst>
          </p:nvPr>
        </p:nvSpPr>
        <p:spPr>
          <a:xfrm>
            <a:off x="6415200" y="3272400"/>
            <a:ext cx="4723200" cy="1454400"/>
          </a:xfrm>
          <a:effectLst/>
        </p:spPr>
        <p:txBody>
          <a:bodyPr lIns="90000" tIns="46800" rIns="90000" bIns="46800">
            <a:normAutofit/>
          </a:bodyPr>
          <a:lstStyle>
            <a:lvl1pPr marL="0" indent="0" eaLnBrk="1" fontAlgn="auto" latinLnBrk="0" hangingPunct="1">
              <a:spcAft>
                <a:spcPct val="0"/>
              </a:spcAft>
              <a:buNone/>
              <a:defRPr kumimoji="0" lang="zh-CN" altLang="en-US" sz="1800" b="0" i="0" u="none" strike="noStrike" kern="1200" cap="none" spc="150" normalizeH="0" baseline="0" noProof="1">
                <a:solidFill>
                  <a:schemeClr val="accent1"/>
                </a:solidFill>
                <a:effectLst/>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effectLst/>
              </a:defRPr>
            </a:lvl2pPr>
            <a:lvl3pPr marL="914400" indent="0">
              <a:buNone/>
              <a:defRPr sz="1800">
                <a:solidFill>
                  <a:schemeClr val="tx1">
                    <a:tint val="75000"/>
                  </a:schemeClr>
                </a:solidFill>
                <a:effectLst/>
              </a:defRPr>
            </a:lvl3pPr>
            <a:lvl4pPr marL="1371600" indent="0">
              <a:buNone/>
              <a:defRPr sz="1600">
                <a:solidFill>
                  <a:schemeClr val="tx1">
                    <a:tint val="75000"/>
                  </a:schemeClr>
                </a:solidFill>
                <a:effectLst/>
              </a:defRPr>
            </a:lvl4pPr>
            <a:lvl5pPr marL="1828800" indent="0">
              <a:buNone/>
              <a:defRPr sz="1600">
                <a:solidFill>
                  <a:schemeClr val="tx1">
                    <a:tint val="75000"/>
                  </a:schemeClr>
                </a:solidFill>
                <a:effectLst/>
              </a:defRPr>
            </a:lvl5pPr>
            <a:lvl6pPr marL="2286000" indent="0">
              <a:buNone/>
              <a:defRPr sz="1600">
                <a:solidFill>
                  <a:schemeClr val="tx1">
                    <a:tint val="75000"/>
                  </a:schemeClr>
                </a:solidFill>
                <a:effectLst/>
              </a:defRPr>
            </a:lvl6pPr>
            <a:lvl7pPr marL="2743200" indent="0">
              <a:buNone/>
              <a:defRPr sz="1600">
                <a:solidFill>
                  <a:schemeClr val="tx1">
                    <a:tint val="75000"/>
                  </a:schemeClr>
                </a:solidFill>
                <a:effectLst/>
              </a:defRPr>
            </a:lvl7pPr>
            <a:lvl8pPr marL="3200400" indent="0">
              <a:buNone/>
              <a:defRPr sz="1600">
                <a:solidFill>
                  <a:schemeClr val="tx1">
                    <a:tint val="75000"/>
                  </a:schemeClr>
                </a:solidFill>
                <a:effectLst/>
              </a:defRPr>
            </a:lvl8pPr>
            <a:lvl9pPr marL="3657600" indent="0">
              <a:buNone/>
              <a:defRPr sz="1600">
                <a:solidFill>
                  <a:schemeClr val="tx1">
                    <a:tint val="75000"/>
                  </a:schemeClr>
                </a:solidFill>
                <a:effectLst/>
              </a:defRPr>
            </a:lvl9pPr>
          </a:lstStyle>
          <a:p>
            <a:pPr lvl="0"/>
            <a:r>
              <a:rPr lang="zh-CN" altLang="en-US">
                <a:effectLst/>
              </a:rPr>
              <a:t>单击此处编辑文本</a:t>
            </a:r>
          </a:p>
        </p:txBody>
      </p:sp>
      <p:sp>
        <p:nvSpPr>
          <p:cNvPr id="4" name="日期占位符 3"/>
          <p:cNvSpPr>
            <a:spLocks noGrp="1"/>
          </p:cNvSpPr>
          <p:nvPr>
            <p:ph type="dt" sz="half" idx="10"/>
            <p:custDataLst>
              <p:tags r:id="rId3"/>
            </p:custDataLst>
          </p:nvPr>
        </p:nvSpPr>
        <p:spPr>
          <a:effectLst/>
        </p:spPr>
        <p:txBody>
          <a:bodyPr/>
          <a:lstStyle/>
          <a:p>
            <a:fld id="{760FBDFE-C587-4B4C-A407-44438C67B59E}" type="datetime3">
              <a:rPr lang="zh-CN" altLang="en-US" smtClean="0">
                <a:effectLst/>
              </a:rPr>
              <a:t/>
            </a:fld>
            <a:endParaRPr lang="zh-CN" altLang="en-US">
              <a:effectLst/>
            </a:endParaRPr>
          </a:p>
        </p:txBody>
      </p:sp>
      <p:sp>
        <p:nvSpPr>
          <p:cNvPr id="5" name="页脚占位符 4"/>
          <p:cNvSpPr>
            <a:spLocks noGrp="1"/>
          </p:cNvSpPr>
          <p:nvPr>
            <p:ph type="ftr" sz="quarter" idx="11"/>
            <p:custDataLst>
              <p:tags r:id="rId4"/>
            </p:custDataLst>
          </p:nvPr>
        </p:nvSpPr>
        <p:spPr>
          <a:effectLst/>
        </p:spPr>
        <p:txBody>
          <a:bodyPr/>
          <a:lstStyle/>
          <a:p>
            <a:endParaRPr lang="zh-CN" altLang="en-US">
              <a:effectLst/>
            </a:endParaRPr>
          </a:p>
        </p:txBody>
      </p:sp>
      <p:sp>
        <p:nvSpPr>
          <p:cNvPr id="6" name="灯片编号占位符 5"/>
          <p:cNvSpPr>
            <a:spLocks noGrp="1"/>
          </p:cNvSpPr>
          <p:nvPr>
            <p:ph type="sldNum" sz="quarter" idx="12"/>
            <p:custDataLst>
              <p:tags r:id="rId5"/>
            </p:custDataLst>
          </p:nvPr>
        </p:nvSpPr>
        <p:spPr>
          <a:effectLst/>
        </p:spPr>
        <p:txBody>
          <a:bodyPr/>
          <a:lstStyle/>
          <a:p>
            <a:fld id="{49AE70B2-8BF9-45C0-BB95-33D1B9D3A854}" type="slidenum">
              <a:rPr lang="zh-CN" altLang="en-US" smtClean="0">
                <a:effectLst/>
              </a:rPr>
              <a:t/>
            </a:fld>
            <a:endParaRPr lang="zh-CN" altLang="en-US">
              <a:effectLst/>
            </a:endParaRPr>
          </a:p>
        </p:txBody>
      </p:sp>
    </p:spTree>
  </p:cSld>
  <p:clrMapOvr>
    <a:masterClrMapping/>
  </p:clrMapOvr>
  <p:transition/>
  <p:timing/>
  <p:hf hdr="0" ftr="0"/>
</p:sldLayout>
</file>

<file path=ppt/slideLayouts/slideLayout4.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woObj" preserve="1">
  <p:cSld name="两栏内容">
    <p:spTree>
      <p:nvGrpSpPr>
        <p:cNvPr id="1" name=""/>
        <p:cNvGrpSpPr/>
        <p:nvPr/>
      </p:nvGrpSpPr>
      <p:grpSpPr>
        <a:xfrm>
          <a:off x="0" y="0"/>
          <a:ext cx="0" cy="0"/>
        </a:xfrm>
        <a:effectLst/>
      </p:grpSpPr>
      <p:sp>
        <p:nvSpPr>
          <p:cNvPr id="2" name="标题 1"/>
          <p:cNvSpPr>
            <a:spLocks noGrp="1"/>
          </p:cNvSpPr>
          <p:nvPr>
            <p:ph type="title"/>
            <p:custDataLst>
              <p:tags r:id="rId1"/>
            </p:custDataLst>
          </p:nvPr>
        </p:nvSpPr>
        <p:spPr>
          <a:xfrm>
            <a:off x="669882" y="443234"/>
            <a:ext cx="10852237" cy="441964"/>
          </a:xfrm>
          <a:effectLst/>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a:solidFill>
                  <a:schemeClr val="tx1"/>
                </a:solidFill>
                <a:effectLst/>
                <a:uFillTx/>
                <a:latin typeface="微软雅黑" panose="020b0503020204020204" pitchFamily="34" charset="-122"/>
                <a:ea typeface="微软雅黑" panose="020b0503020204020204" pitchFamily="34" charset="-122"/>
                <a:cs typeface="+mj-cs"/>
                <a:sym typeface="+mn-ea"/>
              </a:defRPr>
            </a:lvl1pPr>
          </a:lstStyle>
          <a:p>
            <a:pPr lvl="0"/>
            <a:r>
              <a:rPr>
                <a:effectLst/>
                <a:sym typeface="+mn-ea"/>
              </a:rPr>
              <a:t>单击此处编辑母版标题样式</a:t>
            </a:r>
          </a:p>
        </p:txBody>
      </p:sp>
      <p:sp>
        <p:nvSpPr>
          <p:cNvPr id="3" name="内容占位符 2"/>
          <p:cNvSpPr>
            <a:spLocks noGrp="1"/>
          </p:cNvSpPr>
          <p:nvPr>
            <p:ph sz="half" idx="1"/>
            <p:custDataLst>
              <p:tags r:id="rId2"/>
            </p:custDataLst>
          </p:nvPr>
        </p:nvSpPr>
        <p:spPr>
          <a:xfrm>
            <a:off x="669930" y="952508"/>
            <a:ext cx="5283242" cy="5388907"/>
          </a:xfrm>
          <a:effectLst/>
        </p:spPr>
        <p:txBody>
          <a:bodyPr vert="horz" lIns="101600" tIns="0" rIns="82550" bIns="0" rtlCol="0">
            <a:noAutofit/>
          </a:bodyPr>
          <a:lstStyle>
            <a:lvl1pPr marL="228600" marR="0" lvl="0" indent="-228600" algn="l" defTabSz="914400" rtl="0" eaLnBrk="1" fontAlgn="auto" latinLnBrk="0" hangingPunct="1">
              <a:lnSpc>
                <a:spcPct val="130000"/>
              </a:lnSpc>
              <a:spcBef>
                <a:spcPct val="0"/>
              </a:spcBef>
              <a:spcAft>
                <a:spcPts val="1000"/>
              </a:spcAft>
              <a:buFont typeface="Arial" panose="020b0604020202020204" pitchFamily="34" charset="0"/>
              <a:buChar char="•"/>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ct val="0"/>
              </a:spcBef>
              <a:spcAft>
                <a:spcPts val="1000"/>
              </a:spcAft>
              <a:buFont typeface="Arial" panose="020b0604020202020204" pitchFamily="34" charset="0"/>
              <a:buChar char="•"/>
              <a:tabLst>
                <a:tab pos="1609725"/>
              </a:tabLst>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ct val="0"/>
              </a:spcBef>
              <a:spcAft>
                <a:spcPts val="1000"/>
              </a:spcAft>
              <a:buFont typeface="Arial" panose="020b0604020202020204" pitchFamily="34" charset="0"/>
              <a:buChar char="•"/>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ct val="0"/>
              </a:spcBef>
              <a:spcAft>
                <a:spcPts val="1000"/>
              </a:spcAft>
              <a:buFont typeface="Arial" panose="020b0604020202020204" pitchFamily="34" charset="0"/>
              <a:buChar char="•"/>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ct val="0"/>
              </a:spcBef>
              <a:spcAft>
                <a:spcPts val="1000"/>
              </a:spcAft>
              <a:buFont typeface="Arial" panose="020b0604020202020204" pitchFamily="34" charset="0"/>
              <a:buChar char="•"/>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5pPr>
          </a:lstStyle>
          <a:p>
            <a:pPr lvl="0"/>
            <a:r>
              <a:rPr>
                <a:effectLst/>
                <a:sym typeface="+mn-ea"/>
              </a:rPr>
              <a:t>单击此处编辑母版文本样式</a:t>
            </a:r>
          </a:p>
          <a:p>
            <a:pPr lvl="1"/>
            <a:r>
              <a:rPr>
                <a:effectLst/>
                <a:sym typeface="+mn-ea"/>
              </a:rPr>
              <a:t>第二级</a:t>
            </a:r>
          </a:p>
          <a:p>
            <a:pPr lvl="2"/>
            <a:r>
              <a:rPr>
                <a:effectLst/>
                <a:sym typeface="+mn-ea"/>
              </a:rPr>
              <a:t>第三级</a:t>
            </a:r>
          </a:p>
          <a:p>
            <a:pPr lvl="3"/>
            <a:r>
              <a:rPr>
                <a:effectLst/>
                <a:sym typeface="+mn-ea"/>
              </a:rPr>
              <a:t>第四级</a:t>
            </a:r>
          </a:p>
          <a:p>
            <a:pPr lvl="4"/>
            <a:r>
              <a:rPr>
                <a:effectLst/>
                <a:sym typeface="+mn-ea"/>
              </a:rPr>
              <a:t>第五级</a:t>
            </a:r>
          </a:p>
        </p:txBody>
      </p:sp>
      <p:sp>
        <p:nvSpPr>
          <p:cNvPr id="4" name="内容占位符 3"/>
          <p:cNvSpPr>
            <a:spLocks noGrp="1"/>
          </p:cNvSpPr>
          <p:nvPr>
            <p:ph sz="half" idx="2"/>
            <p:custDataLst>
              <p:tags r:id="rId3"/>
            </p:custDataLst>
          </p:nvPr>
        </p:nvSpPr>
        <p:spPr>
          <a:xfrm>
            <a:off x="6238877" y="952508"/>
            <a:ext cx="5283242" cy="5388907"/>
          </a:xfrm>
          <a:effectLst/>
        </p:spPr>
        <p:txBody>
          <a:bodyPr>
            <a:noAutofit/>
          </a:bodyPr>
          <a:lstStyle>
            <a:lvl1pPr>
              <a:defRPr sz="1600">
                <a:effectLst/>
                <a:latin typeface="微软雅黑" panose="020b0503020204020204" pitchFamily="34" charset="-122"/>
                <a:ea typeface="微软雅黑" panose="020b0503020204020204" pitchFamily="34" charset="-122"/>
              </a:defRPr>
            </a:lvl1pPr>
            <a:lvl2pPr>
              <a:defRPr sz="1600">
                <a:effectLst/>
                <a:latin typeface="微软雅黑" panose="020b0503020204020204" pitchFamily="34" charset="-122"/>
                <a:ea typeface="微软雅黑" panose="020b0503020204020204" pitchFamily="34" charset="-122"/>
              </a:defRPr>
            </a:lvl2pPr>
            <a:lvl3pPr>
              <a:defRPr sz="1600">
                <a:effectLst/>
                <a:latin typeface="微软雅黑" panose="020b0503020204020204" pitchFamily="34" charset="-122"/>
                <a:ea typeface="微软雅黑" panose="020b0503020204020204" pitchFamily="34" charset="-122"/>
              </a:defRPr>
            </a:lvl3pPr>
            <a:lvl4pPr>
              <a:defRPr sz="1600">
                <a:effectLst/>
                <a:latin typeface="微软雅黑" panose="020b0503020204020204" pitchFamily="34" charset="-122"/>
                <a:ea typeface="微软雅黑" panose="020b0503020204020204" pitchFamily="34" charset="-122"/>
              </a:defRPr>
            </a:lvl4pPr>
            <a:lvl5pPr>
              <a:defRPr sz="1600">
                <a:effectLst/>
                <a:latin typeface="微软雅黑" panose="020b0503020204020204" pitchFamily="34" charset="-122"/>
                <a:ea typeface="微软雅黑" panose="020b0503020204020204" pitchFamily="34" charset="-122"/>
              </a:defRPr>
            </a:lvl5pPr>
          </a:lstStyle>
          <a:p>
            <a:pPr lvl="0"/>
            <a:r>
              <a:rPr lang="zh-CN" altLang="en-US">
                <a:effectLst/>
              </a:rPr>
              <a:t>单击此处编辑母版文本样式</a:t>
            </a:r>
          </a:p>
          <a:p>
            <a:pPr lvl="1"/>
            <a:r>
              <a:rPr lang="zh-CN" altLang="en-US">
                <a:effectLst/>
              </a:rPr>
              <a:t>第二级</a:t>
            </a:r>
          </a:p>
          <a:p>
            <a:pPr lvl="2"/>
            <a:r>
              <a:rPr lang="zh-CN" altLang="en-US">
                <a:effectLst/>
              </a:rPr>
              <a:t>第三级</a:t>
            </a:r>
          </a:p>
          <a:p>
            <a:pPr lvl="3"/>
            <a:r>
              <a:rPr lang="zh-CN" altLang="en-US">
                <a:effectLst/>
              </a:rPr>
              <a:t>第四级</a:t>
            </a:r>
          </a:p>
          <a:p>
            <a:pPr lvl="4"/>
            <a:r>
              <a:rPr lang="zh-CN" altLang="en-US">
                <a:effectLst/>
              </a:rPr>
              <a:t>第五级</a:t>
            </a:r>
          </a:p>
        </p:txBody>
      </p:sp>
      <p:sp>
        <p:nvSpPr>
          <p:cNvPr id="5" name="日期占位符 4"/>
          <p:cNvSpPr>
            <a:spLocks noGrp="1"/>
          </p:cNvSpPr>
          <p:nvPr>
            <p:ph type="dt" sz="half" idx="10"/>
            <p:custDataLst>
              <p:tags r:id="rId4"/>
            </p:custDataLst>
          </p:nvPr>
        </p:nvSpPr>
        <p:spPr>
          <a:effectLst/>
        </p:spPr>
        <p:txBody>
          <a:bodyPr/>
          <a:lstStyle/>
          <a:p>
            <a:fld id="{760FBDFE-C587-4B4C-A407-44438C67B59E}" type="datetime3">
              <a:rPr lang="zh-CN" altLang="en-US" smtClean="0">
                <a:effectLst/>
              </a:rPr>
              <a:t/>
            </a:fld>
            <a:endParaRPr lang="zh-CN" altLang="en-US">
              <a:effectLst/>
            </a:endParaRPr>
          </a:p>
        </p:txBody>
      </p:sp>
      <p:sp>
        <p:nvSpPr>
          <p:cNvPr id="6" name="页脚占位符 5"/>
          <p:cNvSpPr>
            <a:spLocks noGrp="1"/>
          </p:cNvSpPr>
          <p:nvPr>
            <p:ph type="ftr" sz="quarter" idx="11"/>
            <p:custDataLst>
              <p:tags r:id="rId5"/>
            </p:custDataLst>
          </p:nvPr>
        </p:nvSpPr>
        <p:spPr>
          <a:effectLst/>
        </p:spPr>
        <p:txBody>
          <a:bodyPr/>
          <a:lstStyle/>
          <a:p>
            <a:endParaRPr lang="zh-CN" altLang="en-US">
              <a:effectLst/>
            </a:endParaRPr>
          </a:p>
        </p:txBody>
      </p:sp>
      <p:sp>
        <p:nvSpPr>
          <p:cNvPr id="7" name="灯片编号占位符 6"/>
          <p:cNvSpPr>
            <a:spLocks noGrp="1"/>
          </p:cNvSpPr>
          <p:nvPr>
            <p:ph type="sldNum" sz="quarter" idx="12"/>
            <p:custDataLst>
              <p:tags r:id="rId6"/>
            </p:custDataLst>
          </p:nvPr>
        </p:nvSpPr>
        <p:spPr>
          <a:effectLst/>
        </p:spPr>
        <p:txBody>
          <a:bodyPr/>
          <a:lstStyle/>
          <a:p>
            <a:fld id="{49AE70B2-8BF9-45C0-BB95-33D1B9D3A854}" type="slidenum">
              <a:rPr lang="zh-CN" altLang="en-US" smtClean="0">
                <a:effectLst/>
              </a:rPr>
              <a:t/>
            </a:fld>
            <a:endParaRPr lang="zh-CN" altLang="en-US">
              <a:effectLst/>
            </a:endParaRPr>
          </a:p>
        </p:txBody>
      </p:sp>
    </p:spTree>
  </p:cSld>
  <p:clrMapOvr>
    <a:masterClrMapping/>
  </p:clrMapOvr>
  <p:transition/>
  <p:timing/>
  <p:hf hdr="0" ftr="0"/>
</p:sldLayout>
</file>

<file path=ppt/slideLayouts/slideLayout5.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woTxTwoObj" preserve="1">
  <p:cSld name="比较">
    <p:spTree>
      <p:nvGrpSpPr>
        <p:cNvPr id="1" name=""/>
        <p:cNvGrpSpPr/>
        <p:nvPr/>
      </p:nvGrpSpPr>
      <p:grpSpPr>
        <a:xfrm>
          <a:off x="0" y="0"/>
          <a:ext cx="0" cy="0"/>
        </a:xfrm>
        <a:effectLst/>
      </p:grpSpPr>
      <p:sp>
        <p:nvSpPr>
          <p:cNvPr id="2" name="标题 1"/>
          <p:cNvSpPr>
            <a:spLocks noGrp="1"/>
          </p:cNvSpPr>
          <p:nvPr>
            <p:ph type="title"/>
            <p:custDataLst>
              <p:tags r:id="rId1"/>
            </p:custDataLst>
          </p:nvPr>
        </p:nvSpPr>
        <p:spPr>
          <a:xfrm>
            <a:off x="669882" y="443234"/>
            <a:ext cx="10852237" cy="441964"/>
          </a:xfrm>
          <a:effectLst/>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a:solidFill>
                  <a:schemeClr val="tx1"/>
                </a:solidFill>
                <a:effectLst/>
                <a:uFillTx/>
                <a:latin typeface="微软雅黑" panose="020b0503020204020204" pitchFamily="34" charset="-122"/>
                <a:ea typeface="微软雅黑" panose="020b0503020204020204" pitchFamily="34" charset="-122"/>
                <a:cs typeface="+mj-cs"/>
                <a:sym typeface="+mn-ea"/>
              </a:defRPr>
            </a:lvl1pPr>
          </a:lstStyle>
          <a:p>
            <a:pPr lvl="0"/>
            <a:r>
              <a:rPr>
                <a:effectLst/>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a:effectLst/>
        </p:spPr>
        <p:txBody>
          <a:bodyPr lIns="101600" tIns="38100" rIns="76200" bIns="38100" anchor="t" anchorCtr="0">
            <a:noAutofit/>
          </a:bodyPr>
          <a:lstStyle>
            <a:lvl1pPr marL="0" indent="0" eaLnBrk="1" fontAlgn="auto" latinLnBrk="0" hangingPunct="1">
              <a:lnSpc>
                <a:spcPct val="100000"/>
              </a:lnSpc>
              <a:spcAft>
                <a:spcPct val="0"/>
              </a:spcAft>
              <a:buNone/>
              <a:defRPr sz="2000" b="0" u="none" strike="noStrike" kern="1200" cap="none" spc="200" normalizeH="0" baseline="0">
                <a:solidFill>
                  <a:schemeClr val="tx1"/>
                </a:solidFill>
                <a:effectLst/>
                <a:uFillTx/>
                <a:latin typeface="微软雅黑" panose="020b0503020204020204" pitchFamily="34" charset="-122"/>
                <a:ea typeface="微软雅黑" panose="020b0503020204020204" pitchFamily="34" charset="-122"/>
              </a:defRPr>
            </a:lvl1pPr>
            <a:lvl2pPr marL="457200" indent="0">
              <a:buNone/>
              <a:defRPr sz="2000" b="1">
                <a:effectLst/>
              </a:defRPr>
            </a:lvl2pPr>
            <a:lvl3pPr marL="914400" indent="0">
              <a:buNone/>
              <a:defRPr sz="1800" b="1">
                <a:effectLst/>
              </a:defRPr>
            </a:lvl3pPr>
            <a:lvl4pPr marL="1371600" indent="0">
              <a:buNone/>
              <a:defRPr sz="1600" b="1">
                <a:effectLst/>
              </a:defRPr>
            </a:lvl4pPr>
            <a:lvl5pPr marL="1828800" indent="0">
              <a:buNone/>
              <a:defRPr sz="1600" b="1">
                <a:effectLst/>
              </a:defRPr>
            </a:lvl5pPr>
            <a:lvl6pPr marL="2286000" indent="0">
              <a:buNone/>
              <a:defRPr sz="1600" b="1">
                <a:effectLst/>
              </a:defRPr>
            </a:lvl6pPr>
            <a:lvl7pPr marL="2743200" indent="0">
              <a:buNone/>
              <a:defRPr sz="1600" b="1">
                <a:effectLst/>
              </a:defRPr>
            </a:lvl7pPr>
            <a:lvl8pPr marL="3200400" indent="0">
              <a:buNone/>
              <a:defRPr sz="1600" b="1">
                <a:effectLst/>
              </a:defRPr>
            </a:lvl8pPr>
            <a:lvl9pPr marL="3657600" indent="0">
              <a:buNone/>
              <a:defRPr sz="1600" b="1">
                <a:effectLst/>
              </a:defRPr>
            </a:lvl9pPr>
          </a:lstStyle>
          <a:p>
            <a:pPr lvl="0"/>
            <a:r>
              <a:rPr lang="zh-CN" altLang="en-US">
                <a:effectLst/>
              </a:rPr>
              <a:t>单击此处编辑文本</a:t>
            </a:r>
          </a:p>
        </p:txBody>
      </p:sp>
      <p:sp>
        <p:nvSpPr>
          <p:cNvPr id="4" name="内容占位符 3"/>
          <p:cNvSpPr>
            <a:spLocks noGrp="1"/>
          </p:cNvSpPr>
          <p:nvPr>
            <p:ph sz="half" idx="2"/>
            <p:custDataLst>
              <p:tags r:id="rId3"/>
            </p:custDataLst>
          </p:nvPr>
        </p:nvSpPr>
        <p:spPr>
          <a:xfrm>
            <a:off x="669925" y="1406525"/>
            <a:ext cx="5283200" cy="4934752"/>
          </a:xfrm>
          <a:effectLst/>
        </p:spPr>
        <p:txBody>
          <a:bodyPr vert="horz" lIns="101600" tIns="0" rIns="82550" bIns="0" rtlCol="0">
            <a:noAutofit/>
          </a:bodyPr>
          <a:lstStyle>
            <a:lvl1pPr marL="228600" marR="0" lvl="0" indent="-228600" algn="l" defTabSz="914400" rtl="0" eaLnBrk="1" fontAlgn="auto" latinLnBrk="0" hangingPunct="1">
              <a:lnSpc>
                <a:spcPct val="130000"/>
              </a:lnSpc>
              <a:spcBef>
                <a:spcPct val="0"/>
              </a:spcBef>
              <a:spcAft>
                <a:spcPts val="1000"/>
              </a:spcAft>
              <a:buFont typeface="Arial" panose="020b0604020202020204" pitchFamily="34" charset="0"/>
              <a:buChar char="•"/>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ct val="0"/>
              </a:spcBef>
              <a:spcAft>
                <a:spcPts val="1000"/>
              </a:spcAft>
              <a:buFont typeface="Arial" panose="020b0604020202020204" pitchFamily="34" charset="0"/>
              <a:buChar char="•"/>
              <a:tabLst>
                <a:tab pos="1609725"/>
              </a:tabLst>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ct val="0"/>
              </a:spcBef>
              <a:spcAft>
                <a:spcPts val="1000"/>
              </a:spcAft>
              <a:buFont typeface="Arial" panose="020b0604020202020204" pitchFamily="34" charset="0"/>
              <a:buChar char="•"/>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ct val="0"/>
              </a:spcBef>
              <a:spcAft>
                <a:spcPts val="1000"/>
              </a:spcAft>
              <a:buFont typeface="Arial" panose="020b0604020202020204" pitchFamily="34" charset="0"/>
              <a:buChar char="•"/>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ct val="0"/>
              </a:spcBef>
              <a:spcAft>
                <a:spcPts val="1000"/>
              </a:spcAft>
              <a:buFont typeface="Arial" panose="020b0604020202020204" pitchFamily="34" charset="0"/>
              <a:buChar char="•"/>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5pPr>
          </a:lstStyle>
          <a:p>
            <a:pPr lvl="0"/>
            <a:r>
              <a:rPr>
                <a:effectLst/>
                <a:sym typeface="+mn-ea"/>
              </a:rPr>
              <a:t>单击此处编辑母版文本样式</a:t>
            </a:r>
          </a:p>
          <a:p>
            <a:pPr lvl="1"/>
            <a:r>
              <a:rPr>
                <a:effectLst/>
                <a:sym typeface="+mn-ea"/>
              </a:rPr>
              <a:t>第二级</a:t>
            </a:r>
          </a:p>
          <a:p>
            <a:pPr lvl="2"/>
            <a:r>
              <a:rPr>
                <a:effectLst/>
                <a:sym typeface="+mn-ea"/>
              </a:rPr>
              <a:t>第三级</a:t>
            </a:r>
          </a:p>
          <a:p>
            <a:pPr lvl="3"/>
            <a:r>
              <a:rPr>
                <a:effectLst/>
                <a:sym typeface="+mn-ea"/>
              </a:rPr>
              <a:t>第四级</a:t>
            </a:r>
          </a:p>
          <a:p>
            <a:pPr lvl="4"/>
            <a:r>
              <a:rPr>
                <a:effectLst/>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a:effectLst/>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ct val="0"/>
              </a:spcBef>
              <a:spcAft>
                <a:spcPct val="0"/>
              </a:spcAft>
              <a:buFont typeface="Arial" panose="020b0604020202020204" pitchFamily="34" charset="0"/>
              <a:buNone/>
              <a:defRPr kumimoji="0" lang="zh-CN" altLang="en-US" sz="2000" b="0" i="0" u="none" strike="noStrike" kern="1200" cap="none" spc="20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1pPr>
            <a:lvl2pPr marL="457200" indent="0">
              <a:buNone/>
              <a:defRPr sz="2000" b="1">
                <a:effectLst/>
              </a:defRPr>
            </a:lvl2pPr>
            <a:lvl3pPr marL="914400" indent="0">
              <a:buNone/>
              <a:defRPr sz="1800" b="1">
                <a:effectLst/>
              </a:defRPr>
            </a:lvl3pPr>
            <a:lvl4pPr marL="1371600" indent="0">
              <a:buNone/>
              <a:defRPr sz="1600" b="1">
                <a:effectLst/>
              </a:defRPr>
            </a:lvl4pPr>
            <a:lvl5pPr marL="1828800" indent="0">
              <a:buNone/>
              <a:defRPr sz="1600" b="1">
                <a:effectLst/>
              </a:defRPr>
            </a:lvl5pPr>
            <a:lvl6pPr marL="2286000" indent="0">
              <a:buNone/>
              <a:defRPr sz="1600" b="1">
                <a:effectLst/>
              </a:defRPr>
            </a:lvl6pPr>
            <a:lvl7pPr marL="2743200" indent="0">
              <a:buNone/>
              <a:defRPr sz="1600" b="1">
                <a:effectLst/>
              </a:defRPr>
            </a:lvl7pPr>
            <a:lvl8pPr marL="3200400" indent="0">
              <a:buNone/>
              <a:defRPr sz="1600" b="1">
                <a:effectLst/>
              </a:defRPr>
            </a:lvl8pPr>
            <a:lvl9pPr marL="3657600" indent="0">
              <a:buNone/>
              <a:defRPr sz="1600" b="1">
                <a:effectLst/>
              </a:defRPr>
            </a:lvl9pPr>
          </a:lstStyle>
          <a:p>
            <a:pPr lvl="0"/>
            <a:r>
              <a:rPr>
                <a:effectLst/>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a:effectLst/>
        </p:spPr>
        <p:txBody>
          <a:bodyPr vert="horz" lIns="101600" tIns="0" rIns="82550" bIns="0" rtlCol="0">
            <a:noAutofit/>
          </a:bodyPr>
          <a:lstStyle>
            <a:lvl1pPr marL="228600" marR="0" lvl="0" indent="-228600" algn="l" defTabSz="914400" rtl="0" eaLnBrk="1" fontAlgn="auto" latinLnBrk="0" hangingPunct="1">
              <a:lnSpc>
                <a:spcPct val="130000"/>
              </a:lnSpc>
              <a:spcBef>
                <a:spcPct val="0"/>
              </a:spcBef>
              <a:spcAft>
                <a:spcPts val="1000"/>
              </a:spcAft>
              <a:buFont typeface="Arial" panose="020b0604020202020204" pitchFamily="34" charset="0"/>
              <a:buChar char="•"/>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ct val="0"/>
              </a:spcBef>
              <a:spcAft>
                <a:spcPts val="1000"/>
              </a:spcAft>
              <a:buFont typeface="Arial" panose="020b0604020202020204" pitchFamily="34" charset="0"/>
              <a:buChar char="•"/>
              <a:tabLst>
                <a:tab pos="1609725"/>
              </a:tabLst>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ct val="0"/>
              </a:spcBef>
              <a:spcAft>
                <a:spcPts val="1000"/>
              </a:spcAft>
              <a:buFont typeface="Arial" panose="020b0604020202020204" pitchFamily="34" charset="0"/>
              <a:buChar char="•"/>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ct val="0"/>
              </a:spcBef>
              <a:spcAft>
                <a:spcPts val="1000"/>
              </a:spcAft>
              <a:buFont typeface="Arial" panose="020b0604020202020204" pitchFamily="34" charset="0"/>
              <a:buChar char="•"/>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ct val="0"/>
              </a:spcBef>
              <a:spcAft>
                <a:spcPts val="1000"/>
              </a:spcAft>
              <a:buFont typeface="Arial" panose="020b0604020202020204" pitchFamily="34" charset="0"/>
              <a:buChar char="•"/>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5pPr>
          </a:lstStyle>
          <a:p>
            <a:pPr lvl="0"/>
            <a:r>
              <a:rPr>
                <a:effectLst/>
                <a:sym typeface="+mn-ea"/>
              </a:rPr>
              <a:t>单击此处编辑母版文本样式</a:t>
            </a:r>
          </a:p>
          <a:p>
            <a:pPr lvl="1"/>
            <a:r>
              <a:rPr>
                <a:effectLst/>
                <a:sym typeface="+mn-ea"/>
              </a:rPr>
              <a:t>第二级</a:t>
            </a:r>
          </a:p>
          <a:p>
            <a:pPr lvl="2"/>
            <a:r>
              <a:rPr>
                <a:effectLst/>
                <a:sym typeface="+mn-ea"/>
              </a:rPr>
              <a:t>第三级</a:t>
            </a:r>
          </a:p>
          <a:p>
            <a:pPr lvl="3"/>
            <a:r>
              <a:rPr>
                <a:effectLst/>
                <a:sym typeface="+mn-ea"/>
              </a:rPr>
              <a:t>第四级</a:t>
            </a:r>
          </a:p>
          <a:p>
            <a:pPr lvl="4"/>
            <a:r>
              <a:rPr>
                <a:effectLst/>
                <a:sym typeface="+mn-ea"/>
              </a:rPr>
              <a:t>第五级</a:t>
            </a:r>
          </a:p>
        </p:txBody>
      </p:sp>
      <p:sp>
        <p:nvSpPr>
          <p:cNvPr id="7" name="日期占位符 6"/>
          <p:cNvSpPr>
            <a:spLocks noGrp="1"/>
          </p:cNvSpPr>
          <p:nvPr>
            <p:ph type="dt" sz="half" idx="10"/>
            <p:custDataLst>
              <p:tags r:id="rId6"/>
            </p:custDataLst>
          </p:nvPr>
        </p:nvSpPr>
        <p:spPr>
          <a:effectLst/>
        </p:spPr>
        <p:txBody>
          <a:bodyPr/>
          <a:lstStyle/>
          <a:p>
            <a:fld id="{760FBDFE-C587-4B4C-A407-44438C67B59E}" type="datetime3">
              <a:rPr lang="zh-CN" altLang="en-US" smtClean="0">
                <a:effectLst/>
              </a:rPr>
              <a:t/>
            </a:fld>
            <a:endParaRPr lang="zh-CN" altLang="en-US">
              <a:effectLst/>
            </a:endParaRPr>
          </a:p>
        </p:txBody>
      </p:sp>
      <p:sp>
        <p:nvSpPr>
          <p:cNvPr id="8" name="页脚占位符 7"/>
          <p:cNvSpPr>
            <a:spLocks noGrp="1"/>
          </p:cNvSpPr>
          <p:nvPr>
            <p:ph type="ftr" sz="quarter" idx="11"/>
            <p:custDataLst>
              <p:tags r:id="rId7"/>
            </p:custDataLst>
          </p:nvPr>
        </p:nvSpPr>
        <p:spPr>
          <a:effectLst/>
        </p:spPr>
        <p:txBody>
          <a:bodyPr/>
          <a:lstStyle/>
          <a:p>
            <a:endParaRPr lang="zh-CN" altLang="en-US">
              <a:effectLst/>
            </a:endParaRPr>
          </a:p>
        </p:txBody>
      </p:sp>
      <p:sp>
        <p:nvSpPr>
          <p:cNvPr id="9" name="灯片编号占位符 8"/>
          <p:cNvSpPr>
            <a:spLocks noGrp="1"/>
          </p:cNvSpPr>
          <p:nvPr>
            <p:ph type="sldNum" sz="quarter" idx="12"/>
            <p:custDataLst>
              <p:tags r:id="rId8"/>
            </p:custDataLst>
          </p:nvPr>
        </p:nvSpPr>
        <p:spPr>
          <a:effectLst/>
        </p:spPr>
        <p:txBody>
          <a:bodyPr/>
          <a:lstStyle/>
          <a:p>
            <a:fld id="{49AE70B2-8BF9-45C0-BB95-33D1B9D3A854}" type="slidenum">
              <a:rPr lang="zh-CN" altLang="en-US" smtClean="0">
                <a:effectLst/>
              </a:rPr>
              <a:t/>
            </a:fld>
            <a:endParaRPr lang="zh-CN" altLang="en-US">
              <a:effectLst/>
            </a:endParaRPr>
          </a:p>
        </p:txBody>
      </p:sp>
    </p:spTree>
  </p:cSld>
  <p:clrMapOvr>
    <a:masterClrMapping/>
  </p:clrMapOvr>
  <p:transition/>
  <p:timing/>
  <p:hf hdr="0" ftr="0"/>
</p:sldLayout>
</file>

<file path=ppt/slideLayouts/slideLayout6.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titleOnly" preserve="1">
  <p:cSld name="仅标题">
    <p:spTree>
      <p:nvGrpSpPr>
        <p:cNvPr id="1" name=""/>
        <p:cNvGrpSpPr/>
        <p:nvPr/>
      </p:nvGrpSpPr>
      <p:grpSpPr>
        <a:xfrm>
          <a:off x="0" y="0"/>
          <a:ext cx="0" cy="0"/>
        </a:xfrm>
        <a:effectLst/>
      </p:grpSpPr>
      <p:sp>
        <p:nvSpPr>
          <p:cNvPr id="2" name="标题 1"/>
          <p:cNvSpPr>
            <a:spLocks noGrp="1"/>
          </p:cNvSpPr>
          <p:nvPr>
            <p:ph type="title"/>
            <p:custDataLst>
              <p:tags r:id="rId1"/>
            </p:custDataLst>
          </p:nvPr>
        </p:nvSpPr>
        <p:spPr>
          <a:effectLst/>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a:solidFill>
                  <a:schemeClr val="tx1"/>
                </a:solidFill>
                <a:effectLst/>
                <a:uFillTx/>
                <a:latin typeface="微软雅黑" panose="020b0503020204020204" pitchFamily="34" charset="-122"/>
                <a:ea typeface="微软雅黑" panose="020b0503020204020204" pitchFamily="34" charset="-122"/>
                <a:cs typeface="+mj-cs"/>
                <a:sym typeface="+mn-ea"/>
              </a:defRPr>
            </a:lvl1pPr>
          </a:lstStyle>
          <a:p>
            <a:pPr lvl="0"/>
            <a:r>
              <a:rPr lang="zh-CN" altLang="en-US">
                <a:effectLst/>
                <a:sym typeface="+mn-ea"/>
              </a:rPr>
              <a:t>单击此处编辑母版标题样式</a:t>
            </a:r>
            <a:endParaRPr>
              <a:effectLst/>
              <a:sym typeface="+mn-ea"/>
            </a:endParaRPr>
          </a:p>
        </p:txBody>
      </p:sp>
      <p:sp>
        <p:nvSpPr>
          <p:cNvPr id="3" name="日期占位符 2"/>
          <p:cNvSpPr>
            <a:spLocks noGrp="1"/>
          </p:cNvSpPr>
          <p:nvPr>
            <p:ph type="dt" sz="half" idx="10"/>
            <p:custDataLst>
              <p:tags r:id="rId2"/>
            </p:custDataLst>
          </p:nvPr>
        </p:nvSpPr>
        <p:spPr>
          <a:effectLst/>
        </p:spPr>
        <p:txBody>
          <a:bodyPr/>
          <a:lstStyle/>
          <a:p>
            <a:fld id="{760FBDFE-C587-4B4C-A407-44438C67B59E}" type="datetime3">
              <a:rPr lang="zh-CN" altLang="en-US" smtClean="0">
                <a:effectLst/>
              </a:rPr>
              <a:t/>
            </a:fld>
            <a:endParaRPr lang="zh-CN" altLang="en-US">
              <a:effectLst/>
            </a:endParaRPr>
          </a:p>
        </p:txBody>
      </p:sp>
      <p:sp>
        <p:nvSpPr>
          <p:cNvPr id="4" name="页脚占位符 3"/>
          <p:cNvSpPr>
            <a:spLocks noGrp="1"/>
          </p:cNvSpPr>
          <p:nvPr>
            <p:ph type="ftr" sz="quarter" idx="11"/>
            <p:custDataLst>
              <p:tags r:id="rId3"/>
            </p:custDataLst>
          </p:nvPr>
        </p:nvSpPr>
        <p:spPr>
          <a:effectLst/>
        </p:spPr>
        <p:txBody>
          <a:bodyPr/>
          <a:lstStyle/>
          <a:p>
            <a:endParaRPr lang="zh-CN" altLang="en-US">
              <a:effectLst/>
            </a:endParaRPr>
          </a:p>
        </p:txBody>
      </p:sp>
      <p:sp>
        <p:nvSpPr>
          <p:cNvPr id="5" name="灯片编号占位符 4"/>
          <p:cNvSpPr>
            <a:spLocks noGrp="1"/>
          </p:cNvSpPr>
          <p:nvPr>
            <p:ph type="sldNum" sz="quarter" idx="12"/>
            <p:custDataLst>
              <p:tags r:id="rId4"/>
            </p:custDataLst>
          </p:nvPr>
        </p:nvSpPr>
        <p:spPr>
          <a:effectLst/>
        </p:spPr>
        <p:txBody>
          <a:bodyPr/>
          <a:lstStyle/>
          <a:p>
            <a:fld id="{49AE70B2-8BF9-45C0-BB95-33D1B9D3A854}" type="slidenum">
              <a:rPr lang="zh-CN" altLang="en-US" smtClean="0">
                <a:effectLst/>
              </a:rPr>
              <a:t/>
            </a:fld>
            <a:endParaRPr lang="zh-CN" altLang="en-US">
              <a:effectLst/>
            </a:endParaRPr>
          </a:p>
        </p:txBody>
      </p:sp>
    </p:spTree>
  </p:cSld>
  <p:clrMapOvr>
    <a:masterClrMapping/>
  </p:clrMapOvr>
  <p:transition/>
  <p:timing/>
  <p:hf hdr="0" ftr="0"/>
</p:sldLayout>
</file>

<file path=ppt/slideLayouts/slideLayout7.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blank" preserve="1">
  <p:cSld name="空白">
    <p:spTree>
      <p:nvGrpSpPr>
        <p:cNvPr id="1" name=""/>
        <p:cNvGrpSpPr/>
        <p:nvPr/>
      </p:nvGrpSpPr>
      <p:grpSpPr>
        <a:xfrm>
          <a:off x="0" y="0"/>
          <a:ext cx="0" cy="0"/>
        </a:xfrm>
        <a:effectLst/>
      </p:grpSpPr>
      <p:sp>
        <p:nvSpPr>
          <p:cNvPr id="2" name="日期占位符 1"/>
          <p:cNvSpPr>
            <a:spLocks noGrp="1"/>
          </p:cNvSpPr>
          <p:nvPr>
            <p:ph type="dt" sz="half" idx="10"/>
            <p:custDataLst>
              <p:tags r:id="rId1"/>
            </p:custDataLst>
          </p:nvPr>
        </p:nvSpPr>
        <p:spPr>
          <a:effectLst/>
        </p:spPr>
        <p:txBody>
          <a:bodyPr/>
          <a:lstStyle/>
          <a:p>
            <a:fld id="{760FBDFE-C587-4B4C-A407-44438C67B59E}" type="datetime3">
              <a:rPr lang="zh-CN" altLang="en-US" smtClean="0">
                <a:effectLst/>
              </a:rPr>
              <a:t/>
            </a:fld>
            <a:endParaRPr lang="zh-CN" altLang="en-US">
              <a:effectLst/>
            </a:endParaRPr>
          </a:p>
        </p:txBody>
      </p:sp>
      <p:sp>
        <p:nvSpPr>
          <p:cNvPr id="3" name="页脚占位符 2"/>
          <p:cNvSpPr>
            <a:spLocks noGrp="1"/>
          </p:cNvSpPr>
          <p:nvPr>
            <p:ph type="ftr" sz="quarter" idx="11"/>
            <p:custDataLst>
              <p:tags r:id="rId2"/>
            </p:custDataLst>
          </p:nvPr>
        </p:nvSpPr>
        <p:spPr>
          <a:effectLst/>
        </p:spPr>
        <p:txBody>
          <a:bodyPr/>
          <a:lstStyle/>
          <a:p>
            <a:endParaRPr lang="zh-CN" altLang="en-US">
              <a:effectLst/>
            </a:endParaRPr>
          </a:p>
        </p:txBody>
      </p:sp>
      <p:sp>
        <p:nvSpPr>
          <p:cNvPr id="4" name="灯片编号占位符 3"/>
          <p:cNvSpPr>
            <a:spLocks noGrp="1"/>
          </p:cNvSpPr>
          <p:nvPr>
            <p:ph type="sldNum" sz="quarter" idx="12"/>
            <p:custDataLst>
              <p:tags r:id="rId3"/>
            </p:custDataLst>
          </p:nvPr>
        </p:nvSpPr>
        <p:spPr>
          <a:effectLst/>
        </p:spPr>
        <p:txBody>
          <a:bodyPr/>
          <a:lstStyle/>
          <a:p>
            <a:fld id="{49AE70B2-8BF9-45C0-BB95-33D1B9D3A854}" type="slidenum">
              <a:rPr lang="zh-CN" altLang="en-US" smtClean="0">
                <a:effectLst/>
              </a:rPr>
              <a:t/>
            </a:fld>
            <a:endParaRPr lang="zh-CN" altLang="en-US">
              <a:effectLst/>
            </a:endParaRPr>
          </a:p>
        </p:txBody>
      </p:sp>
    </p:spTree>
  </p:cSld>
  <p:clrMapOvr>
    <a:masterClrMapping/>
  </p:clrMapOvr>
  <p:transition/>
  <p:timing/>
  <p:hf hdr="0" ftr="0"/>
</p:sldLayout>
</file>

<file path=ppt/slideLayouts/slideLayout8.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reserve="1">
  <p:cSld name="图片与标题">
    <p:spTree>
      <p:nvGrpSpPr>
        <p:cNvPr id="1" name=""/>
        <p:cNvGrpSpPr/>
        <p:nvPr/>
      </p:nvGrpSpPr>
      <p:grpSpPr>
        <a:xfrm>
          <a:off x="0" y="0"/>
          <a:ext cx="0" cy="0"/>
        </a:xfrm>
        <a:effectLst/>
      </p:grpSpPr>
      <p:sp>
        <p:nvSpPr>
          <p:cNvPr id="2" name="标题 1"/>
          <p:cNvSpPr>
            <a:spLocks noGrp="1"/>
          </p:cNvSpPr>
          <p:nvPr>
            <p:ph type="title"/>
            <p:custDataLst>
              <p:tags r:id="rId1"/>
            </p:custDataLst>
          </p:nvPr>
        </p:nvSpPr>
        <p:spPr>
          <a:xfrm>
            <a:off x="669930" y="443234"/>
            <a:ext cx="10852237" cy="441964"/>
          </a:xfrm>
          <a:effectLst/>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a:solidFill>
                  <a:schemeClr val="tx1"/>
                </a:solidFill>
                <a:effectLst/>
                <a:uFillTx/>
                <a:latin typeface="微软雅黑" panose="020b0503020204020204" pitchFamily="34" charset="-122"/>
                <a:ea typeface="微软雅黑" panose="020b0503020204020204" pitchFamily="34" charset="-122"/>
                <a:cs typeface="+mj-cs"/>
                <a:sym typeface="+mn-ea"/>
              </a:defRPr>
            </a:lvl1pPr>
          </a:lstStyle>
          <a:p>
            <a:pPr lvl="0"/>
            <a:r>
              <a:rPr lang="zh-CN" altLang="en-US">
                <a:effectLst/>
                <a:sym typeface="+mn-ea"/>
              </a:rPr>
              <a:t>单击此处编辑母版标题样式</a:t>
            </a:r>
            <a:endParaRPr>
              <a:effectLst/>
              <a:sym typeface="+mn-ea"/>
            </a:endParaRPr>
          </a:p>
        </p:txBody>
      </p:sp>
      <p:sp>
        <p:nvSpPr>
          <p:cNvPr id="3" name="图片占位符 2"/>
          <p:cNvSpPr>
            <a:spLocks noGrp="1"/>
          </p:cNvSpPr>
          <p:nvPr>
            <p:ph type="pic" idx="1"/>
            <p:custDataLst>
              <p:tags r:id="rId2"/>
            </p:custDataLst>
          </p:nvPr>
        </p:nvSpPr>
        <p:spPr>
          <a:xfrm>
            <a:off x="669930" y="952508"/>
            <a:ext cx="5283242" cy="5388907"/>
          </a:xfrm>
          <a:effectLst/>
        </p:spPr>
        <p:txBody>
          <a:bodyPr vert="horz" lIns="101600" tIns="0" rIns="82550" bIns="0" rtlCol="0">
            <a:noAutofit/>
          </a:bodyPr>
          <a:lstStyle>
            <a:lvl1pPr marL="0" marR="0" lvl="0" indent="0" algn="l" defTabSz="914400" rtl="0" eaLnBrk="1" fontAlgn="auto" latinLnBrk="0" hangingPunct="1">
              <a:lnSpc>
                <a:spcPct val="130000"/>
              </a:lnSpc>
              <a:spcBef>
                <a:spcPct val="0"/>
              </a:spcBef>
              <a:spcAft>
                <a:spcPts val="1000"/>
              </a:spcAft>
              <a:buFont typeface="Arial" panose="020b0604020202020204" pitchFamily="34" charset="0"/>
              <a:buNone/>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ct val="0"/>
              </a:spcBef>
              <a:spcAft>
                <a:spcPts val="1000"/>
              </a:spcAft>
              <a:buFont typeface="Arial" panose="020b0604020202020204" pitchFamily="34" charset="0"/>
              <a:buChar char="•"/>
              <a:tabLst>
                <a:tab pos="1609725"/>
              </a:tabLst>
              <a:defRPr kumimoji="0" lang="zh-CN" altLang="en-US" sz="1600" b="0" i="0" u="none" strike="noStrike" kern="1200" cap="none" spc="150" normalizeH="0" baseline="0" noProof="1">
                <a:solidFill>
                  <a:schemeClr val="tx1"/>
                </a:solidFill>
                <a:effectLst/>
                <a:uFillTx/>
                <a:latin typeface="+mn-lt"/>
                <a:ea typeface="+mn-ea"/>
                <a:cs typeface="+mn-cs"/>
                <a:sym typeface="+mn-ea"/>
              </a:defRPr>
            </a:lvl2pPr>
            <a:lvl3pPr marL="1143000" marR="0" lvl="2" indent="-228600" algn="l" defTabSz="914400" rtl="0" eaLnBrk="1" fontAlgn="auto" latinLnBrk="0" hangingPunct="1">
              <a:lnSpc>
                <a:spcPct val="130000"/>
              </a:lnSpc>
              <a:spcBef>
                <a:spcPct val="0"/>
              </a:spcBef>
              <a:spcAft>
                <a:spcPts val="1000"/>
              </a:spcAft>
              <a:buFont typeface="Arial" panose="020b0604020202020204" pitchFamily="34" charset="0"/>
              <a:buChar char="•"/>
              <a:defRPr kumimoji="0" lang="zh-CN" altLang="en-US" sz="1600" b="0" i="0" u="none" strike="noStrike" kern="1200" cap="none" spc="150" normalizeH="0" baseline="0" noProof="1">
                <a:solidFill>
                  <a:schemeClr val="tx1"/>
                </a:solidFill>
                <a:effectLst/>
                <a:uFillTx/>
                <a:latin typeface="+mn-lt"/>
                <a:ea typeface="+mn-ea"/>
                <a:cs typeface="+mn-cs"/>
                <a:sym typeface="+mn-ea"/>
              </a:defRPr>
            </a:lvl3pPr>
            <a:lvl4pPr marL="1600200" marR="0" lvl="3" indent="-228600" algn="l" defTabSz="914400" rtl="0" eaLnBrk="1" fontAlgn="auto" latinLnBrk="0" hangingPunct="1">
              <a:lnSpc>
                <a:spcPct val="130000"/>
              </a:lnSpc>
              <a:spcBef>
                <a:spcPct val="0"/>
              </a:spcBef>
              <a:spcAft>
                <a:spcPts val="1000"/>
              </a:spcAft>
              <a:buFont typeface="Arial" panose="020b0604020202020204" pitchFamily="34" charset="0"/>
              <a:buChar char="•"/>
              <a:defRPr kumimoji="0" lang="zh-CN" altLang="en-US" sz="1600" b="0" i="0" u="none" strike="noStrike" kern="1200" cap="none" spc="150" normalizeH="0" baseline="0" noProof="1">
                <a:solidFill>
                  <a:schemeClr val="tx1"/>
                </a:solidFill>
                <a:effectLst/>
                <a:uFillTx/>
                <a:latin typeface="+mn-lt"/>
                <a:ea typeface="+mn-ea"/>
                <a:cs typeface="+mn-cs"/>
                <a:sym typeface="+mn-ea"/>
              </a:defRPr>
            </a:lvl4pPr>
            <a:lvl5pPr marL="2057400" marR="0" lvl="4" indent="-228600" algn="l" defTabSz="914400" rtl="0" eaLnBrk="1" fontAlgn="auto" latinLnBrk="0" hangingPunct="1">
              <a:lnSpc>
                <a:spcPct val="130000"/>
              </a:lnSpc>
              <a:spcBef>
                <a:spcPct val="0"/>
              </a:spcBef>
              <a:spcAft>
                <a:spcPts val="1000"/>
              </a:spcAft>
              <a:buFont typeface="Arial" panose="020b0604020202020204" pitchFamily="34" charset="0"/>
              <a:buChar char="•"/>
              <a:defRPr kumimoji="0" lang="zh-CN" altLang="en-US" sz="1600" b="0" i="0" u="none" strike="noStrike" kern="1200" cap="none" spc="150" normalizeH="0" baseline="0" noProof="1">
                <a:solidFill>
                  <a:schemeClr val="tx1"/>
                </a:solidFill>
                <a:effectLst/>
                <a:uFillTx/>
                <a:latin typeface="+mn-lt"/>
                <a:ea typeface="+mn-ea"/>
                <a:cs typeface="+mn-cs"/>
                <a:sym typeface="+mn-ea"/>
              </a:defRPr>
            </a:lvl5pPr>
          </a:lstStyle>
          <a:p>
            <a:pPr lvl="0"/>
            <a:r>
              <a:rPr lang="zh-CN" altLang="en-US">
                <a:effectLst/>
                <a:sym typeface="+mn-ea"/>
              </a:rPr>
              <a:t>单击图标添加图片</a:t>
            </a:r>
            <a:endParaRPr>
              <a:effectLst/>
              <a:sym typeface="+mn-ea"/>
            </a:endParaRPr>
          </a:p>
        </p:txBody>
      </p:sp>
      <p:sp>
        <p:nvSpPr>
          <p:cNvPr id="4" name="文本占位符 3"/>
          <p:cNvSpPr>
            <a:spLocks noGrp="1"/>
          </p:cNvSpPr>
          <p:nvPr>
            <p:ph type="body" sz="half" idx="2"/>
            <p:custDataLst>
              <p:tags r:id="rId3"/>
            </p:custDataLst>
          </p:nvPr>
        </p:nvSpPr>
        <p:spPr>
          <a:xfrm>
            <a:off x="6238925" y="952508"/>
            <a:ext cx="5283242" cy="5388907"/>
          </a:xfrm>
          <a:effectLst/>
        </p:spPr>
        <p:txBody>
          <a:bodyPr vert="horz" lIns="101600" tIns="0" rIns="82550" bIns="0" rtlCol="0">
            <a:normAutofit/>
          </a:bodyPr>
          <a:lstStyle>
            <a:lvl1pPr marL="228600" marR="0" lvl="0" indent="-228600" algn="l" defTabSz="914400" rtl="0" eaLnBrk="1" fontAlgn="auto" latinLnBrk="0" hangingPunct="1">
              <a:lnSpc>
                <a:spcPct val="130000"/>
              </a:lnSpc>
              <a:spcBef>
                <a:spcPct val="0"/>
              </a:spcBef>
              <a:spcAft>
                <a:spcPts val="1000"/>
              </a:spcAft>
              <a:buFont typeface="Arial" panose="020b0604020202020204" pitchFamily="34" charset="0"/>
              <a:buChar char="•"/>
              <a:defRPr kumimoji="0" lang="zh-CN" altLang="en-US" sz="1600" b="0" i="0" u="none" strike="noStrike" kern="1200" cap="none" spc="150" normalizeH="0" baseline="0" noProof="1">
                <a:solidFill>
                  <a:schemeClr val="tx1"/>
                </a:solidFill>
                <a:effectLst/>
                <a:uFillTx/>
                <a:latin typeface="微软雅黑" panose="020b0503020204020204" pitchFamily="34" charset="-122"/>
                <a:ea typeface="微软雅黑" panose="020b0503020204020204" pitchFamily="34" charset="-122"/>
                <a:cs typeface="+mn-cs"/>
                <a:sym typeface="+mn-ea"/>
              </a:defRPr>
            </a:lvl1pPr>
          </a:lstStyle>
          <a:p>
            <a:pPr lvl="0"/>
            <a:r>
              <a:rPr lang="zh-CN" altLang="en-US">
                <a:effectLst/>
                <a:sym typeface="+mn-ea"/>
              </a:rPr>
              <a:t>单击此处编辑母版文本样式</a:t>
            </a:r>
          </a:p>
        </p:txBody>
      </p:sp>
      <p:sp>
        <p:nvSpPr>
          <p:cNvPr id="5" name="日期占位符 4"/>
          <p:cNvSpPr>
            <a:spLocks noGrp="1"/>
          </p:cNvSpPr>
          <p:nvPr>
            <p:ph type="dt" sz="half" idx="10"/>
            <p:custDataLst>
              <p:tags r:id="rId4"/>
            </p:custDataLst>
          </p:nvPr>
        </p:nvSpPr>
        <p:spPr>
          <a:effectLst/>
        </p:spPr>
        <p:txBody>
          <a:bodyPr/>
          <a:lstStyle/>
          <a:p>
            <a:fld id="{9EFD9D74-47D9-4702-A33C-335B63B48DBF}" type="datetime3">
              <a:rPr lang="zh-CN" altLang="en-US" smtClean="0">
                <a:effectLst/>
              </a:rPr>
              <a:t/>
            </a:fld>
            <a:endParaRPr lang="zh-CN" altLang="en-US">
              <a:effectLst/>
            </a:endParaRPr>
          </a:p>
        </p:txBody>
      </p:sp>
      <p:sp>
        <p:nvSpPr>
          <p:cNvPr id="6" name="页脚占位符 5"/>
          <p:cNvSpPr>
            <a:spLocks noGrp="1"/>
          </p:cNvSpPr>
          <p:nvPr>
            <p:ph type="ftr" sz="quarter" idx="11"/>
            <p:custDataLst>
              <p:tags r:id="rId5"/>
            </p:custDataLst>
          </p:nvPr>
        </p:nvSpPr>
        <p:spPr>
          <a:effectLst/>
        </p:spPr>
        <p:txBody>
          <a:bodyPr/>
          <a:lstStyle/>
          <a:p>
            <a:endParaRPr lang="zh-CN" altLang="en-US">
              <a:effectLst/>
            </a:endParaRPr>
          </a:p>
        </p:txBody>
      </p:sp>
      <p:sp>
        <p:nvSpPr>
          <p:cNvPr id="7" name="灯片编号占位符 6"/>
          <p:cNvSpPr>
            <a:spLocks noGrp="1"/>
          </p:cNvSpPr>
          <p:nvPr>
            <p:ph type="sldNum" sz="quarter" idx="12"/>
            <p:custDataLst>
              <p:tags r:id="rId6"/>
            </p:custDataLst>
          </p:nvPr>
        </p:nvSpPr>
        <p:spPr>
          <a:effectLst/>
        </p:spPr>
        <p:txBody>
          <a:bodyPr/>
          <a:lstStyle/>
          <a:p>
            <a:fld id="{FABC47A4-756D-490B-A52F-7D9E2C9FC05F}" type="slidenum">
              <a:rPr lang="zh-CN" altLang="en-US" smtClean="0">
                <a:effectLst/>
              </a:rPr>
              <a:t/>
            </a:fld>
            <a:endParaRPr lang="zh-CN" altLang="en-US">
              <a:effectLst/>
            </a:endParaRPr>
          </a:p>
        </p:txBody>
      </p:sp>
    </p:spTree>
  </p:cSld>
  <p:clrMapOvr>
    <a:masterClrMapping/>
  </p:clrMapOvr>
  <p:transition/>
  <p:timing/>
  <p:hf hdr="0" ftr="0"/>
</p:sldLayout>
</file>

<file path=ppt/slideLayouts/slideLayout9.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type="vertTitleAndTx" preserve="1">
  <p:cSld name="竖排标题与文本">
    <p:spTree>
      <p:nvGrpSpPr>
        <p:cNvPr id="1" name=""/>
        <p:cNvGrpSpPr/>
        <p:nvPr/>
      </p:nvGrpSpPr>
      <p:grpSpPr>
        <a:xfrm>
          <a:off x="0" y="0"/>
          <a:ext cx="0" cy="0"/>
        </a:xfrm>
        <a:effectLst/>
      </p:grpSpPr>
      <p:sp>
        <p:nvSpPr>
          <p:cNvPr id="2" name="竖排标题 1"/>
          <p:cNvSpPr>
            <a:spLocks noGrp="1"/>
          </p:cNvSpPr>
          <p:nvPr>
            <p:ph type="title" orient="vert"/>
            <p:custDataLst>
              <p:tags r:id="rId1"/>
            </p:custDataLst>
          </p:nvPr>
        </p:nvSpPr>
        <p:spPr>
          <a:xfrm>
            <a:off x="10571135" y="952508"/>
            <a:ext cx="950984" cy="5388907"/>
          </a:xfrm>
          <a:effectLst/>
        </p:spPr>
        <p:txBody>
          <a:bodyPr vert="eaVert" lIns="101600" tIns="38100" rIns="76200" bIns="38100" rtlCol="0" anchor="ctr" anchorCtr="0">
            <a:noAutofit/>
          </a:bodyPr>
          <a:lstStyle>
            <a:lvl1pPr marL="0" marR="0" lvl="0" algn="l" defTabSz="914400" rtl="0" eaLnBrk="1" fontAlgn="auto" latinLnBrk="0" hangingPunct="1">
              <a:lnSpc>
                <a:spcPct val="100000"/>
              </a:lnSpc>
              <a:spcAft>
                <a:spcPct val="0"/>
              </a:spcAft>
              <a:buNone/>
              <a:defRPr kumimoji="0" lang="zh-CN" altLang="en-US" sz="2400" b="1" i="0" u="none" strike="noStrike" kern="1200" cap="none" spc="200" normalizeH="0" baseline="0" noProof="1">
                <a:solidFill>
                  <a:schemeClr val="tx1"/>
                </a:solidFill>
                <a:effectLst/>
                <a:uFillTx/>
                <a:latin typeface="微软雅黑" panose="020b0503020204020204" pitchFamily="34" charset="-122"/>
                <a:ea typeface="微软雅黑" panose="020b0503020204020204" pitchFamily="34" charset="-122"/>
                <a:cs typeface="+mj-cs"/>
                <a:sym typeface="+mn-ea"/>
              </a:defRPr>
            </a:lvl1pPr>
          </a:lstStyle>
          <a:p>
            <a:pPr lvl="0"/>
            <a:r>
              <a:rPr>
                <a:effectLst/>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a:effectLst/>
        </p:spPr>
        <p:txBody>
          <a:bodyPr vert="eaVert"/>
          <a:lstStyle>
            <a:lvl1pPr indent="0" eaLnBrk="1" fontAlgn="auto" latinLnBrk="0" hangingPunct="1">
              <a:defRPr>
                <a:effectLst/>
                <a:latin typeface="微软雅黑" panose="020b0503020204020204" pitchFamily="34" charset="-122"/>
                <a:ea typeface="微软雅黑" panose="020b0503020204020204" pitchFamily="34" charset="-122"/>
              </a:defRPr>
            </a:lvl1pPr>
            <a:lvl2pPr indent="0" eaLnBrk="1" fontAlgn="auto" latinLnBrk="0" hangingPunct="1">
              <a:defRPr>
                <a:effectLst/>
                <a:latin typeface="微软雅黑" panose="020b0503020204020204" pitchFamily="34" charset="-122"/>
                <a:ea typeface="微软雅黑" panose="020b0503020204020204" pitchFamily="34" charset="-122"/>
              </a:defRPr>
            </a:lvl2pPr>
            <a:lvl3pPr indent="0" eaLnBrk="1" fontAlgn="auto" latinLnBrk="0" hangingPunct="1">
              <a:defRPr>
                <a:effectLst/>
                <a:latin typeface="微软雅黑" panose="020b0503020204020204" pitchFamily="34" charset="-122"/>
                <a:ea typeface="微软雅黑" panose="020b0503020204020204" pitchFamily="34" charset="-122"/>
              </a:defRPr>
            </a:lvl3pPr>
            <a:lvl4pPr indent="0" eaLnBrk="1" fontAlgn="auto" latinLnBrk="0" hangingPunct="1">
              <a:defRPr>
                <a:effectLst/>
                <a:latin typeface="微软雅黑" panose="020b0503020204020204" pitchFamily="34" charset="-122"/>
                <a:ea typeface="微软雅黑" panose="020b0503020204020204" pitchFamily="34" charset="-122"/>
              </a:defRPr>
            </a:lvl4pPr>
            <a:lvl5pPr indent="0" eaLnBrk="1" fontAlgn="auto" latinLnBrk="0" hangingPunct="1">
              <a:defRPr>
                <a:effectLst/>
                <a:latin typeface="微软雅黑" panose="020b0503020204020204" pitchFamily="34" charset="-122"/>
                <a:ea typeface="微软雅黑" panose="020b0503020204020204" pitchFamily="34" charset="-122"/>
              </a:defRPr>
            </a:lvl5pPr>
          </a:lstStyle>
          <a:p>
            <a:pPr lvl="0"/>
            <a:r>
              <a:rPr lang="zh-CN" altLang="en-US">
                <a:effectLst/>
              </a:rPr>
              <a:t>单击此处编辑母版文本样式</a:t>
            </a:r>
          </a:p>
          <a:p>
            <a:pPr lvl="1"/>
            <a:r>
              <a:rPr lang="zh-CN" altLang="en-US">
                <a:effectLst/>
              </a:rPr>
              <a:t>第二级</a:t>
            </a:r>
          </a:p>
          <a:p>
            <a:pPr lvl="2"/>
            <a:r>
              <a:rPr lang="zh-CN" altLang="en-US">
                <a:effectLst/>
              </a:rPr>
              <a:t>第三级</a:t>
            </a:r>
          </a:p>
          <a:p>
            <a:pPr lvl="3"/>
            <a:r>
              <a:rPr lang="zh-CN" altLang="en-US">
                <a:effectLst/>
              </a:rPr>
              <a:t>第四级</a:t>
            </a:r>
          </a:p>
          <a:p>
            <a:pPr lvl="4"/>
            <a:r>
              <a:rPr lang="zh-CN" altLang="en-US">
                <a:effectLst/>
              </a:rPr>
              <a:t>第五级</a:t>
            </a:r>
          </a:p>
        </p:txBody>
      </p:sp>
      <p:sp>
        <p:nvSpPr>
          <p:cNvPr id="4" name="日期占位符 3"/>
          <p:cNvSpPr>
            <a:spLocks noGrp="1"/>
          </p:cNvSpPr>
          <p:nvPr>
            <p:ph type="dt" sz="half" idx="10"/>
            <p:custDataLst>
              <p:tags r:id="rId3"/>
            </p:custDataLst>
          </p:nvPr>
        </p:nvSpPr>
        <p:spPr>
          <a:effectLst/>
        </p:spPr>
        <p:txBody>
          <a:bodyPr/>
          <a:lstStyle/>
          <a:p>
            <a:fld id="{760FBDFE-C587-4B4C-A407-44438C67B59E}" type="datetime3">
              <a:rPr lang="zh-CN" altLang="en-US" smtClean="0">
                <a:effectLst/>
              </a:rPr>
              <a:t/>
            </a:fld>
            <a:endParaRPr lang="zh-CN" altLang="en-US">
              <a:effectLst/>
            </a:endParaRPr>
          </a:p>
        </p:txBody>
      </p:sp>
      <p:sp>
        <p:nvSpPr>
          <p:cNvPr id="5" name="页脚占位符 4"/>
          <p:cNvSpPr>
            <a:spLocks noGrp="1"/>
          </p:cNvSpPr>
          <p:nvPr>
            <p:ph type="ftr" sz="quarter" idx="11"/>
            <p:custDataLst>
              <p:tags r:id="rId4"/>
            </p:custDataLst>
          </p:nvPr>
        </p:nvSpPr>
        <p:spPr>
          <a:effectLst/>
        </p:spPr>
        <p:txBody>
          <a:bodyPr/>
          <a:lstStyle/>
          <a:p>
            <a:endParaRPr lang="zh-CN" altLang="en-US">
              <a:effectLst/>
            </a:endParaRPr>
          </a:p>
        </p:txBody>
      </p:sp>
      <p:sp>
        <p:nvSpPr>
          <p:cNvPr id="6" name="灯片编号占位符 5"/>
          <p:cNvSpPr>
            <a:spLocks noGrp="1"/>
          </p:cNvSpPr>
          <p:nvPr>
            <p:ph type="sldNum" sz="quarter" idx="12"/>
            <p:custDataLst>
              <p:tags r:id="rId5"/>
            </p:custDataLst>
          </p:nvPr>
        </p:nvSpPr>
        <p:spPr>
          <a:effectLst/>
        </p:spPr>
        <p:txBody>
          <a:bodyPr/>
          <a:lstStyle/>
          <a:p>
            <a:fld id="{49AE70B2-8BF9-45C0-BB95-33D1B9D3A854}" type="slidenum">
              <a:rPr lang="zh-CN" altLang="en-US" smtClean="0">
                <a:effectLst/>
              </a:rPr>
              <a:t/>
            </a:fld>
            <a:endParaRPr lang="zh-CN" altLang="en-US">
              <a:effectLst/>
            </a:endParaRPr>
          </a:p>
        </p:txBody>
      </p:sp>
    </p:spTree>
  </p:cSld>
  <p:clrMapOvr>
    <a:masterClrMapping/>
  </p:clrMapOvr>
  <p:transition/>
  <p:timing/>
  <p:hf hdr="0" ftr="0"/>
</p:sldLayout>
</file>

<file path=ppt/slideLayouts/slideLayout10.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reserve="1" userDrawn="1">
  <p:cSld name="内容">
    <p:spTree>
      <p:nvGrpSpPr>
        <p:cNvPr id="1" name=""/>
        <p:cNvGrpSpPr/>
        <p:nvPr/>
      </p:nvGrpSpPr>
      <p:grpSpPr>
        <a:xfrm>
          <a:off x="0" y="0"/>
          <a:ext cx="0" cy="0"/>
        </a:xfrm>
        <a:effectLst/>
      </p:grpSpPr>
      <p:sp>
        <p:nvSpPr>
          <p:cNvPr id="3" name="日期占位符 2"/>
          <p:cNvSpPr>
            <a:spLocks noGrp="1"/>
          </p:cNvSpPr>
          <p:nvPr>
            <p:ph type="dt" sz="half" idx="10"/>
            <p:custDataLst>
              <p:tags r:id="rId1"/>
            </p:custDataLst>
          </p:nvPr>
        </p:nvSpPr>
        <p:spPr>
          <a:effectLst/>
        </p:spPr>
        <p:txBody>
          <a:bodyPr/>
          <a:lstStyle/>
          <a:p>
            <a:fld id="{760FBDFE-C587-4B4C-A407-44438C67B59E}" type="datetime3">
              <a:rPr lang="zh-CN" altLang="en-US" smtClean="0">
                <a:effectLst/>
              </a:rPr>
              <a:t/>
            </a:fld>
            <a:endParaRPr lang="zh-CN" altLang="en-US">
              <a:effectLst/>
            </a:endParaRPr>
          </a:p>
        </p:txBody>
      </p:sp>
      <p:sp>
        <p:nvSpPr>
          <p:cNvPr id="4" name="页脚占位符 3"/>
          <p:cNvSpPr>
            <a:spLocks noGrp="1"/>
          </p:cNvSpPr>
          <p:nvPr>
            <p:ph type="ftr" sz="quarter" idx="11"/>
            <p:custDataLst>
              <p:tags r:id="rId2"/>
            </p:custDataLst>
          </p:nvPr>
        </p:nvSpPr>
        <p:spPr>
          <a:effectLst/>
        </p:spPr>
        <p:txBody>
          <a:bodyPr/>
          <a:lstStyle/>
          <a:p>
            <a:endParaRPr lang="zh-CN" altLang="en-US">
              <a:effectLst/>
            </a:endParaRPr>
          </a:p>
        </p:txBody>
      </p:sp>
      <p:sp>
        <p:nvSpPr>
          <p:cNvPr id="5" name="灯片编号占位符 4"/>
          <p:cNvSpPr>
            <a:spLocks noGrp="1"/>
          </p:cNvSpPr>
          <p:nvPr>
            <p:ph type="sldNum" sz="quarter" idx="12"/>
            <p:custDataLst>
              <p:tags r:id="rId3"/>
            </p:custDataLst>
          </p:nvPr>
        </p:nvSpPr>
        <p:spPr>
          <a:effectLst/>
        </p:spPr>
        <p:txBody>
          <a:bodyPr/>
          <a:lstStyle/>
          <a:p>
            <a:fld id="{49AE70B2-8BF9-45C0-BB95-33D1B9D3A854}" type="slidenum">
              <a:rPr lang="zh-CN" altLang="en-US" smtClean="0">
                <a:effectLst/>
              </a:rPr>
              <a:t/>
            </a:fld>
            <a:endParaRPr lang="zh-CN" altLang="en-US">
              <a:effectLst/>
            </a:endParaRPr>
          </a:p>
        </p:txBody>
      </p:sp>
      <p:sp>
        <p:nvSpPr>
          <p:cNvPr id="7" name="内容占位符 6"/>
          <p:cNvSpPr>
            <a:spLocks noGrp="1"/>
          </p:cNvSpPr>
          <p:nvPr>
            <p:ph sz="quarter" idx="13"/>
            <p:custDataLst>
              <p:tags r:id="rId4"/>
            </p:custDataLst>
          </p:nvPr>
        </p:nvSpPr>
        <p:spPr>
          <a:xfrm>
            <a:off x="669930" y="952508"/>
            <a:ext cx="10852237" cy="5388907"/>
          </a:xfrm>
          <a:effectLst/>
        </p:spPr>
        <p:txBody>
          <a:bodyPr/>
          <a:lstStyle/>
          <a:p>
            <a:pPr lvl="0"/>
            <a:r>
              <a:rPr lang="zh-CN" altLang="en-US">
                <a:effectLst/>
              </a:rPr>
              <a:t>单击此处编辑母版文本样式</a:t>
            </a:r>
          </a:p>
          <a:p>
            <a:pPr lvl="1"/>
            <a:r>
              <a:rPr lang="zh-CN" altLang="en-US">
                <a:effectLst/>
              </a:rPr>
              <a:t>第二级</a:t>
            </a:r>
          </a:p>
          <a:p>
            <a:pPr lvl="2"/>
            <a:r>
              <a:rPr lang="zh-CN" altLang="en-US">
                <a:effectLst/>
              </a:rPr>
              <a:t>第三级</a:t>
            </a:r>
          </a:p>
          <a:p>
            <a:pPr lvl="3"/>
            <a:r>
              <a:rPr lang="zh-CN" altLang="en-US">
                <a:effectLst/>
              </a:rPr>
              <a:t>第四级</a:t>
            </a:r>
          </a:p>
          <a:p>
            <a:pPr lvl="4"/>
            <a:r>
              <a:rPr lang="zh-CN" altLang="en-US">
                <a:effectLst/>
              </a:rPr>
              <a:t>第五级</a:t>
            </a:r>
          </a:p>
        </p:txBody>
      </p:sp>
    </p:spTree>
  </p:cSld>
  <p:clrMapOvr>
    <a:masterClrMapping/>
  </p:clrMapOvr>
  <p:transition/>
  <p:timing/>
  <p:hf hdr="0" ftr="0"/>
</p:sldLayout>
</file>

<file path=ppt/slideLayouts/slideLayout11.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reserve="1" userDrawn="1">
  <p:cSld name="末尾幻灯片">
    <p:spTree>
      <p:nvGrpSpPr>
        <p:cNvPr id="1" name=""/>
        <p:cNvGrpSpPr/>
        <p:nvPr/>
      </p:nvGrpSpPr>
      <p:grpSpPr>
        <a:xfrm>
          <a:off x="0" y="0"/>
          <a:ext cx="0" cy="0"/>
        </a:xfrm>
        <a:effectLst/>
      </p:grpSpPr>
      <p:sp>
        <p:nvSpPr>
          <p:cNvPr id="2" name="标题 1"/>
          <p:cNvSpPr>
            <a:spLocks noGrp="1"/>
          </p:cNvSpPr>
          <p:nvPr>
            <p:ph type="title" hasCustomPrompt="1"/>
            <p:custDataLst>
              <p:tags r:id="rId1"/>
            </p:custDataLst>
          </p:nvPr>
        </p:nvSpPr>
        <p:spPr>
          <a:xfrm>
            <a:off x="2782800" y="2646000"/>
            <a:ext cx="5788800" cy="1357200"/>
          </a:xfrm>
          <a:effectLst/>
        </p:spPr>
        <p:txBody>
          <a:bodyPr vert="horz" lIns="90000" tIns="46800" rIns="90000" bIns="46800" rtlCol="0" anchor="t" anchorCtr="0">
            <a:normAutofit/>
          </a:bodyPr>
          <a:lstStyle>
            <a:lvl1pPr marL="0" marR="0" algn="ctr" defTabSz="914400" rtl="0" eaLnBrk="1" fontAlgn="auto" latinLnBrk="0" hangingPunct="1">
              <a:lnSpc>
                <a:spcPct val="130000"/>
              </a:lnSpc>
              <a:buNone/>
              <a:defRPr kumimoji="0" lang="zh-CN" altLang="en-US" sz="6300" b="1" i="0" u="none" strike="noStrike" kern="1200" cap="none" spc="300" normalizeH="0" baseline="0" noProof="1">
                <a:solidFill>
                  <a:schemeClr val="accent1"/>
                </a:solidFill>
                <a:effectLst/>
                <a:uFillTx/>
                <a:latin typeface="Arial" panose="020b0604020202020204" pitchFamily="34" charset="0"/>
                <a:ea typeface="微软雅黑" panose="020b0503020204020204" pitchFamily="34" charset="-122"/>
                <a:cs typeface="+mj-cs"/>
                <a:sym typeface="+mn-ea"/>
              </a:defRPr>
            </a:lvl1pPr>
          </a:lstStyle>
          <a:p>
            <a:pPr lvl="0"/>
            <a:r>
              <a:rPr>
                <a:effectLst/>
                <a:sym typeface="+mn-ea"/>
              </a:rPr>
              <a:t>编辑标题</a:t>
            </a:r>
          </a:p>
        </p:txBody>
      </p:sp>
      <p:sp>
        <p:nvSpPr>
          <p:cNvPr id="3" name="日期占位符 2"/>
          <p:cNvSpPr>
            <a:spLocks noGrp="1"/>
          </p:cNvSpPr>
          <p:nvPr>
            <p:ph type="dt" sz="half" idx="10"/>
            <p:custDataLst>
              <p:tags r:id="rId2"/>
            </p:custDataLst>
          </p:nvPr>
        </p:nvSpPr>
        <p:spPr>
          <a:effectLst/>
        </p:spPr>
        <p:txBody>
          <a:bodyPr/>
          <a:lstStyle/>
          <a:p>
            <a:fld id="{760FBDFE-C587-4B4C-A407-44438C67B59E}" type="datetime3">
              <a:rPr lang="zh-CN" altLang="en-US" smtClean="0">
                <a:effectLst/>
              </a:rPr>
              <a:t/>
            </a:fld>
            <a:endParaRPr lang="zh-CN" altLang="en-US">
              <a:effectLst/>
            </a:endParaRPr>
          </a:p>
        </p:txBody>
      </p:sp>
      <p:sp>
        <p:nvSpPr>
          <p:cNvPr id="4" name="页脚占位符 3"/>
          <p:cNvSpPr>
            <a:spLocks noGrp="1"/>
          </p:cNvSpPr>
          <p:nvPr>
            <p:ph type="ftr" sz="quarter" idx="11"/>
            <p:custDataLst>
              <p:tags r:id="rId3"/>
            </p:custDataLst>
          </p:nvPr>
        </p:nvSpPr>
        <p:spPr>
          <a:effectLst/>
        </p:spPr>
        <p:txBody>
          <a:bodyPr/>
          <a:lstStyle/>
          <a:p>
            <a:endParaRPr lang="zh-CN" altLang="en-US">
              <a:effectLst/>
            </a:endParaRPr>
          </a:p>
        </p:txBody>
      </p:sp>
      <p:sp>
        <p:nvSpPr>
          <p:cNvPr id="5" name="灯片编号占位符 4"/>
          <p:cNvSpPr>
            <a:spLocks noGrp="1"/>
          </p:cNvSpPr>
          <p:nvPr>
            <p:ph type="sldNum" sz="quarter" idx="12"/>
            <p:custDataLst>
              <p:tags r:id="rId4"/>
            </p:custDataLst>
          </p:nvPr>
        </p:nvSpPr>
        <p:spPr>
          <a:effectLst/>
        </p:spPr>
        <p:txBody>
          <a:bodyPr/>
          <a:lstStyle/>
          <a:p>
            <a:fld id="{49AE70B2-8BF9-45C0-BB95-33D1B9D3A854}" type="slidenum">
              <a:rPr lang="zh-CN" altLang="en-US" smtClean="0">
                <a:effectLst/>
              </a:rPr>
              <a:t/>
            </a:fld>
            <a:endParaRPr lang="zh-CN" altLang="en-US">
              <a:effectLst/>
            </a:endParaRPr>
          </a:p>
        </p:txBody>
      </p:sp>
      <p:sp>
        <p:nvSpPr>
          <p:cNvPr id="11" name="文本占位符 10"/>
          <p:cNvSpPr>
            <a:spLocks noGrp="1"/>
          </p:cNvSpPr>
          <p:nvPr>
            <p:ph type="body" sz="quarter" idx="13" hasCustomPrompt="1"/>
            <p:custDataLst>
              <p:tags r:id="rId5"/>
            </p:custDataLst>
          </p:nvPr>
        </p:nvSpPr>
        <p:spPr>
          <a:xfrm>
            <a:off x="2782800" y="4042800"/>
            <a:ext cx="5788800" cy="414000"/>
          </a:xfrm>
          <a:effectLst/>
        </p:spPr>
        <p:txBody>
          <a:bodyPr lIns="90000" tIns="46800" rIns="90000" bIns="46800">
            <a:normAutofit/>
          </a:bodyPr>
          <a:lstStyle>
            <a:lvl1pPr marL="0" indent="0" algn="ctr">
              <a:spcAft>
                <a:spcPct val="0"/>
              </a:spcAft>
              <a:buNone/>
              <a:defRPr sz="1400" b="1" spc="600" baseline="0">
                <a:solidFill>
                  <a:schemeClr val="accent1"/>
                </a:solidFill>
                <a:effectLst/>
                <a:latin typeface="Arial" panose="020b0604020202020204" pitchFamily="34" charset="0"/>
              </a:defRPr>
            </a:lvl1pPr>
            <a:lvl2pPr marL="457200" indent="0">
              <a:buNone/>
            </a:lvl2pPr>
            <a:lvl3pPr marL="914400" indent="0">
              <a:buNone/>
            </a:lvl3pPr>
            <a:lvl4pPr marL="1371600" indent="0">
              <a:buNone/>
            </a:lvl4pPr>
            <a:lvl5pPr marL="1828800" indent="0">
              <a:buNone/>
            </a:lvl5pPr>
          </a:lstStyle>
          <a:p>
            <a:pPr lvl="0"/>
            <a:r>
              <a:rPr lang="zh-CN" altLang="en-US">
                <a:effectLst/>
              </a:rPr>
              <a:t>点击此处编辑文本</a:t>
            </a:r>
          </a:p>
        </p:txBody>
      </p:sp>
      <p:sp>
        <p:nvSpPr>
          <p:cNvPr id="14" name="文本占位符 13"/>
          <p:cNvSpPr>
            <a:spLocks noGrp="1"/>
          </p:cNvSpPr>
          <p:nvPr>
            <p:ph type="body" sz="quarter" idx="14" hasCustomPrompt="1"/>
            <p:custDataLst>
              <p:tags r:id="rId6"/>
            </p:custDataLst>
          </p:nvPr>
        </p:nvSpPr>
        <p:spPr>
          <a:xfrm>
            <a:off x="3754800" y="5896800"/>
            <a:ext cx="3844800" cy="338400"/>
          </a:xfrm>
          <a:effectLst/>
        </p:spPr>
        <p:txBody>
          <a:bodyPr lIns="90000" tIns="46800" rIns="90000" bIns="46800">
            <a:normAutofit/>
          </a:bodyPr>
          <a:lstStyle>
            <a:lvl1pPr marL="0" indent="0" algn="ctr">
              <a:lnSpc>
                <a:spcPct val="100000"/>
              </a:lnSpc>
              <a:spcAft>
                <a:spcPct val="0"/>
              </a:spcAft>
              <a:buNone/>
              <a:defRPr sz="1400" spc="300" baseline="0">
                <a:solidFill>
                  <a:schemeClr val="accent1"/>
                </a:solidFill>
                <a:effectLst/>
                <a:latin typeface="Arial" panose="020b0604020202020204" pitchFamily="34" charset="0"/>
              </a:defRPr>
            </a:lvl1pPr>
            <a:lvl2pPr marL="457200" indent="0">
              <a:buNone/>
            </a:lvl2pPr>
            <a:lvl3pPr marL="914400" indent="0">
              <a:buNone/>
            </a:lvl3pPr>
            <a:lvl4pPr marL="1371600" indent="0">
              <a:buNone/>
            </a:lvl4pPr>
            <a:lvl5pPr marL="1828800" indent="0">
              <a:buNone/>
            </a:lvl5pPr>
          </a:lstStyle>
          <a:p>
            <a:pPr lvl="0"/>
            <a:r>
              <a:rPr lang="zh-CN" altLang="en-US">
                <a:effectLst/>
              </a:rPr>
              <a:t>点击此处编辑文本</a:t>
            </a:r>
          </a:p>
        </p:txBody>
      </p:sp>
    </p:spTree>
  </p:cSld>
  <p:clrMapOvr>
    <a:masterClrMapping/>
  </p:clrMapOvr>
  <p:transition/>
  <p:timing/>
  <p:hf hdr="0" ftr="0"/>
</p:sldLayout>
</file>

<file path=ppt/slideLayouts/slideLayout12.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reserve="1" userDrawn="1">
  <p:cSld name="通用">
    <p:spTree>
      <p:nvGrpSpPr>
        <p:cNvPr id="1" name=""/>
        <p:cNvGrpSpPr/>
        <p:nvPr/>
      </p:nvGrpSpPr>
      <p:grpSpPr>
        <a:xfrm>
          <a:off x="0" y="0"/>
          <a:ext cx="0" cy="0"/>
        </a:xfrm>
        <a:effectLst/>
      </p:grpSpPr>
      <p:sp>
        <p:nvSpPr>
          <p:cNvPr id="2" name="标题 1"/>
          <p:cNvSpPr>
            <a:spLocks noGrp="1"/>
          </p:cNvSpPr>
          <p:nvPr>
            <p:ph type="title"/>
            <p:custDataLst>
              <p:tags r:id="rId1"/>
            </p:custDataLst>
          </p:nvPr>
        </p:nvSpPr>
        <p:spPr>
          <a:effectLst/>
        </p:spPr>
        <p:txBody>
          <a:bodyPr/>
          <a:lstStyle>
            <a:lvl1pPr>
              <a:defRPr baseline="0">
                <a:effectLst/>
                <a:latin typeface="Arial" panose="020b0604020202020204" pitchFamily="34" charset="0"/>
                <a:ea typeface="微软雅黑" panose="020b0503020204020204" pitchFamily="34" charset="-122"/>
              </a:defRPr>
            </a:lvl1pPr>
          </a:lstStyle>
          <a:p>
            <a:r>
              <a:rPr lang="zh-CN" altLang="en-US">
                <a:effectLst/>
              </a:rPr>
              <a:t>单击此处编辑母版标题样式</a:t>
            </a:r>
          </a:p>
        </p:txBody>
      </p:sp>
      <p:sp>
        <p:nvSpPr>
          <p:cNvPr id="3" name="日期占位符 2"/>
          <p:cNvSpPr>
            <a:spLocks noGrp="1"/>
          </p:cNvSpPr>
          <p:nvPr>
            <p:ph type="dt" sz="half" idx="10"/>
            <p:custDataLst>
              <p:tags r:id="rId2"/>
            </p:custDataLst>
          </p:nvPr>
        </p:nvSpPr>
        <p:spPr>
          <a:effectLst/>
        </p:spPr>
        <p:txBody>
          <a:bodyPr/>
          <a:lstStyle/>
          <a:p>
            <a:fld id="{760FBDFE-C587-4B4C-A407-44438C67B59E}" type="datetime3">
              <a:rPr lang="zh-CN" altLang="en-US" smtClean="0">
                <a:effectLst/>
              </a:rPr>
              <a:t/>
            </a:fld>
            <a:endParaRPr lang="zh-CN" altLang="en-US">
              <a:effectLst/>
            </a:endParaRPr>
          </a:p>
        </p:txBody>
      </p:sp>
      <p:sp>
        <p:nvSpPr>
          <p:cNvPr id="4" name="页脚占位符 3"/>
          <p:cNvSpPr>
            <a:spLocks noGrp="1"/>
          </p:cNvSpPr>
          <p:nvPr>
            <p:ph type="ftr" sz="quarter" idx="11"/>
            <p:custDataLst>
              <p:tags r:id="rId3"/>
            </p:custDataLst>
          </p:nvPr>
        </p:nvSpPr>
        <p:spPr>
          <a:effectLst/>
        </p:spPr>
        <p:txBody>
          <a:bodyPr/>
          <a:lstStyle/>
          <a:p>
            <a:endParaRPr lang="zh-CN" altLang="en-US">
              <a:effectLst/>
            </a:endParaRPr>
          </a:p>
        </p:txBody>
      </p:sp>
      <p:sp>
        <p:nvSpPr>
          <p:cNvPr id="5" name="灯片编号占位符 4"/>
          <p:cNvSpPr>
            <a:spLocks noGrp="1"/>
          </p:cNvSpPr>
          <p:nvPr>
            <p:ph type="sldNum" sz="quarter" idx="12"/>
            <p:custDataLst>
              <p:tags r:id="rId4"/>
            </p:custDataLst>
          </p:nvPr>
        </p:nvSpPr>
        <p:spPr>
          <a:effectLst/>
        </p:spPr>
        <p:txBody>
          <a:bodyPr/>
          <a:lstStyle/>
          <a:p>
            <a:fld id="{49AE70B2-8BF9-45C0-BB95-33D1B9D3A854}" type="slidenum">
              <a:rPr lang="zh-CN" altLang="en-US" smtClean="0">
                <a:effectLst/>
              </a:rPr>
              <a:t/>
            </a:fld>
            <a:endParaRPr lang="zh-CN" altLang="en-US">
              <a:effectLst/>
            </a:endParaRPr>
          </a:p>
        </p:txBody>
      </p:sp>
    </p:spTree>
  </p:cSld>
  <p:clrMapOvr>
    <a:masterClrMapping/>
  </p:clrMapOvr>
  <p:transition/>
  <p:timing/>
  <p:hf hdr="0" ftr="0"/>
</p:sldLayout>
</file>

<file path=ppt/slideLayouts/slideLayout13.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reserve="1" userDrawn="1">
  <p:cSld name="相框">
    <p:spTree>
      <p:nvGrpSpPr>
        <p:cNvPr id="1" name=""/>
        <p:cNvGrpSpPr/>
        <p:nvPr/>
      </p:nvGrpSpPr>
      <p:grpSpPr>
        <a:xfrm>
          <a:off x="0" y="0"/>
          <a:ext cx="0" cy="0"/>
        </a:xfrm>
        <a:effectLst/>
      </p:grpSpPr>
      <p:sp>
        <p:nvSpPr>
          <p:cNvPr id="8" name="矩形 7"/>
          <p:cNvSpPr/>
          <p:nvPr>
            <p:custDataLst>
              <p:tags r:id="rId1"/>
            </p:custDataLst>
          </p:nvPr>
        </p:nvSpPr>
        <p:spPr>
          <a:xfrm>
            <a:off x="292800" y="304200"/>
            <a:ext cx="11606400" cy="62496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endParaRPr>
          </a:p>
        </p:txBody>
      </p:sp>
      <p:sp>
        <p:nvSpPr>
          <p:cNvPr id="2" name="标题 1"/>
          <p:cNvSpPr>
            <a:spLocks noGrp="1"/>
          </p:cNvSpPr>
          <p:nvPr>
            <p:ph type="title" hasCustomPrompt="1"/>
            <p:custDataLst>
              <p:tags r:id="rId2"/>
            </p:custDataLst>
          </p:nvPr>
        </p:nvSpPr>
        <p:spPr>
          <a:xfrm>
            <a:off x="1281600" y="1249200"/>
            <a:ext cx="9626400" cy="723600"/>
          </a:xfrm>
          <a:effectLst/>
        </p:spPr>
        <p:txBody>
          <a:bodyPr anchor="ctr"/>
          <a:lstStyle>
            <a:lvl1pPr>
              <a:defRPr sz="3200" baseline="0">
                <a:solidFill>
                  <a:schemeClr val="tx1"/>
                </a:solidFill>
                <a:effectLst/>
                <a:latin typeface="Arial" panose="020b0604020202020204" pitchFamily="34" charset="0"/>
                <a:ea typeface="微软雅黑" panose="020b0503020204020204" pitchFamily="34" charset="-122"/>
              </a:defRPr>
            </a:lvl1pPr>
          </a:lstStyle>
          <a:p>
            <a:r>
              <a:rPr lang="zh-CN" altLang="en-US">
                <a:effectLst/>
              </a:rPr>
              <a:t>单击此处编辑标题</a:t>
            </a:r>
          </a:p>
        </p:txBody>
      </p:sp>
      <p:sp>
        <p:nvSpPr>
          <p:cNvPr id="7" name="内容占位符 6"/>
          <p:cNvSpPr>
            <a:spLocks noGrp="1"/>
          </p:cNvSpPr>
          <p:nvPr>
            <p:ph sz="quarter" idx="13"/>
            <p:custDataLst>
              <p:tags r:id="rId3"/>
            </p:custDataLst>
          </p:nvPr>
        </p:nvSpPr>
        <p:spPr>
          <a:xfrm>
            <a:off x="1281113" y="2163600"/>
            <a:ext cx="9626600" cy="3445200"/>
          </a:xfrm>
          <a:effectLst/>
        </p:spPr>
        <p:txBody>
          <a:bodyPr/>
          <a:lstStyle>
            <a:lvl1pPr>
              <a:defRPr baseline="0">
                <a:solidFill>
                  <a:schemeClr val="tx1"/>
                </a:solidFill>
                <a:effectLst/>
                <a:latin typeface="Arial" panose="020b0604020202020204" pitchFamily="34" charset="0"/>
                <a:ea typeface="微软雅黑" panose="020b0503020204020204" pitchFamily="34" charset="-122"/>
              </a:defRPr>
            </a:lvl1pPr>
            <a:lvl2pPr>
              <a:defRPr baseline="0">
                <a:solidFill>
                  <a:schemeClr val="tx1"/>
                </a:solidFill>
                <a:effectLst/>
                <a:latin typeface="Arial" panose="020b0604020202020204" pitchFamily="34" charset="0"/>
                <a:ea typeface="微软雅黑" panose="020b0503020204020204" pitchFamily="34" charset="-122"/>
              </a:defRPr>
            </a:lvl2pPr>
            <a:lvl3pPr>
              <a:defRPr baseline="0">
                <a:solidFill>
                  <a:schemeClr val="tx1"/>
                </a:solidFill>
                <a:effectLst/>
                <a:latin typeface="Arial" panose="020b0604020202020204" pitchFamily="34" charset="0"/>
                <a:ea typeface="微软雅黑" panose="020b0503020204020204" pitchFamily="34" charset="-122"/>
              </a:defRPr>
            </a:lvl3pPr>
            <a:lvl4pPr>
              <a:defRPr baseline="0">
                <a:solidFill>
                  <a:schemeClr val="tx1"/>
                </a:solidFill>
                <a:effectLst/>
                <a:latin typeface="Arial" panose="020b0604020202020204" pitchFamily="34" charset="0"/>
                <a:ea typeface="微软雅黑" panose="020b0503020204020204" pitchFamily="34" charset="-122"/>
              </a:defRPr>
            </a:lvl4pPr>
            <a:lvl5pPr>
              <a:defRPr baseline="0">
                <a:solidFill>
                  <a:schemeClr val="tx1"/>
                </a:solidFill>
                <a:effectLst/>
                <a:latin typeface="Arial" panose="020b0604020202020204" pitchFamily="34" charset="0"/>
                <a:ea typeface="微软雅黑" panose="020b0503020204020204" pitchFamily="34" charset="-122"/>
              </a:defRPr>
            </a:lvl5pPr>
          </a:lstStyle>
          <a:p>
            <a:pPr lvl="0"/>
            <a:r>
              <a:rPr lang="zh-CN" altLang="en-US">
                <a:effectLst/>
              </a:rPr>
              <a:t>单击此处编辑母版文本样式</a:t>
            </a:r>
          </a:p>
          <a:p>
            <a:pPr lvl="1"/>
            <a:r>
              <a:rPr lang="zh-CN" altLang="en-US">
                <a:effectLst/>
              </a:rPr>
              <a:t>第二级</a:t>
            </a:r>
          </a:p>
          <a:p>
            <a:pPr lvl="2"/>
            <a:r>
              <a:rPr lang="zh-CN" altLang="en-US">
                <a:effectLst/>
              </a:rPr>
              <a:t>第三级</a:t>
            </a:r>
          </a:p>
          <a:p>
            <a:pPr lvl="3"/>
            <a:r>
              <a:rPr lang="zh-CN" altLang="en-US">
                <a:effectLst/>
              </a:rPr>
              <a:t>第四级</a:t>
            </a:r>
          </a:p>
          <a:p>
            <a:pPr lvl="4"/>
            <a:r>
              <a:rPr lang="zh-CN" altLang="en-US">
                <a:effectLst/>
              </a:rPr>
              <a:t>第五级</a:t>
            </a:r>
          </a:p>
        </p:txBody>
      </p:sp>
      <p:sp>
        <p:nvSpPr>
          <p:cNvPr id="3" name="日期占位符 2"/>
          <p:cNvSpPr>
            <a:spLocks noGrp="1"/>
          </p:cNvSpPr>
          <p:nvPr>
            <p:ph type="dt" sz="half" idx="10"/>
            <p:custDataLst>
              <p:tags r:id="rId4"/>
            </p:custDataLst>
          </p:nvPr>
        </p:nvSpPr>
        <p:spPr>
          <a:effectLst/>
        </p:spPr>
        <p:txBody>
          <a:bodyPr/>
          <a:lstStyle/>
          <a:p>
            <a:fld id="{760FBDFE-C587-4B4C-A407-44438C67B59E}" type="datetime3">
              <a:rPr lang="zh-CN" altLang="en-US" smtClean="0">
                <a:effectLst/>
              </a:rPr>
              <a:t/>
            </a:fld>
            <a:endParaRPr lang="zh-CN" altLang="en-US">
              <a:effectLst/>
            </a:endParaRPr>
          </a:p>
        </p:txBody>
      </p:sp>
      <p:sp>
        <p:nvSpPr>
          <p:cNvPr id="4" name="页脚占位符 3"/>
          <p:cNvSpPr>
            <a:spLocks noGrp="1"/>
          </p:cNvSpPr>
          <p:nvPr>
            <p:ph type="ftr" sz="quarter" idx="11"/>
            <p:custDataLst>
              <p:tags r:id="rId5"/>
            </p:custDataLst>
          </p:nvPr>
        </p:nvSpPr>
        <p:spPr>
          <a:effectLst/>
        </p:spPr>
        <p:txBody>
          <a:bodyPr/>
          <a:lstStyle/>
          <a:p>
            <a:endParaRPr lang="zh-CN" altLang="en-US">
              <a:effectLst/>
            </a:endParaRPr>
          </a:p>
        </p:txBody>
      </p:sp>
      <p:sp>
        <p:nvSpPr>
          <p:cNvPr id="5" name="灯片编号占位符 4"/>
          <p:cNvSpPr>
            <a:spLocks noGrp="1"/>
          </p:cNvSpPr>
          <p:nvPr>
            <p:ph type="sldNum" sz="quarter" idx="12"/>
            <p:custDataLst>
              <p:tags r:id="rId6"/>
            </p:custDataLst>
          </p:nvPr>
        </p:nvSpPr>
        <p:spPr>
          <a:effectLst/>
        </p:spPr>
        <p:txBody>
          <a:bodyPr/>
          <a:lstStyle/>
          <a:p>
            <a:fld id="{49AE70B2-8BF9-45C0-BB95-33D1B9D3A854}" type="slidenum">
              <a:rPr lang="zh-CN" altLang="en-US" smtClean="0">
                <a:effectLst/>
              </a:rPr>
              <a:t/>
            </a:fld>
            <a:endParaRPr lang="zh-CN" altLang="en-US">
              <a:effectLst/>
            </a:endParaRPr>
          </a:p>
        </p:txBody>
      </p:sp>
    </p:spTree>
  </p:cSld>
  <p:clrMapOvr>
    <a:masterClrMapping/>
  </p:clrMapOvr>
  <p:transition/>
  <p:timing/>
  <p:hf hdr="0" ftr="0"/>
</p:sldLayout>
</file>

<file path=ppt/slideLayouts/slideLayout14.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reserve="1" userDrawn="1">
  <p:cSld name="左右">
    <p:spTree>
      <p:nvGrpSpPr>
        <p:cNvPr id="1" name=""/>
        <p:cNvGrpSpPr/>
        <p:nvPr/>
      </p:nvGrpSpPr>
      <p:grpSpPr>
        <a:xfrm>
          <a:off x="0" y="0"/>
          <a:ext cx="0" cy="0"/>
        </a:xfrm>
        <a:effectLst/>
      </p:grpSpPr>
      <p:sp>
        <p:nvSpPr>
          <p:cNvPr id="8" name="矩形 7"/>
          <p:cNvSpPr/>
          <p:nvPr>
            <p:custDataLst>
              <p:tags r:id="rId1"/>
            </p:custDataLst>
          </p:nvPr>
        </p:nvSpPr>
        <p:spPr>
          <a:xfrm>
            <a:off x="0" y="0"/>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effectLst/>
              <a:sym typeface="+mn-ea"/>
            </a:endParaRPr>
          </a:p>
        </p:txBody>
      </p:sp>
      <p:sp>
        <p:nvSpPr>
          <p:cNvPr id="2" name="标题 1"/>
          <p:cNvSpPr>
            <a:spLocks noGrp="1"/>
          </p:cNvSpPr>
          <p:nvPr>
            <p:ph type="title" hasCustomPrompt="1"/>
            <p:custDataLst>
              <p:tags r:id="rId2"/>
            </p:custDataLst>
          </p:nvPr>
        </p:nvSpPr>
        <p:spPr>
          <a:xfrm>
            <a:off x="583200" y="770400"/>
            <a:ext cx="3960000" cy="882000"/>
          </a:xfrm>
          <a:effectLst/>
        </p:spPr>
        <p:txBody>
          <a:bodyPr anchor="ctr"/>
          <a:lstStyle>
            <a:lvl1pPr>
              <a:defRPr sz="3600" baseline="0">
                <a:solidFill>
                  <a:schemeClr val="tx1"/>
                </a:solidFill>
                <a:effectLst/>
                <a:latin typeface="Arial" panose="020b0604020202020204" pitchFamily="34" charset="0"/>
                <a:ea typeface="微软雅黑" panose="020b0503020204020204" pitchFamily="34" charset="-122"/>
              </a:defRPr>
            </a:lvl1pPr>
          </a:lstStyle>
          <a:p>
            <a:r>
              <a:rPr lang="zh-CN" altLang="en-US">
                <a:effectLst/>
              </a:rPr>
              <a:t>单击编辑标题</a:t>
            </a:r>
          </a:p>
        </p:txBody>
      </p:sp>
      <p:sp>
        <p:nvSpPr>
          <p:cNvPr id="3" name="日期占位符 2"/>
          <p:cNvSpPr>
            <a:spLocks noGrp="1"/>
          </p:cNvSpPr>
          <p:nvPr>
            <p:ph type="dt" sz="half" idx="10"/>
            <p:custDataLst>
              <p:tags r:id="rId3"/>
            </p:custDataLst>
          </p:nvPr>
        </p:nvSpPr>
        <p:spPr>
          <a:effectLst/>
        </p:spPr>
        <p:txBody>
          <a:bodyPr/>
          <a:lstStyle/>
          <a:p>
            <a:fld id="{760FBDFE-C587-4B4C-A407-44438C67B59E}" type="datetime3">
              <a:rPr lang="zh-CN" altLang="en-US" smtClean="0">
                <a:effectLst/>
              </a:rPr>
              <a:t/>
            </a:fld>
            <a:endParaRPr lang="zh-CN" altLang="en-US">
              <a:effectLst/>
            </a:endParaRPr>
          </a:p>
        </p:txBody>
      </p:sp>
      <p:sp>
        <p:nvSpPr>
          <p:cNvPr id="4" name="页脚占位符 3"/>
          <p:cNvSpPr>
            <a:spLocks noGrp="1"/>
          </p:cNvSpPr>
          <p:nvPr>
            <p:ph type="ftr" sz="quarter" idx="11"/>
            <p:custDataLst>
              <p:tags r:id="rId4"/>
            </p:custDataLst>
          </p:nvPr>
        </p:nvSpPr>
        <p:spPr>
          <a:effectLst/>
        </p:spPr>
        <p:txBody>
          <a:bodyPr/>
          <a:lstStyle/>
          <a:p>
            <a:endParaRPr lang="zh-CN" altLang="en-US">
              <a:effectLst/>
            </a:endParaRPr>
          </a:p>
        </p:txBody>
      </p:sp>
      <p:sp>
        <p:nvSpPr>
          <p:cNvPr id="5" name="灯片编号占位符 4"/>
          <p:cNvSpPr>
            <a:spLocks noGrp="1"/>
          </p:cNvSpPr>
          <p:nvPr>
            <p:ph type="sldNum" sz="quarter" idx="12"/>
            <p:custDataLst>
              <p:tags r:id="rId5"/>
            </p:custDataLst>
          </p:nvPr>
        </p:nvSpPr>
        <p:spPr>
          <a:effectLst/>
        </p:spPr>
        <p:txBody>
          <a:bodyPr/>
          <a:lstStyle/>
          <a:p>
            <a:fld id="{49AE70B2-8BF9-45C0-BB95-33D1B9D3A854}" type="slidenum">
              <a:rPr lang="zh-CN" altLang="en-US" smtClean="0">
                <a:effectLst/>
              </a:rPr>
              <a:t/>
            </a:fld>
            <a:endParaRPr lang="zh-CN" altLang="en-US">
              <a:effectLst/>
            </a:endParaRPr>
          </a:p>
        </p:txBody>
      </p:sp>
      <p:sp>
        <p:nvSpPr>
          <p:cNvPr id="7" name="文本占位符 6"/>
          <p:cNvSpPr>
            <a:spLocks noGrp="1"/>
          </p:cNvSpPr>
          <p:nvPr>
            <p:ph type="body" sz="quarter" idx="13"/>
            <p:custDataLst>
              <p:tags r:id="rId6"/>
            </p:custDataLst>
          </p:nvPr>
        </p:nvSpPr>
        <p:spPr>
          <a:xfrm>
            <a:off x="586800" y="1764000"/>
            <a:ext cx="3956400" cy="4093200"/>
          </a:xfrm>
          <a:effectLst/>
        </p:spPr>
        <p:txBody>
          <a:bodyPr/>
          <a:lstStyle>
            <a:lvl1pPr>
              <a:defRPr baseline="0">
                <a:solidFill>
                  <a:schemeClr val="tx1"/>
                </a:solidFill>
                <a:effectLst/>
                <a:latin typeface="Arial" panose="020b0604020202020204" pitchFamily="34" charset="0"/>
                <a:ea typeface="微软雅黑" panose="020b0503020204020204" pitchFamily="34" charset="-122"/>
              </a:defRPr>
            </a:lvl1pPr>
            <a:lvl2pPr>
              <a:defRPr baseline="0">
                <a:solidFill>
                  <a:schemeClr val="tx1"/>
                </a:solidFill>
                <a:effectLst/>
                <a:latin typeface="Arial" panose="020b0604020202020204" pitchFamily="34" charset="0"/>
                <a:ea typeface="微软雅黑" panose="020b0503020204020204" pitchFamily="34" charset="-122"/>
              </a:defRPr>
            </a:lvl2pPr>
            <a:lvl3pPr>
              <a:defRPr baseline="0">
                <a:solidFill>
                  <a:schemeClr val="tx1"/>
                </a:solidFill>
                <a:effectLst/>
                <a:latin typeface="Arial" panose="020b0604020202020204" pitchFamily="34" charset="0"/>
                <a:ea typeface="微软雅黑" panose="020b0503020204020204" pitchFamily="34" charset="-122"/>
              </a:defRPr>
            </a:lvl3pPr>
            <a:lvl4pPr>
              <a:defRPr baseline="0">
                <a:solidFill>
                  <a:schemeClr val="tx1"/>
                </a:solidFill>
                <a:effectLst/>
                <a:latin typeface="Arial" panose="020b0604020202020204" pitchFamily="34" charset="0"/>
                <a:ea typeface="微软雅黑" panose="020b0503020204020204" pitchFamily="34" charset="-122"/>
              </a:defRPr>
            </a:lvl4pPr>
            <a:lvl5pPr>
              <a:defRPr baseline="0">
                <a:solidFill>
                  <a:schemeClr val="tx1"/>
                </a:solidFill>
                <a:effectLst/>
                <a:latin typeface="Arial" panose="020b0604020202020204" pitchFamily="34" charset="0"/>
                <a:ea typeface="微软雅黑" panose="020b0503020204020204" pitchFamily="34" charset="-122"/>
              </a:defRPr>
            </a:lvl5pPr>
          </a:lstStyle>
          <a:p>
            <a:pPr lvl="0"/>
            <a:r>
              <a:rPr lang="zh-CN" altLang="en-US">
                <a:effectLst/>
              </a:rPr>
              <a:t>单击此处编辑母版文本样式</a:t>
            </a:r>
          </a:p>
          <a:p>
            <a:pPr lvl="1"/>
            <a:r>
              <a:rPr lang="zh-CN" altLang="en-US">
                <a:effectLst/>
              </a:rPr>
              <a:t>第二级</a:t>
            </a:r>
          </a:p>
          <a:p>
            <a:pPr lvl="2"/>
            <a:r>
              <a:rPr lang="zh-CN" altLang="en-US">
                <a:effectLst/>
              </a:rPr>
              <a:t>第三级</a:t>
            </a:r>
          </a:p>
          <a:p>
            <a:pPr lvl="3"/>
            <a:r>
              <a:rPr lang="zh-CN" altLang="en-US">
                <a:effectLst/>
              </a:rPr>
              <a:t>第四级</a:t>
            </a:r>
          </a:p>
          <a:p>
            <a:pPr lvl="4"/>
            <a:r>
              <a:rPr lang="zh-CN" altLang="en-US">
                <a:effectLst/>
              </a:rPr>
              <a:t>第五级</a:t>
            </a:r>
          </a:p>
        </p:txBody>
      </p:sp>
      <p:sp>
        <p:nvSpPr>
          <p:cNvPr id="9" name="内容占位符 8"/>
          <p:cNvSpPr>
            <a:spLocks noGrp="1"/>
          </p:cNvSpPr>
          <p:nvPr>
            <p:ph sz="quarter" idx="14"/>
            <p:custDataLst>
              <p:tags r:id="rId7"/>
            </p:custDataLst>
          </p:nvPr>
        </p:nvSpPr>
        <p:spPr>
          <a:xfrm>
            <a:off x="5101200" y="769938"/>
            <a:ext cx="6480000" cy="5087937"/>
          </a:xfrm>
          <a:effectLst/>
        </p:spPr>
        <p:txBody>
          <a:bodyPr/>
          <a:lstStyle>
            <a:lvl1pPr>
              <a:defRPr baseline="0">
                <a:solidFill>
                  <a:schemeClr val="tx1"/>
                </a:solidFill>
                <a:effectLst/>
                <a:latin typeface="Arial" panose="020b0604020202020204" pitchFamily="34" charset="0"/>
                <a:ea typeface="微软雅黑" panose="020b0503020204020204" pitchFamily="34" charset="-122"/>
              </a:defRPr>
            </a:lvl1pPr>
            <a:lvl2pPr>
              <a:defRPr baseline="0">
                <a:solidFill>
                  <a:schemeClr val="tx1"/>
                </a:solidFill>
                <a:effectLst/>
                <a:latin typeface="Arial" panose="020b0604020202020204" pitchFamily="34" charset="0"/>
                <a:ea typeface="微软雅黑" panose="020b0503020204020204" pitchFamily="34" charset="-122"/>
              </a:defRPr>
            </a:lvl2pPr>
            <a:lvl3pPr>
              <a:defRPr baseline="0">
                <a:solidFill>
                  <a:schemeClr val="tx1"/>
                </a:solidFill>
                <a:effectLst/>
                <a:latin typeface="Arial" panose="020b0604020202020204" pitchFamily="34" charset="0"/>
                <a:ea typeface="微软雅黑" panose="020b0503020204020204" pitchFamily="34" charset="-122"/>
              </a:defRPr>
            </a:lvl3pPr>
            <a:lvl4pPr>
              <a:defRPr baseline="0">
                <a:solidFill>
                  <a:schemeClr val="tx1"/>
                </a:solidFill>
                <a:effectLst/>
                <a:latin typeface="Arial" panose="020b0604020202020204" pitchFamily="34" charset="0"/>
                <a:ea typeface="微软雅黑" panose="020b0503020204020204" pitchFamily="34" charset="-122"/>
              </a:defRPr>
            </a:lvl4pPr>
            <a:lvl5pPr>
              <a:defRPr baseline="0">
                <a:solidFill>
                  <a:schemeClr val="tx1"/>
                </a:solidFill>
                <a:effectLst/>
                <a:latin typeface="Arial" panose="020b0604020202020204" pitchFamily="34" charset="0"/>
                <a:ea typeface="微软雅黑" panose="020b0503020204020204" pitchFamily="34" charset="-122"/>
              </a:defRPr>
            </a:lvl5pPr>
          </a:lstStyle>
          <a:p>
            <a:pPr lvl="0"/>
            <a:r>
              <a:rPr lang="zh-CN" altLang="en-US">
                <a:effectLst/>
              </a:rPr>
              <a:t>单击此处编辑母版文本样式</a:t>
            </a:r>
          </a:p>
          <a:p>
            <a:pPr lvl="1"/>
            <a:r>
              <a:rPr lang="zh-CN" altLang="en-US">
                <a:effectLst/>
              </a:rPr>
              <a:t>第二级</a:t>
            </a:r>
          </a:p>
          <a:p>
            <a:pPr lvl="2"/>
            <a:r>
              <a:rPr lang="zh-CN" altLang="en-US">
                <a:effectLst/>
              </a:rPr>
              <a:t>第三级</a:t>
            </a:r>
          </a:p>
          <a:p>
            <a:pPr lvl="3"/>
            <a:r>
              <a:rPr lang="zh-CN" altLang="en-US">
                <a:effectLst/>
              </a:rPr>
              <a:t>第四级</a:t>
            </a:r>
          </a:p>
          <a:p>
            <a:pPr lvl="4"/>
            <a:r>
              <a:rPr lang="zh-CN" altLang="en-US">
                <a:effectLst/>
              </a:rPr>
              <a:t>第五级</a:t>
            </a:r>
          </a:p>
        </p:txBody>
      </p:sp>
    </p:spTree>
  </p:cSld>
  <p:clrMapOvr>
    <a:masterClrMapping/>
  </p:clrMapOvr>
  <p:transition/>
  <p:timing/>
  <p:hf hdr="0" ftr="0"/>
</p:sldLayout>
</file>

<file path=ppt/slideLayouts/slideLayout15.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reserve="1" userDrawn="1">
  <p:cSld name="上下">
    <p:spTree>
      <p:nvGrpSpPr>
        <p:cNvPr id="1" name=""/>
        <p:cNvGrpSpPr/>
        <p:nvPr/>
      </p:nvGrpSpPr>
      <p:grpSpPr>
        <a:xfrm>
          <a:off x="0" y="0"/>
          <a:ext cx="0" cy="0"/>
        </a:xfrm>
        <a:effectLst/>
      </p:grpSpPr>
      <p:sp>
        <p:nvSpPr>
          <p:cNvPr id="10" name="矩形 9"/>
          <p:cNvSpPr/>
          <p:nvPr>
            <p:custDataLst>
              <p:tags r:id="rId1"/>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effectLst/>
              <a:sym typeface="+mn-ea"/>
            </a:endParaRPr>
          </a:p>
        </p:txBody>
      </p:sp>
      <p:sp>
        <p:nvSpPr>
          <p:cNvPr id="2" name="标题 1"/>
          <p:cNvSpPr>
            <a:spLocks noGrp="1"/>
          </p:cNvSpPr>
          <p:nvPr>
            <p:ph type="title"/>
            <p:custDataLst>
              <p:tags r:id="rId2"/>
            </p:custDataLst>
          </p:nvPr>
        </p:nvSpPr>
        <p:spPr>
          <a:xfrm>
            <a:off x="612000" y="781200"/>
            <a:ext cx="10976400" cy="626400"/>
          </a:xfrm>
          <a:effectLst/>
        </p:spPr>
        <p:txBody>
          <a:bodyPr anchor="ctr"/>
          <a:lstStyle>
            <a:lvl1pPr algn="ctr">
              <a:defRPr sz="3600" baseline="0">
                <a:solidFill>
                  <a:schemeClr val="tx1"/>
                </a:solidFill>
                <a:effectLst/>
                <a:latin typeface="Arial" panose="020b0604020202020204" pitchFamily="34" charset="0"/>
                <a:ea typeface="微软雅黑" panose="020b0503020204020204" pitchFamily="34" charset="-122"/>
              </a:defRPr>
            </a:lvl1pPr>
          </a:lstStyle>
          <a:p>
            <a:r>
              <a:rPr lang="zh-CN" altLang="en-US">
                <a:effectLst/>
              </a:rPr>
              <a:t>单击此处编辑母版标题样式</a:t>
            </a:r>
          </a:p>
        </p:txBody>
      </p:sp>
      <p:sp>
        <p:nvSpPr>
          <p:cNvPr id="3" name="日期占位符 2"/>
          <p:cNvSpPr>
            <a:spLocks noGrp="1"/>
          </p:cNvSpPr>
          <p:nvPr>
            <p:ph type="dt" sz="half" idx="10"/>
            <p:custDataLst>
              <p:tags r:id="rId3"/>
            </p:custDataLst>
          </p:nvPr>
        </p:nvSpPr>
        <p:spPr>
          <a:effectLst/>
        </p:spPr>
        <p:txBody>
          <a:bodyPr/>
          <a:lstStyle/>
          <a:p>
            <a:fld id="{760FBDFE-C587-4B4C-A407-44438C67B59E}" type="datetime3">
              <a:rPr lang="zh-CN" altLang="en-US" smtClean="0">
                <a:effectLst/>
              </a:rPr>
              <a:t/>
            </a:fld>
            <a:endParaRPr lang="zh-CN" altLang="en-US">
              <a:effectLst/>
            </a:endParaRPr>
          </a:p>
        </p:txBody>
      </p:sp>
      <p:sp>
        <p:nvSpPr>
          <p:cNvPr id="4" name="页脚占位符 3"/>
          <p:cNvSpPr>
            <a:spLocks noGrp="1"/>
          </p:cNvSpPr>
          <p:nvPr>
            <p:ph type="ftr" sz="quarter" idx="11"/>
            <p:custDataLst>
              <p:tags r:id="rId4"/>
            </p:custDataLst>
          </p:nvPr>
        </p:nvSpPr>
        <p:spPr>
          <a:effectLst/>
        </p:spPr>
        <p:txBody>
          <a:bodyPr/>
          <a:lstStyle/>
          <a:p>
            <a:endParaRPr lang="zh-CN" altLang="en-US">
              <a:effectLst/>
            </a:endParaRPr>
          </a:p>
        </p:txBody>
      </p:sp>
      <p:sp>
        <p:nvSpPr>
          <p:cNvPr id="5" name="灯片编号占位符 4"/>
          <p:cNvSpPr>
            <a:spLocks noGrp="1"/>
          </p:cNvSpPr>
          <p:nvPr>
            <p:ph type="sldNum" sz="quarter" idx="12"/>
            <p:custDataLst>
              <p:tags r:id="rId5"/>
            </p:custDataLst>
          </p:nvPr>
        </p:nvSpPr>
        <p:spPr>
          <a:effectLst/>
        </p:spPr>
        <p:txBody>
          <a:bodyPr/>
          <a:lstStyle/>
          <a:p>
            <a:fld id="{49AE70B2-8BF9-45C0-BB95-33D1B9D3A854}" type="slidenum">
              <a:rPr lang="zh-CN" altLang="en-US" smtClean="0">
                <a:effectLst/>
              </a:rPr>
              <a:t/>
            </a:fld>
            <a:endParaRPr lang="zh-CN" altLang="en-US">
              <a:effectLst/>
            </a:endParaRPr>
          </a:p>
        </p:txBody>
      </p:sp>
      <p:sp>
        <p:nvSpPr>
          <p:cNvPr id="7" name="文本占位符 6"/>
          <p:cNvSpPr>
            <a:spLocks noGrp="1"/>
          </p:cNvSpPr>
          <p:nvPr>
            <p:ph type="body" sz="quarter" idx="13"/>
            <p:custDataLst>
              <p:tags r:id="rId6"/>
            </p:custDataLst>
          </p:nvPr>
        </p:nvSpPr>
        <p:spPr>
          <a:xfrm>
            <a:off x="612000" y="1659600"/>
            <a:ext cx="10975975" cy="828000"/>
          </a:xfrm>
          <a:effectLst/>
        </p:spPr>
        <p:txBody>
          <a:bodyPr/>
          <a:lstStyle>
            <a:lvl1pPr algn="ctr">
              <a:defRPr baseline="0">
                <a:solidFill>
                  <a:schemeClr val="tx1"/>
                </a:solidFill>
                <a:effectLst/>
                <a:latin typeface="Arial" panose="020b0604020202020204" pitchFamily="34" charset="0"/>
                <a:ea typeface="微软雅黑" panose="020b0503020204020204" pitchFamily="34" charset="-122"/>
              </a:defRPr>
            </a:lvl1pPr>
          </a:lstStyle>
          <a:p>
            <a:pPr lvl="0"/>
            <a:r>
              <a:rPr lang="zh-CN" altLang="en-US">
                <a:effectLst/>
              </a:rPr>
              <a:t>单击此处编辑母版文本样式</a:t>
            </a:r>
          </a:p>
        </p:txBody>
      </p:sp>
      <p:sp>
        <p:nvSpPr>
          <p:cNvPr id="9" name="内容占位符 8"/>
          <p:cNvSpPr>
            <a:spLocks noGrp="1"/>
          </p:cNvSpPr>
          <p:nvPr>
            <p:ph sz="quarter" idx="14"/>
            <p:custDataLst>
              <p:tags r:id="rId7"/>
            </p:custDataLst>
          </p:nvPr>
        </p:nvSpPr>
        <p:spPr>
          <a:xfrm>
            <a:off x="612775" y="2808000"/>
            <a:ext cx="10965600" cy="3430800"/>
          </a:xfrm>
          <a:effectLst/>
        </p:spPr>
        <p:txBody>
          <a:bodyPr/>
          <a:lstStyle>
            <a:lvl1pPr>
              <a:defRPr baseline="0">
                <a:solidFill>
                  <a:schemeClr val="tx1"/>
                </a:solidFill>
                <a:effectLst/>
                <a:latin typeface="Arial" panose="020b0604020202020204" pitchFamily="34" charset="0"/>
                <a:ea typeface="微软雅黑" panose="020b0503020204020204" pitchFamily="34" charset="-122"/>
              </a:defRPr>
            </a:lvl1pPr>
            <a:lvl2pPr>
              <a:defRPr baseline="0">
                <a:solidFill>
                  <a:schemeClr val="tx1"/>
                </a:solidFill>
                <a:effectLst/>
                <a:latin typeface="Arial" panose="020b0604020202020204" pitchFamily="34" charset="0"/>
                <a:ea typeface="微软雅黑" panose="020b0503020204020204" pitchFamily="34" charset="-122"/>
              </a:defRPr>
            </a:lvl2pPr>
            <a:lvl3pPr>
              <a:defRPr baseline="0">
                <a:solidFill>
                  <a:schemeClr val="tx1"/>
                </a:solidFill>
                <a:effectLst/>
                <a:latin typeface="Arial" panose="020b0604020202020204" pitchFamily="34" charset="0"/>
                <a:ea typeface="微软雅黑" panose="020b0503020204020204" pitchFamily="34" charset="-122"/>
              </a:defRPr>
            </a:lvl3pPr>
            <a:lvl4pPr>
              <a:defRPr baseline="0">
                <a:solidFill>
                  <a:schemeClr val="tx1"/>
                </a:solidFill>
                <a:effectLst/>
                <a:latin typeface="Arial" panose="020b0604020202020204" pitchFamily="34" charset="0"/>
                <a:ea typeface="微软雅黑" panose="020b0503020204020204" pitchFamily="34" charset="-122"/>
              </a:defRPr>
            </a:lvl4pPr>
            <a:lvl5pPr>
              <a:defRPr baseline="0">
                <a:solidFill>
                  <a:schemeClr val="tx1"/>
                </a:solidFill>
                <a:effectLst/>
                <a:latin typeface="Arial" panose="020b0604020202020204" pitchFamily="34" charset="0"/>
                <a:ea typeface="微软雅黑" panose="020b0503020204020204" pitchFamily="34" charset="-122"/>
              </a:defRPr>
            </a:lvl5pPr>
          </a:lstStyle>
          <a:p>
            <a:pPr lvl="0"/>
            <a:r>
              <a:rPr lang="zh-CN" altLang="en-US">
                <a:effectLst/>
              </a:rPr>
              <a:t>单击此处编辑母版文本样式</a:t>
            </a:r>
          </a:p>
          <a:p>
            <a:pPr lvl="1"/>
            <a:r>
              <a:rPr lang="zh-CN" altLang="en-US">
                <a:effectLst/>
              </a:rPr>
              <a:t>第二级</a:t>
            </a:r>
          </a:p>
          <a:p>
            <a:pPr lvl="2"/>
            <a:r>
              <a:rPr lang="zh-CN" altLang="en-US">
                <a:effectLst/>
              </a:rPr>
              <a:t>第三级</a:t>
            </a:r>
          </a:p>
          <a:p>
            <a:pPr lvl="3"/>
            <a:r>
              <a:rPr lang="zh-CN" altLang="en-US">
                <a:effectLst/>
              </a:rPr>
              <a:t>第四级</a:t>
            </a:r>
          </a:p>
          <a:p>
            <a:pPr lvl="4"/>
            <a:r>
              <a:rPr lang="zh-CN" altLang="en-US">
                <a:effectLst/>
              </a:rPr>
              <a:t>第五级</a:t>
            </a:r>
          </a:p>
        </p:txBody>
      </p:sp>
    </p:spTree>
  </p:cSld>
  <p:clrMapOvr>
    <a:masterClrMapping/>
  </p:clrMapOvr>
  <p:transition/>
  <p:timing/>
  <p:hf hdr="0" ftr="0"/>
</p:sldLayout>
</file>

<file path=ppt/slideLayouts/slideLayout16.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reserve="1" userDrawn="1">
  <p:cSld name="下上">
    <p:spTree>
      <p:nvGrpSpPr>
        <p:cNvPr id="1" name=""/>
        <p:cNvGrpSpPr/>
        <p:nvPr/>
      </p:nvGrpSpPr>
      <p:grpSpPr>
        <a:xfrm>
          <a:off x="0" y="0"/>
          <a:ext cx="0" cy="0"/>
        </a:xfrm>
        <a:effectLst/>
      </p:grpSpPr>
      <p:sp>
        <p:nvSpPr>
          <p:cNvPr id="8" name="矩形 7"/>
          <p:cNvSpPr/>
          <p:nvPr>
            <p:custDataLst>
              <p:tags r:id="rId1"/>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effectLst/>
              <a:sym typeface="+mn-ea"/>
            </a:endParaRPr>
          </a:p>
        </p:txBody>
      </p:sp>
      <p:sp>
        <p:nvSpPr>
          <p:cNvPr id="2" name="标题 1"/>
          <p:cNvSpPr>
            <a:spLocks noGrp="1"/>
          </p:cNvSpPr>
          <p:nvPr>
            <p:ph type="title"/>
            <p:custDataLst>
              <p:tags r:id="rId2"/>
            </p:custDataLst>
          </p:nvPr>
        </p:nvSpPr>
        <p:spPr>
          <a:xfrm>
            <a:off x="604800" y="669600"/>
            <a:ext cx="10976400" cy="565200"/>
          </a:xfrm>
          <a:effectLst/>
        </p:spPr>
        <p:txBody>
          <a:bodyPr anchor="ctr"/>
          <a:lstStyle>
            <a:lvl1pPr algn="ctr">
              <a:defRPr sz="3200" baseline="0">
                <a:solidFill>
                  <a:schemeClr val="tx1"/>
                </a:solidFill>
                <a:effectLst/>
                <a:latin typeface="Arial" panose="020b0604020202020204" pitchFamily="34" charset="0"/>
                <a:ea typeface="微软雅黑" panose="020b0503020204020204" pitchFamily="34" charset="-122"/>
              </a:defRPr>
            </a:lvl1pPr>
          </a:lstStyle>
          <a:p>
            <a:r>
              <a:rPr lang="zh-CN" altLang="en-US">
                <a:effectLst/>
              </a:rPr>
              <a:t>单击此处编辑母版标题样式</a:t>
            </a:r>
          </a:p>
        </p:txBody>
      </p:sp>
      <p:sp>
        <p:nvSpPr>
          <p:cNvPr id="3" name="日期占位符 2"/>
          <p:cNvSpPr>
            <a:spLocks noGrp="1"/>
          </p:cNvSpPr>
          <p:nvPr>
            <p:ph type="dt" sz="half" idx="10"/>
            <p:custDataLst>
              <p:tags r:id="rId3"/>
            </p:custDataLst>
          </p:nvPr>
        </p:nvSpPr>
        <p:spPr>
          <a:effectLst/>
        </p:spPr>
        <p:txBody>
          <a:bodyPr/>
          <a:lstStyle/>
          <a:p>
            <a:fld id="{760FBDFE-C587-4B4C-A407-44438C67B59E}" type="datetime3">
              <a:rPr lang="zh-CN" altLang="en-US" smtClean="0">
                <a:effectLst/>
              </a:rPr>
              <a:t/>
            </a:fld>
            <a:endParaRPr lang="zh-CN" altLang="en-US">
              <a:effectLst/>
            </a:endParaRPr>
          </a:p>
        </p:txBody>
      </p:sp>
      <p:sp>
        <p:nvSpPr>
          <p:cNvPr id="4" name="页脚占位符 3"/>
          <p:cNvSpPr>
            <a:spLocks noGrp="1"/>
          </p:cNvSpPr>
          <p:nvPr>
            <p:ph type="ftr" sz="quarter" idx="11"/>
            <p:custDataLst>
              <p:tags r:id="rId4"/>
            </p:custDataLst>
          </p:nvPr>
        </p:nvSpPr>
        <p:spPr>
          <a:effectLst/>
        </p:spPr>
        <p:txBody>
          <a:bodyPr/>
          <a:lstStyle/>
          <a:p>
            <a:endParaRPr lang="zh-CN" altLang="en-US">
              <a:effectLst/>
            </a:endParaRPr>
          </a:p>
        </p:txBody>
      </p:sp>
      <p:sp>
        <p:nvSpPr>
          <p:cNvPr id="5" name="灯片编号占位符 4"/>
          <p:cNvSpPr>
            <a:spLocks noGrp="1"/>
          </p:cNvSpPr>
          <p:nvPr>
            <p:ph type="sldNum" sz="quarter" idx="12"/>
            <p:custDataLst>
              <p:tags r:id="rId5"/>
            </p:custDataLst>
          </p:nvPr>
        </p:nvSpPr>
        <p:spPr>
          <a:effectLst/>
        </p:spPr>
        <p:txBody>
          <a:bodyPr/>
          <a:lstStyle/>
          <a:p>
            <a:fld id="{49AE70B2-8BF9-45C0-BB95-33D1B9D3A854}" type="slidenum">
              <a:rPr lang="zh-CN" altLang="en-US" smtClean="0">
                <a:effectLst/>
              </a:rPr>
              <a:t/>
            </a:fld>
            <a:endParaRPr lang="zh-CN" altLang="en-US">
              <a:effectLst/>
            </a:endParaRPr>
          </a:p>
        </p:txBody>
      </p:sp>
      <p:sp>
        <p:nvSpPr>
          <p:cNvPr id="7" name="内容占位符 6"/>
          <p:cNvSpPr>
            <a:spLocks noGrp="1"/>
          </p:cNvSpPr>
          <p:nvPr>
            <p:ph sz="quarter" idx="13"/>
            <p:custDataLst>
              <p:tags r:id="rId6"/>
            </p:custDataLst>
          </p:nvPr>
        </p:nvSpPr>
        <p:spPr>
          <a:xfrm>
            <a:off x="604837" y="1681200"/>
            <a:ext cx="10990800" cy="3211200"/>
          </a:xfrm>
          <a:effectLst/>
        </p:spPr>
        <p:txBody>
          <a:bodyPr/>
          <a:lstStyle>
            <a:lvl1pPr>
              <a:defRPr baseline="0">
                <a:solidFill>
                  <a:schemeClr val="tx1"/>
                </a:solidFill>
                <a:effectLst/>
                <a:latin typeface="Arial" panose="020b0604020202020204" pitchFamily="34" charset="0"/>
                <a:ea typeface="微软雅黑" panose="020b0503020204020204" pitchFamily="34" charset="-122"/>
              </a:defRPr>
            </a:lvl1pPr>
            <a:lvl2pPr>
              <a:defRPr baseline="0">
                <a:solidFill>
                  <a:schemeClr val="tx1"/>
                </a:solidFill>
                <a:effectLst/>
                <a:latin typeface="Arial" panose="020b0604020202020204" pitchFamily="34" charset="0"/>
                <a:ea typeface="微软雅黑" panose="020b0503020204020204" pitchFamily="34" charset="-122"/>
              </a:defRPr>
            </a:lvl2pPr>
            <a:lvl3pPr>
              <a:defRPr baseline="0">
                <a:solidFill>
                  <a:schemeClr val="tx1"/>
                </a:solidFill>
                <a:effectLst/>
                <a:latin typeface="Arial" panose="020b0604020202020204" pitchFamily="34" charset="0"/>
                <a:ea typeface="微软雅黑" panose="020b0503020204020204" pitchFamily="34" charset="-122"/>
              </a:defRPr>
            </a:lvl3pPr>
            <a:lvl4pPr>
              <a:defRPr baseline="0">
                <a:solidFill>
                  <a:schemeClr val="tx1"/>
                </a:solidFill>
                <a:effectLst/>
                <a:latin typeface="Arial" panose="020b0604020202020204" pitchFamily="34" charset="0"/>
                <a:ea typeface="微软雅黑" panose="020b0503020204020204" pitchFamily="34" charset="-122"/>
              </a:defRPr>
            </a:lvl4pPr>
            <a:lvl5pPr>
              <a:defRPr baseline="0">
                <a:solidFill>
                  <a:schemeClr val="tx1"/>
                </a:solidFill>
                <a:effectLst/>
                <a:latin typeface="Arial" panose="020b0604020202020204" pitchFamily="34" charset="0"/>
                <a:ea typeface="微软雅黑" panose="020b0503020204020204" pitchFamily="34" charset="-122"/>
              </a:defRPr>
            </a:lvl5pPr>
          </a:lstStyle>
          <a:p>
            <a:pPr lvl="0"/>
            <a:r>
              <a:rPr lang="zh-CN" altLang="en-US">
                <a:effectLst/>
              </a:rPr>
              <a:t>单击此处编辑母版文本样式</a:t>
            </a:r>
          </a:p>
          <a:p>
            <a:pPr lvl="1"/>
            <a:r>
              <a:rPr lang="zh-CN" altLang="en-US">
                <a:effectLst/>
              </a:rPr>
              <a:t>第二级</a:t>
            </a:r>
          </a:p>
          <a:p>
            <a:pPr lvl="2"/>
            <a:r>
              <a:rPr lang="zh-CN" altLang="en-US">
                <a:effectLst/>
              </a:rPr>
              <a:t>第三级</a:t>
            </a:r>
          </a:p>
          <a:p>
            <a:pPr lvl="3"/>
            <a:r>
              <a:rPr lang="zh-CN" altLang="en-US">
                <a:effectLst/>
              </a:rPr>
              <a:t>第四级</a:t>
            </a:r>
          </a:p>
          <a:p>
            <a:pPr lvl="4"/>
            <a:r>
              <a:rPr lang="zh-CN" altLang="en-US">
                <a:effectLst/>
              </a:rPr>
              <a:t>第五级</a:t>
            </a:r>
          </a:p>
        </p:txBody>
      </p:sp>
      <p:sp>
        <p:nvSpPr>
          <p:cNvPr id="9" name="文本占位符 8"/>
          <p:cNvSpPr>
            <a:spLocks noGrp="1"/>
          </p:cNvSpPr>
          <p:nvPr>
            <p:ph type="body" sz="quarter" idx="14"/>
            <p:custDataLst>
              <p:tags r:id="rId7"/>
            </p:custDataLst>
          </p:nvPr>
        </p:nvSpPr>
        <p:spPr>
          <a:xfrm>
            <a:off x="594000" y="5180400"/>
            <a:ext cx="11001600" cy="1011600"/>
          </a:xfrm>
          <a:effectLst/>
        </p:spPr>
        <p:txBody>
          <a:bodyPr/>
          <a:lstStyle>
            <a:lvl1pPr>
              <a:defRPr baseline="0">
                <a:solidFill>
                  <a:schemeClr val="tx1"/>
                </a:solidFill>
                <a:effectLst/>
                <a:latin typeface="Arial" panose="020b0604020202020204" pitchFamily="34" charset="0"/>
                <a:ea typeface="微软雅黑" panose="020b0503020204020204" pitchFamily="34" charset="-122"/>
              </a:defRPr>
            </a:lvl1pPr>
          </a:lstStyle>
          <a:p>
            <a:pPr lvl="0"/>
            <a:r>
              <a:rPr lang="zh-CN" altLang="en-US">
                <a:effectLst/>
              </a:rPr>
              <a:t>单击此处编辑母版文本样式</a:t>
            </a:r>
          </a:p>
        </p:txBody>
      </p:sp>
    </p:spTree>
  </p:cSld>
  <p:clrMapOvr>
    <a:masterClrMapping/>
  </p:clrMapOvr>
  <p:transition/>
  <p:timing/>
  <p:hf hdr="0" ftr="0"/>
</p:sldLayout>
</file>

<file path=ppt/slideLayouts/slideLayout17.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reserve="1" userDrawn="1">
  <p:cSld name="导航">
    <p:spTree>
      <p:nvGrpSpPr>
        <p:cNvPr id="1" name=""/>
        <p:cNvGrpSpPr/>
        <p:nvPr/>
      </p:nvGrpSpPr>
      <p:grpSpPr>
        <a:xfrm>
          <a:off x="0" y="0"/>
          <a:ext cx="0" cy="0"/>
        </a:xfrm>
        <a:effectLst/>
      </p:grpSpPr>
      <p:sp>
        <p:nvSpPr>
          <p:cNvPr id="10" name="矩形 9"/>
          <p:cNvSpPr/>
          <p:nvPr>
            <p:custDataLst>
              <p:tags r:id="rId1"/>
            </p:custDataLst>
          </p:nvPr>
        </p:nvSpPr>
        <p:spPr>
          <a:xfrm>
            <a:off x="0" y="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effectLst/>
              <a:sym typeface="+mn-ea"/>
            </a:endParaRPr>
          </a:p>
        </p:txBody>
      </p:sp>
      <p:sp>
        <p:nvSpPr>
          <p:cNvPr id="2" name="标题 1"/>
          <p:cNvSpPr>
            <a:spLocks noGrp="1"/>
          </p:cNvSpPr>
          <p:nvPr>
            <p:ph type="title"/>
            <p:custDataLst>
              <p:tags r:id="rId2"/>
            </p:custDataLst>
          </p:nvPr>
        </p:nvSpPr>
        <p:spPr>
          <a:xfrm>
            <a:off x="579600" y="237600"/>
            <a:ext cx="11037600" cy="441964"/>
          </a:xfrm>
          <a:effectLst/>
        </p:spPr>
        <p:txBody>
          <a:bodyPr/>
          <a:lstStyle>
            <a:lvl1pPr>
              <a:defRPr baseline="0">
                <a:solidFill>
                  <a:schemeClr val="tx1"/>
                </a:solidFill>
                <a:effectLst/>
                <a:latin typeface="Arial" panose="020b0604020202020204" pitchFamily="34" charset="0"/>
                <a:ea typeface="微软雅黑" panose="020b0503020204020204" pitchFamily="34" charset="-122"/>
              </a:defRPr>
            </a:lvl1pPr>
          </a:lstStyle>
          <a:p>
            <a:r>
              <a:rPr lang="zh-CN" altLang="en-US">
                <a:effectLst/>
              </a:rPr>
              <a:t>单击此处编辑母版标题样式</a:t>
            </a:r>
          </a:p>
        </p:txBody>
      </p:sp>
      <p:sp>
        <p:nvSpPr>
          <p:cNvPr id="3" name="日期占位符 2"/>
          <p:cNvSpPr>
            <a:spLocks noGrp="1"/>
          </p:cNvSpPr>
          <p:nvPr>
            <p:ph type="dt" sz="half" idx="10"/>
            <p:custDataLst>
              <p:tags r:id="rId3"/>
            </p:custDataLst>
          </p:nvPr>
        </p:nvSpPr>
        <p:spPr>
          <a:effectLst/>
        </p:spPr>
        <p:txBody>
          <a:bodyPr/>
          <a:lstStyle/>
          <a:p>
            <a:fld id="{760FBDFE-C587-4B4C-A407-44438C67B59E}" type="datetime3">
              <a:rPr lang="zh-CN" altLang="en-US" smtClean="0">
                <a:effectLst/>
              </a:rPr>
              <a:t/>
            </a:fld>
            <a:endParaRPr lang="zh-CN" altLang="en-US">
              <a:effectLst/>
            </a:endParaRPr>
          </a:p>
        </p:txBody>
      </p:sp>
      <p:sp>
        <p:nvSpPr>
          <p:cNvPr id="4" name="页脚占位符 3"/>
          <p:cNvSpPr>
            <a:spLocks noGrp="1"/>
          </p:cNvSpPr>
          <p:nvPr>
            <p:ph type="ftr" sz="quarter" idx="11"/>
            <p:custDataLst>
              <p:tags r:id="rId4"/>
            </p:custDataLst>
          </p:nvPr>
        </p:nvSpPr>
        <p:spPr>
          <a:effectLst/>
        </p:spPr>
        <p:txBody>
          <a:bodyPr/>
          <a:lstStyle/>
          <a:p>
            <a:endParaRPr lang="zh-CN" altLang="en-US">
              <a:effectLst/>
            </a:endParaRPr>
          </a:p>
        </p:txBody>
      </p:sp>
      <p:sp>
        <p:nvSpPr>
          <p:cNvPr id="5" name="灯片编号占位符 4"/>
          <p:cNvSpPr>
            <a:spLocks noGrp="1"/>
          </p:cNvSpPr>
          <p:nvPr>
            <p:ph type="sldNum" sz="quarter" idx="12"/>
            <p:custDataLst>
              <p:tags r:id="rId5"/>
            </p:custDataLst>
          </p:nvPr>
        </p:nvSpPr>
        <p:spPr>
          <a:effectLst/>
        </p:spPr>
        <p:txBody>
          <a:bodyPr/>
          <a:lstStyle/>
          <a:p>
            <a:fld id="{49AE70B2-8BF9-45C0-BB95-33D1B9D3A854}" type="slidenum">
              <a:rPr lang="zh-CN" altLang="en-US" smtClean="0">
                <a:effectLst/>
              </a:rPr>
              <a:t/>
            </a:fld>
            <a:endParaRPr lang="zh-CN" altLang="en-US">
              <a:effectLst/>
            </a:endParaRPr>
          </a:p>
        </p:txBody>
      </p:sp>
      <p:sp>
        <p:nvSpPr>
          <p:cNvPr id="7" name="内容占位符 6"/>
          <p:cNvSpPr>
            <a:spLocks noGrp="1"/>
          </p:cNvSpPr>
          <p:nvPr>
            <p:ph sz="quarter" idx="13"/>
            <p:custDataLst>
              <p:tags r:id="rId6"/>
            </p:custDataLst>
          </p:nvPr>
        </p:nvSpPr>
        <p:spPr>
          <a:xfrm>
            <a:off x="579600" y="1663200"/>
            <a:ext cx="5342400" cy="2894400"/>
          </a:xfrm>
          <a:effectLst/>
        </p:spPr>
        <p:txBody>
          <a:bodyPr/>
          <a:lstStyle>
            <a:lvl1pPr>
              <a:defRPr baseline="0">
                <a:solidFill>
                  <a:schemeClr val="tx1"/>
                </a:solidFill>
                <a:effectLst/>
                <a:latin typeface="Arial" panose="020b0604020202020204" pitchFamily="34" charset="0"/>
                <a:ea typeface="微软雅黑" panose="020b0503020204020204" pitchFamily="34" charset="-122"/>
              </a:defRPr>
            </a:lvl1pPr>
            <a:lvl2pPr>
              <a:defRPr baseline="0">
                <a:solidFill>
                  <a:schemeClr val="tx1"/>
                </a:solidFill>
                <a:effectLst/>
                <a:latin typeface="Arial" panose="020b0604020202020204" pitchFamily="34" charset="0"/>
                <a:ea typeface="微软雅黑" panose="020b0503020204020204" pitchFamily="34" charset="-122"/>
              </a:defRPr>
            </a:lvl2pPr>
            <a:lvl3pPr>
              <a:defRPr baseline="0">
                <a:solidFill>
                  <a:schemeClr val="tx1"/>
                </a:solidFill>
                <a:effectLst/>
                <a:latin typeface="Arial" panose="020b0604020202020204" pitchFamily="34" charset="0"/>
                <a:ea typeface="微软雅黑" panose="020b0503020204020204" pitchFamily="34" charset="-122"/>
              </a:defRPr>
            </a:lvl3pPr>
            <a:lvl4pPr>
              <a:defRPr baseline="0">
                <a:solidFill>
                  <a:schemeClr val="tx1"/>
                </a:solidFill>
                <a:effectLst/>
                <a:latin typeface="Arial" panose="020b0604020202020204" pitchFamily="34" charset="0"/>
                <a:ea typeface="微软雅黑" panose="020b0503020204020204" pitchFamily="34" charset="-122"/>
              </a:defRPr>
            </a:lvl4pPr>
            <a:lvl5pPr>
              <a:defRPr baseline="0">
                <a:solidFill>
                  <a:schemeClr val="tx1"/>
                </a:solidFill>
                <a:effectLst/>
                <a:latin typeface="Arial" panose="020b0604020202020204" pitchFamily="34" charset="0"/>
                <a:ea typeface="微软雅黑" panose="020b0503020204020204" pitchFamily="34" charset="-122"/>
              </a:defRPr>
            </a:lvl5pPr>
          </a:lstStyle>
          <a:p>
            <a:pPr lvl="0"/>
            <a:r>
              <a:rPr lang="zh-CN" altLang="en-US">
                <a:effectLst/>
              </a:rPr>
              <a:t>单击此处编辑母版文本样式</a:t>
            </a:r>
          </a:p>
          <a:p>
            <a:pPr lvl="1"/>
            <a:r>
              <a:rPr lang="zh-CN" altLang="en-US">
                <a:effectLst/>
              </a:rPr>
              <a:t>第二级</a:t>
            </a:r>
          </a:p>
          <a:p>
            <a:pPr lvl="2"/>
            <a:r>
              <a:rPr lang="zh-CN" altLang="en-US">
                <a:effectLst/>
              </a:rPr>
              <a:t>第三级</a:t>
            </a:r>
          </a:p>
          <a:p>
            <a:pPr lvl="3"/>
            <a:r>
              <a:rPr lang="zh-CN" altLang="en-US">
                <a:effectLst/>
              </a:rPr>
              <a:t>第四级</a:t>
            </a:r>
          </a:p>
          <a:p>
            <a:pPr lvl="4"/>
            <a:r>
              <a:rPr lang="zh-CN" altLang="en-US">
                <a:effectLst/>
              </a:rPr>
              <a:t>第五级</a:t>
            </a:r>
          </a:p>
        </p:txBody>
      </p:sp>
      <p:sp>
        <p:nvSpPr>
          <p:cNvPr id="9" name="内容占位符 8"/>
          <p:cNvSpPr>
            <a:spLocks noGrp="1"/>
          </p:cNvSpPr>
          <p:nvPr>
            <p:ph sz="quarter" idx="14"/>
            <p:custDataLst>
              <p:tags r:id="rId7"/>
            </p:custDataLst>
          </p:nvPr>
        </p:nvSpPr>
        <p:spPr>
          <a:xfrm>
            <a:off x="6242400" y="1663200"/>
            <a:ext cx="5367600" cy="2894400"/>
          </a:xfrm>
          <a:effectLst/>
        </p:spPr>
        <p:txBody>
          <a:bodyPr/>
          <a:lstStyle>
            <a:lvl1pPr>
              <a:defRPr baseline="0">
                <a:solidFill>
                  <a:schemeClr val="tx1"/>
                </a:solidFill>
                <a:effectLst/>
                <a:latin typeface="Arial" panose="020b0604020202020204" pitchFamily="34" charset="0"/>
                <a:ea typeface="微软雅黑" panose="020b0503020204020204" pitchFamily="34" charset="-122"/>
              </a:defRPr>
            </a:lvl1pPr>
            <a:lvl2pPr>
              <a:defRPr baseline="0">
                <a:solidFill>
                  <a:schemeClr val="tx1"/>
                </a:solidFill>
                <a:effectLst/>
                <a:latin typeface="Arial" panose="020b0604020202020204" pitchFamily="34" charset="0"/>
                <a:ea typeface="微软雅黑" panose="020b0503020204020204" pitchFamily="34" charset="-122"/>
              </a:defRPr>
            </a:lvl2pPr>
            <a:lvl3pPr>
              <a:defRPr baseline="0">
                <a:solidFill>
                  <a:schemeClr val="tx1"/>
                </a:solidFill>
                <a:effectLst/>
                <a:latin typeface="Arial" panose="020b0604020202020204" pitchFamily="34" charset="0"/>
                <a:ea typeface="微软雅黑" panose="020b0503020204020204" pitchFamily="34" charset="-122"/>
              </a:defRPr>
            </a:lvl3pPr>
            <a:lvl4pPr>
              <a:defRPr baseline="0">
                <a:solidFill>
                  <a:schemeClr val="tx1"/>
                </a:solidFill>
                <a:effectLst/>
                <a:latin typeface="Arial" panose="020b0604020202020204" pitchFamily="34" charset="0"/>
                <a:ea typeface="微软雅黑" panose="020b0503020204020204" pitchFamily="34" charset="-122"/>
              </a:defRPr>
            </a:lvl4pPr>
            <a:lvl5pPr>
              <a:defRPr baseline="0">
                <a:solidFill>
                  <a:schemeClr val="tx1"/>
                </a:solidFill>
                <a:effectLst/>
                <a:latin typeface="Arial" panose="020b0604020202020204" pitchFamily="34" charset="0"/>
                <a:ea typeface="微软雅黑" panose="020b0503020204020204" pitchFamily="34" charset="-122"/>
              </a:defRPr>
            </a:lvl5pPr>
          </a:lstStyle>
          <a:p>
            <a:pPr lvl="0"/>
            <a:r>
              <a:rPr lang="zh-CN" altLang="en-US">
                <a:effectLst/>
              </a:rPr>
              <a:t>单击此处编辑母版文本样式</a:t>
            </a:r>
          </a:p>
          <a:p>
            <a:pPr lvl="1"/>
            <a:r>
              <a:rPr lang="zh-CN" altLang="en-US">
                <a:effectLst/>
              </a:rPr>
              <a:t>第二级</a:t>
            </a:r>
          </a:p>
          <a:p>
            <a:pPr lvl="2"/>
            <a:r>
              <a:rPr lang="zh-CN" altLang="en-US">
                <a:effectLst/>
              </a:rPr>
              <a:t>第三级</a:t>
            </a:r>
          </a:p>
          <a:p>
            <a:pPr lvl="3"/>
            <a:r>
              <a:rPr lang="zh-CN" altLang="en-US">
                <a:effectLst/>
              </a:rPr>
              <a:t>第四级</a:t>
            </a:r>
          </a:p>
          <a:p>
            <a:pPr lvl="4"/>
            <a:r>
              <a:rPr lang="zh-CN" altLang="en-US">
                <a:effectLst/>
              </a:rPr>
              <a:t>第五级</a:t>
            </a:r>
          </a:p>
        </p:txBody>
      </p:sp>
      <p:sp>
        <p:nvSpPr>
          <p:cNvPr id="11" name="文本占位符 10"/>
          <p:cNvSpPr>
            <a:spLocks noGrp="1"/>
          </p:cNvSpPr>
          <p:nvPr>
            <p:ph type="body" sz="quarter" idx="15"/>
            <p:custDataLst>
              <p:tags r:id="rId8"/>
            </p:custDataLst>
          </p:nvPr>
        </p:nvSpPr>
        <p:spPr>
          <a:xfrm>
            <a:off x="572400" y="4816800"/>
            <a:ext cx="5342400" cy="781200"/>
          </a:xfrm>
          <a:effectLst/>
        </p:spPr>
        <p:txBody>
          <a:bodyPr/>
          <a:lstStyle>
            <a:lvl1pPr>
              <a:defRPr baseline="0">
                <a:solidFill>
                  <a:schemeClr val="tx1"/>
                </a:solidFill>
                <a:effectLst/>
                <a:latin typeface="Arial" panose="020b0604020202020204" pitchFamily="34" charset="0"/>
                <a:ea typeface="微软雅黑" panose="020b0503020204020204" pitchFamily="34" charset="-122"/>
              </a:defRPr>
            </a:lvl1pPr>
          </a:lstStyle>
          <a:p>
            <a:pPr lvl="0"/>
            <a:r>
              <a:rPr lang="zh-CN" altLang="en-US">
                <a:effectLst/>
              </a:rPr>
              <a:t>单击此处编辑母版文本样式</a:t>
            </a:r>
          </a:p>
        </p:txBody>
      </p:sp>
      <p:sp>
        <p:nvSpPr>
          <p:cNvPr id="13" name="文本占位符 12"/>
          <p:cNvSpPr>
            <a:spLocks noGrp="1"/>
          </p:cNvSpPr>
          <p:nvPr>
            <p:ph type="body" sz="quarter" idx="16"/>
            <p:custDataLst>
              <p:tags r:id="rId9"/>
            </p:custDataLst>
          </p:nvPr>
        </p:nvSpPr>
        <p:spPr>
          <a:xfrm>
            <a:off x="6253200" y="4813200"/>
            <a:ext cx="5367600" cy="781200"/>
          </a:xfrm>
          <a:effectLst/>
        </p:spPr>
        <p:txBody>
          <a:bodyPr/>
          <a:lstStyle>
            <a:lvl1pPr>
              <a:defRPr baseline="0">
                <a:solidFill>
                  <a:schemeClr val="tx1"/>
                </a:solidFill>
                <a:effectLst/>
                <a:latin typeface="Arial" panose="020b0604020202020204" pitchFamily="34" charset="0"/>
                <a:ea typeface="微软雅黑" panose="020b0503020204020204" pitchFamily="34" charset="-122"/>
              </a:defRPr>
            </a:lvl1pPr>
          </a:lstStyle>
          <a:p>
            <a:pPr lvl="0"/>
            <a:r>
              <a:rPr lang="zh-CN" altLang="en-US">
                <a:effectLst/>
              </a:rPr>
              <a:t>单击此处编辑母版文本样式</a:t>
            </a:r>
          </a:p>
        </p:txBody>
      </p:sp>
    </p:spTree>
  </p:cSld>
  <p:clrMapOvr>
    <a:masterClrMapping/>
  </p:clrMapOvr>
  <p:transition/>
  <p:timing/>
  <p:hf hdr="0" ftr="0"/>
</p:sldLayout>
</file>

<file path=ppt/slideLayouts/slideLayout18.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reserve="1" userDrawn="1">
  <p:cSld name="腰带">
    <p:spTree>
      <p:nvGrpSpPr>
        <p:cNvPr id="1" name=""/>
        <p:cNvGrpSpPr/>
        <p:nvPr/>
      </p:nvGrpSpPr>
      <p:grpSpPr>
        <a:xfrm>
          <a:off x="0" y="0"/>
          <a:ext cx="0" cy="0"/>
        </a:xfrm>
        <a:effectLst/>
      </p:grpSpPr>
      <p:sp>
        <p:nvSpPr>
          <p:cNvPr id="10" name="矩形 9"/>
          <p:cNvSpPr/>
          <p:nvPr>
            <p:custDataLst>
              <p:tags r:id="rId1"/>
            </p:custDataLst>
          </p:nvPr>
        </p:nvSpPr>
        <p:spPr>
          <a:xfrm>
            <a:off x="0" y="959224"/>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effectLst/>
              <a:sym typeface="+mn-ea"/>
            </a:endParaRPr>
          </a:p>
        </p:txBody>
      </p:sp>
      <p:sp>
        <p:nvSpPr>
          <p:cNvPr id="2" name="标题 1"/>
          <p:cNvSpPr>
            <a:spLocks noGrp="1"/>
          </p:cNvSpPr>
          <p:nvPr>
            <p:ph type="title" hasCustomPrompt="1"/>
            <p:custDataLst>
              <p:tags r:id="rId2"/>
            </p:custDataLst>
          </p:nvPr>
        </p:nvSpPr>
        <p:spPr>
          <a:xfrm>
            <a:off x="1522800" y="1339200"/>
            <a:ext cx="9144000" cy="2386800"/>
          </a:xfrm>
          <a:effectLst/>
        </p:spPr>
        <p:txBody>
          <a:bodyPr anchor="b"/>
          <a:lstStyle>
            <a:lvl1pPr algn="ctr">
              <a:defRPr sz="6000" baseline="0">
                <a:solidFill>
                  <a:schemeClr val="tx1"/>
                </a:solidFill>
                <a:effectLst/>
                <a:latin typeface="Arial" panose="020b0604020202020204" pitchFamily="34" charset="0"/>
                <a:ea typeface="微软雅黑" panose="020b0503020204020204" pitchFamily="34" charset="-122"/>
              </a:defRPr>
            </a:lvl1pPr>
          </a:lstStyle>
          <a:p>
            <a:r>
              <a:rPr lang="zh-CN" altLang="en-US">
                <a:effectLst/>
              </a:rPr>
              <a:t>单击此处编辑标题</a:t>
            </a:r>
          </a:p>
        </p:txBody>
      </p:sp>
      <p:sp>
        <p:nvSpPr>
          <p:cNvPr id="3" name="日期占位符 2"/>
          <p:cNvSpPr>
            <a:spLocks noGrp="1"/>
          </p:cNvSpPr>
          <p:nvPr>
            <p:ph type="dt" sz="half" idx="10"/>
            <p:custDataLst>
              <p:tags r:id="rId3"/>
            </p:custDataLst>
          </p:nvPr>
        </p:nvSpPr>
        <p:spPr>
          <a:effectLst/>
        </p:spPr>
        <p:txBody>
          <a:bodyPr/>
          <a:lstStyle/>
          <a:p>
            <a:fld id="{760FBDFE-C587-4B4C-A407-44438C67B59E}" type="datetime3">
              <a:rPr lang="zh-CN" altLang="en-US" smtClean="0">
                <a:effectLst/>
              </a:rPr>
              <a:t/>
            </a:fld>
            <a:endParaRPr lang="zh-CN" altLang="en-US">
              <a:effectLst/>
            </a:endParaRPr>
          </a:p>
        </p:txBody>
      </p:sp>
      <p:sp>
        <p:nvSpPr>
          <p:cNvPr id="4" name="页脚占位符 3"/>
          <p:cNvSpPr>
            <a:spLocks noGrp="1"/>
          </p:cNvSpPr>
          <p:nvPr>
            <p:ph type="ftr" sz="quarter" idx="11"/>
            <p:custDataLst>
              <p:tags r:id="rId4"/>
            </p:custDataLst>
          </p:nvPr>
        </p:nvSpPr>
        <p:spPr>
          <a:effectLst/>
        </p:spPr>
        <p:txBody>
          <a:bodyPr/>
          <a:lstStyle/>
          <a:p>
            <a:endParaRPr lang="zh-CN" altLang="en-US">
              <a:effectLst/>
            </a:endParaRPr>
          </a:p>
        </p:txBody>
      </p:sp>
      <p:sp>
        <p:nvSpPr>
          <p:cNvPr id="5" name="灯片编号占位符 4"/>
          <p:cNvSpPr>
            <a:spLocks noGrp="1"/>
          </p:cNvSpPr>
          <p:nvPr>
            <p:ph type="sldNum" sz="quarter" idx="12"/>
            <p:custDataLst>
              <p:tags r:id="rId5"/>
            </p:custDataLst>
          </p:nvPr>
        </p:nvSpPr>
        <p:spPr>
          <a:effectLst/>
        </p:spPr>
        <p:txBody>
          <a:bodyPr/>
          <a:lstStyle/>
          <a:p>
            <a:fld id="{49AE70B2-8BF9-45C0-BB95-33D1B9D3A854}" type="slidenum">
              <a:rPr lang="zh-CN" altLang="en-US" smtClean="0">
                <a:effectLst/>
              </a:rPr>
              <a:t/>
            </a:fld>
            <a:endParaRPr lang="zh-CN" altLang="en-US">
              <a:effectLst/>
            </a:endParaRPr>
          </a:p>
        </p:txBody>
      </p:sp>
      <p:sp>
        <p:nvSpPr>
          <p:cNvPr id="7" name="文本占位符 6"/>
          <p:cNvSpPr>
            <a:spLocks noGrp="1"/>
          </p:cNvSpPr>
          <p:nvPr>
            <p:ph type="body" sz="quarter" idx="13"/>
            <p:custDataLst>
              <p:tags r:id="rId6"/>
            </p:custDataLst>
          </p:nvPr>
        </p:nvSpPr>
        <p:spPr>
          <a:xfrm>
            <a:off x="1522413" y="3862800"/>
            <a:ext cx="9144000" cy="1656000"/>
          </a:xfrm>
          <a:effectLst/>
        </p:spPr>
        <p:txBody>
          <a:bodyPr/>
          <a:lstStyle>
            <a:lvl1pPr algn="ctr">
              <a:defRPr baseline="0">
                <a:solidFill>
                  <a:schemeClr val="tx1"/>
                </a:solidFill>
                <a:effectLst/>
                <a:latin typeface="Arial" panose="020b0604020202020204" pitchFamily="34" charset="0"/>
                <a:ea typeface="微软雅黑" panose="020b0503020204020204" pitchFamily="34" charset="-122"/>
              </a:defRPr>
            </a:lvl1pPr>
          </a:lstStyle>
          <a:p>
            <a:pPr lvl="0"/>
            <a:r>
              <a:rPr lang="zh-CN" altLang="en-US">
                <a:effectLst/>
              </a:rPr>
              <a:t>单击此处编辑母版文本样式</a:t>
            </a:r>
          </a:p>
        </p:txBody>
      </p:sp>
    </p:spTree>
  </p:cSld>
  <p:clrMapOvr>
    <a:masterClrMapping/>
  </p:clrMapOvr>
  <p:transition/>
  <p:timing/>
  <p:hf hdr="0" ftr="0"/>
</p:sldLayout>
</file>

<file path=ppt/slideLayouts/slideLayout19.xml><?xml version="1.0" encoding="utf-8"?>
<p:sldLayout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reserve="1" userDrawn="1">
  <p:cSld name="自定义版式">
    <p:spTree>
      <p:nvGrpSpPr>
        <p:cNvPr id="1" name=""/>
        <p:cNvGrpSpPr/>
        <p:nvPr/>
      </p:nvGrpSpPr>
      <p:grpSpPr>
        <a:xfrm>
          <a:off x="0" y="0"/>
          <a:ext cx="0" cy="0"/>
        </a:xfrm>
        <a:effectLst/>
      </p:grpSpPr>
      <p:sp>
        <p:nvSpPr>
          <p:cNvPr id="2" name="标题 1"/>
          <p:cNvSpPr>
            <a:spLocks noGrp="1"/>
          </p:cNvSpPr>
          <p:nvPr>
            <p:ph type="title"/>
          </p:nvPr>
        </p:nvSpPr>
        <p:spPr>
          <a:effectLst/>
        </p:spPr>
        <p:txBody>
          <a:bodyPr/>
          <a:lstStyle/>
          <a:p>
            <a:r>
              <a:rPr lang="zh-CN" altLang="en-US" smtClean="0">
                <a:effectLst/>
              </a:rPr>
              <a:t>单击此处编辑母版标题样式</a:t>
            </a:r>
            <a:endParaRPr lang="zh-CN" altLang="en-US">
              <a:effectLst/>
            </a:endParaRPr>
          </a:p>
        </p:txBody>
      </p:sp>
      <p:sp>
        <p:nvSpPr>
          <p:cNvPr id="3" name="日期占位符 2"/>
          <p:cNvSpPr>
            <a:spLocks noGrp="1"/>
          </p:cNvSpPr>
          <p:nvPr>
            <p:ph type="dt" sz="half" idx="10"/>
          </p:nvPr>
        </p:nvSpPr>
        <p:spPr>
          <a:effectLst/>
        </p:spPr>
        <p:txBody>
          <a:bodyPr/>
          <a:lstStyle/>
          <a:p>
            <a:fld id="{760FBDFE-C587-4B4C-A407-44438C67B59E}" type="datetime3">
              <a:rPr lang="zh-CN" altLang="en-US" smtClean="0">
                <a:effectLst/>
              </a:rPr>
              <a:t/>
            </a:fld>
            <a:endParaRPr lang="zh-CN" altLang="en-US">
              <a:effectLst/>
            </a:endParaRPr>
          </a:p>
        </p:txBody>
      </p:sp>
      <p:sp>
        <p:nvSpPr>
          <p:cNvPr id="4" name="页脚占位符 3"/>
          <p:cNvSpPr>
            <a:spLocks noGrp="1"/>
          </p:cNvSpPr>
          <p:nvPr>
            <p:ph type="ftr" sz="quarter" idx="11"/>
          </p:nvPr>
        </p:nvSpPr>
        <p:spPr>
          <a:effectLst/>
        </p:spPr>
        <p:txBody>
          <a:bodyPr/>
          <a:lstStyle/>
          <a:p>
            <a:endParaRPr lang="zh-CN" altLang="en-US">
              <a:effectLst/>
            </a:endParaRPr>
          </a:p>
        </p:txBody>
      </p:sp>
      <p:sp>
        <p:nvSpPr>
          <p:cNvPr id="5" name="灯片编号占位符 4"/>
          <p:cNvSpPr>
            <a:spLocks noGrp="1"/>
          </p:cNvSpPr>
          <p:nvPr>
            <p:ph type="sldNum" sz="quarter" idx="12"/>
          </p:nvPr>
        </p:nvSpPr>
        <p:spPr>
          <a:effectLst/>
        </p:spPr>
        <p:txBody>
          <a:bodyPr/>
          <a:lstStyle/>
          <a:p>
            <a:fld id="{49AE70B2-8BF9-45C0-BB95-33D1B9D3A854}" type="slidenum">
              <a:rPr lang="zh-CN" altLang="en-US" smtClean="0">
                <a:effectLst/>
              </a:rPr>
              <a:t/>
            </a:fld>
            <a:endParaRPr lang="zh-CN" altLang="en-US">
              <a:effectLst/>
            </a:endParaRPr>
          </a:p>
        </p:txBody>
      </p:sp>
    </p:spTree>
  </p:cSld>
  <p:clrMapOvr>
    <a:masterClrMapping/>
  </p:clrMapOvr>
  <p:transition/>
  <p:timing/>
  <p:hf hdr="0" ftr="0"/>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slideLayout" Target="../slideLayouts/slideLayout12.xml" /><Relationship Id="rId13" Type="http://schemas.openxmlformats.org/officeDocument/2006/relationships/slideLayout" Target="../slideLayouts/slideLayout13.xml" /><Relationship Id="rId14" Type="http://schemas.openxmlformats.org/officeDocument/2006/relationships/slideLayout" Target="../slideLayouts/slideLayout14.xml" /><Relationship Id="rId15" Type="http://schemas.openxmlformats.org/officeDocument/2006/relationships/slideLayout" Target="../slideLayouts/slideLayout15.xml" /><Relationship Id="rId16" Type="http://schemas.openxmlformats.org/officeDocument/2006/relationships/slideLayout" Target="../slideLayouts/slideLayout16.xml" /><Relationship Id="rId17" Type="http://schemas.openxmlformats.org/officeDocument/2006/relationships/slideLayout" Target="../slideLayouts/slideLayout17.xml" /><Relationship Id="rId18" Type="http://schemas.openxmlformats.org/officeDocument/2006/relationships/slideLayout" Target="../slideLayouts/slideLayout18.xml" /><Relationship Id="rId19" Type="http://schemas.openxmlformats.org/officeDocument/2006/relationships/slideLayout" Target="../slideLayouts/slideLayout19.xml" /><Relationship Id="rId2" Type="http://schemas.openxmlformats.org/officeDocument/2006/relationships/slideLayout" Target="../slideLayouts/slideLayout2.xml" /><Relationship Id="rId20" Type="http://schemas.openxmlformats.org/officeDocument/2006/relationships/tags" Target="../tags/tag102.xml" /><Relationship Id="rId21" Type="http://schemas.openxmlformats.org/officeDocument/2006/relationships/tags" Target="../tags/tag103.xml" /><Relationship Id="rId22" Type="http://schemas.openxmlformats.org/officeDocument/2006/relationships/tags" Target="../tags/tag104.xml" /><Relationship Id="rId23" Type="http://schemas.openxmlformats.org/officeDocument/2006/relationships/tags" Target="../tags/tag105.xml" /><Relationship Id="rId24" Type="http://schemas.openxmlformats.org/officeDocument/2006/relationships/tags" Target="../tags/tag106.xml" /><Relationship Id="rId25" Type="http://schemas.openxmlformats.org/officeDocument/2006/relationships/tags" Target="../tags/tag107.xml" /><Relationship Id="rId26" Type="http://schemas.openxmlformats.org/officeDocument/2006/relationships/tags" Target="../tags/tag108.xml" /><Relationship Id="rId27" Type="http://schemas.openxmlformats.org/officeDocument/2006/relationships/image" Target="../media/image1.png" /><Relationship Id="rId28" Type="http://schemas.openxmlformats.org/officeDocument/2006/relationships/theme" Target="../theme/theme1.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bg>
      <p:bgPr>
        <a:blipFill rotWithShape="0">
          <a:blip r:embed="rId27"/>
          <a:stretch/>
        </a:blipFill>
        <a:effectLst/>
      </p:bgPr>
    </p:bg>
    <p:spTree>
      <p:nvGrpSpPr>
        <p:cNvPr id="1" name=""/>
        <p:cNvGrpSpPr/>
        <p:nvPr/>
      </p:nvGrpSpPr>
      <p:grpSpPr>
        <a:xfrm>
          <a:off x="0" y="0"/>
          <a:ext cx="0" cy="0"/>
        </a:xfrm>
        <a:effectLst/>
      </p:grpSpPr>
      <p:sp>
        <p:nvSpPr>
          <p:cNvPr id="2" name="标题占位符 1"/>
          <p:cNvSpPr>
            <a:spLocks noGrp="1"/>
          </p:cNvSpPr>
          <p:nvPr>
            <p:ph type="title"/>
            <p:custDataLst>
              <p:tags r:id="rId20"/>
            </p:custDataLst>
          </p:nvPr>
        </p:nvSpPr>
        <p:spPr>
          <a:xfrm>
            <a:off x="669882" y="443230"/>
            <a:ext cx="10852237" cy="441964"/>
          </a:xfrm>
          <a:prstGeom prst="rect">
            <a:avLst/>
          </a:prstGeom>
          <a:effectLst/>
        </p:spPr>
        <p:txBody>
          <a:bodyPr vert="horz" lIns="101600" tIns="38100" rIns="76200" bIns="38100" rtlCol="0" anchor="t" anchorCtr="0">
            <a:noAutofit/>
          </a:bodyPr>
          <a:lstStyle/>
          <a:p>
            <a:r>
              <a:rPr lang="zh-CN" altLang="en-US">
                <a:effectLst/>
              </a:rPr>
              <a:t>单击此处编辑母版标题样式</a:t>
            </a:r>
          </a:p>
        </p:txBody>
      </p:sp>
      <p:sp>
        <p:nvSpPr>
          <p:cNvPr id="3" name="文本占位符 2"/>
          <p:cNvSpPr>
            <a:spLocks noGrp="1"/>
          </p:cNvSpPr>
          <p:nvPr>
            <p:ph type="body" idx="1"/>
            <p:custDataLst>
              <p:tags r:id="rId21"/>
            </p:custDataLst>
          </p:nvPr>
        </p:nvSpPr>
        <p:spPr>
          <a:xfrm>
            <a:off x="669882" y="952508"/>
            <a:ext cx="10852237" cy="5388907"/>
          </a:xfrm>
          <a:prstGeom prst="rect">
            <a:avLst/>
          </a:prstGeom>
          <a:effectLst/>
        </p:spPr>
        <p:txBody>
          <a:bodyPr vert="horz" lIns="101600" tIns="0" rIns="82550" bIns="0" rtlCol="0">
            <a:normAutofit/>
          </a:bodyPr>
          <a:lstStyle/>
          <a:p>
            <a:pPr lvl="0"/>
            <a:r>
              <a:rPr lang="zh-CN" altLang="en-US">
                <a:effectLst/>
              </a:rPr>
              <a:t>单击此处编辑母版文本样式</a:t>
            </a:r>
          </a:p>
          <a:p>
            <a:pPr lvl="1"/>
            <a:r>
              <a:rPr lang="zh-CN" altLang="en-US">
                <a:effectLst/>
              </a:rPr>
              <a:t>第二级</a:t>
            </a:r>
          </a:p>
          <a:p>
            <a:pPr lvl="2"/>
            <a:r>
              <a:rPr lang="zh-CN" altLang="en-US">
                <a:effectLst/>
              </a:rPr>
              <a:t>第三级</a:t>
            </a:r>
          </a:p>
          <a:p>
            <a:pPr lvl="3"/>
            <a:r>
              <a:rPr lang="zh-CN" altLang="en-US">
                <a:effectLst/>
              </a:rPr>
              <a:t>第四级</a:t>
            </a:r>
          </a:p>
          <a:p>
            <a:pPr lvl="4"/>
            <a:r>
              <a:rPr lang="zh-CN" altLang="en-US">
                <a:effectLst/>
              </a:rPr>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a:effectLst/>
        </p:spPr>
        <p:txBody>
          <a:bodyPr vert="horz" lIns="91440" tIns="45720" rIns="91440" bIns="45720" rtlCol="0" anchor="ctr">
            <a:normAutofit/>
          </a:bodyPr>
          <a:lstStyle>
            <a:lvl1pPr algn="l">
              <a:defRPr sz="1200">
                <a:solidFill>
                  <a:schemeClr val="tx1">
                    <a:tint val="75000"/>
                  </a:schemeClr>
                </a:solidFill>
                <a:effectLst/>
              </a:defRPr>
            </a:lvl1pPr>
          </a:lstStyle>
          <a:p>
            <a:fld id="{760FBDFE-C587-4B4C-A407-44438C67B59E}" type="datetime3">
              <a:rPr lang="zh-CN" altLang="en-US" smtClean="0">
                <a:effectLst/>
              </a:rPr>
              <a:t/>
            </a:fld>
            <a:endParaRPr lang="zh-CN" altLang="en-US">
              <a:effectLst/>
            </a:endParaRPr>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a:effectLst/>
        </p:spPr>
        <p:txBody>
          <a:bodyPr vert="horz" lIns="91440" tIns="45720" rIns="91440" bIns="45720" rtlCol="0" anchor="ctr">
            <a:normAutofit/>
          </a:bodyPr>
          <a:lstStyle>
            <a:lvl1pPr algn="ctr">
              <a:defRPr sz="1200">
                <a:solidFill>
                  <a:schemeClr val="tx1">
                    <a:tint val="75000"/>
                  </a:schemeClr>
                </a:solidFill>
                <a:effectLst/>
              </a:defRPr>
            </a:lvl1pPr>
          </a:lstStyle>
          <a:p>
            <a:endParaRPr lang="zh-CN" altLang="en-US">
              <a:effectLst/>
            </a:endParaRPr>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a:effectLst/>
        </p:spPr>
        <p:txBody>
          <a:bodyPr vert="horz" lIns="91440" tIns="45720" rIns="91440" bIns="45720" rtlCol="0" anchor="ctr">
            <a:normAutofit/>
          </a:bodyPr>
          <a:lstStyle>
            <a:lvl1pPr algn="r">
              <a:defRPr sz="1200">
                <a:solidFill>
                  <a:schemeClr val="tx1">
                    <a:tint val="75000"/>
                  </a:schemeClr>
                </a:solidFill>
                <a:effectLst/>
              </a:defRPr>
            </a:lvl1pPr>
          </a:lstStyle>
          <a:p>
            <a:fld id="{49AE70B2-8BF9-45C0-BB95-33D1B9D3A854}" type="slidenum">
              <a:rPr lang="zh-CN" altLang="en-US" smtClean="0">
                <a:effectLst/>
              </a:rPr>
              <a:t>0</a:t>
            </a:fld>
            <a:endParaRPr lang="zh-CN" altLang="en-US">
              <a:effectLst/>
            </a:endParaRPr>
          </a:p>
        </p:txBody>
      </p:sp>
      <p:sp>
        <p:nvSpPr>
          <p:cNvPr id="7" name="KSO_TEMPLATE" hidden="1"/>
          <p:cNvSpPr/>
          <p:nvPr>
            <p:custDataLst>
              <p:tags r:id="rId25"/>
            </p:custDataLst>
          </p:nvPr>
        </p:nvSpPr>
        <p:spPr>
          <a:xfrm>
            <a:off x="0" y="0"/>
            <a:ext cx="0" cy="0"/>
          </a:xfrm>
          <a:prstGeom prst="rect">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endParaRPr>
          </a:p>
        </p:txBody>
      </p:sp>
      <p:sp>
        <p:nvSpPr>
          <p:cNvPr id="8" name="KSO_TEMPLATE" hidden="1"/>
          <p:cNvSpPr/>
          <p:nvPr>
            <p:custDataLst>
              <p:tags r:id="rId26"/>
            </p:custDataLst>
          </p:nvPr>
        </p:nvSpPr>
        <p:spPr>
          <a:xfrm>
            <a:off x="0" y="0"/>
            <a:ext cx="0" cy="0"/>
          </a:xfrm>
          <a:prstGeom prst="rect">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ransition/>
  <p:timing/>
  <p:hf hdr="0" ftr="0"/>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effectLst/>
          <a:uFillTx/>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600" u="none" strike="noStrike" kern="1200" cap="none" spc="150" normalizeH="0" baseline="0">
          <a:solidFill>
            <a:schemeClr val="tx1"/>
          </a:solidFill>
          <a:effectLst/>
          <a:uFillTx/>
          <a:latin typeface="微软雅黑" panose="020b0503020204020204" pitchFamily="34" charset="-122"/>
          <a:ea typeface="微软雅黑" panose="020b0503020204020204" pitchFamily="34" charset="-122"/>
          <a:cs typeface="+mn-cs"/>
        </a:defRPr>
      </a:lvl1pPr>
      <a:lvl2pPr marL="685800" indent="-228600" algn="l" defTabSz="914400" rtl="0" eaLnBrk="1" fontAlgn="auto" latinLnBrk="0" hangingPunct="1">
        <a:lnSpc>
          <a:spcPct val="130000"/>
        </a:lnSpc>
        <a:spcBef>
          <a:spcPct val="0"/>
        </a:spcBef>
        <a:spcAft>
          <a:spcPts val="1000"/>
        </a:spcAft>
        <a:buFont typeface="Arial" panose="020b0604020202020204" pitchFamily="34" charset="0"/>
        <a:buChar char="•"/>
        <a:tabLst>
          <a:tab pos="1609725"/>
        </a:tabLst>
        <a:defRPr sz="1600" u="none" strike="noStrike" kern="1200" cap="none" spc="150" normalizeH="0" baseline="0">
          <a:solidFill>
            <a:schemeClr val="tx1"/>
          </a:solidFill>
          <a:effectLst/>
          <a:uFillTx/>
          <a:latin typeface="微软雅黑" panose="020b0503020204020204" pitchFamily="34" charset="-122"/>
          <a:ea typeface="微软雅黑" panose="020b0503020204020204" pitchFamily="34" charset="-122"/>
          <a:cs typeface="+mn-cs"/>
        </a:defRPr>
      </a:lvl2pPr>
      <a:lvl3pPr marL="1143000" indent="-228600" algn="l" defTabSz="914400" rtl="0" eaLnBrk="1" fontAlgn="auto" latinLnBrk="0" hangingPunct="1">
        <a:lnSpc>
          <a:spcPct val="130000"/>
        </a:lnSpc>
        <a:spcBef>
          <a:spcPct val="0"/>
        </a:spcBef>
        <a:spcAft>
          <a:spcPts val="1000"/>
        </a:spcAft>
        <a:buFont typeface="Arial" panose="020b0604020202020204" pitchFamily="34" charset="0"/>
        <a:buChar char="•"/>
        <a:defRPr sz="1600" u="none" strike="noStrike" kern="1200" cap="none" spc="150" normalizeH="0" baseline="0">
          <a:solidFill>
            <a:schemeClr val="tx1"/>
          </a:solidFill>
          <a:effectLst/>
          <a:uFillTx/>
          <a:latin typeface="微软雅黑" panose="020b0503020204020204" pitchFamily="34" charset="-122"/>
          <a:ea typeface="微软雅黑" panose="020b0503020204020204" pitchFamily="34" charset="-122"/>
          <a:cs typeface="+mn-cs"/>
        </a:defRPr>
      </a:lvl3pPr>
      <a:lvl4pPr marL="1600200" indent="-228600" algn="l" defTabSz="914400" rtl="0" eaLnBrk="1" fontAlgn="auto" latinLnBrk="0" hangingPunct="1">
        <a:lnSpc>
          <a:spcPct val="130000"/>
        </a:lnSpc>
        <a:spcBef>
          <a:spcPct val="0"/>
        </a:spcBef>
        <a:spcAft>
          <a:spcPts val="1000"/>
        </a:spcAft>
        <a:buFont typeface="Arial" panose="020b0604020202020204" pitchFamily="34" charset="0"/>
        <a:buChar char="•"/>
        <a:defRPr sz="1600" u="none" strike="noStrike" kern="1200" cap="none" spc="150" normalizeH="0" baseline="0">
          <a:solidFill>
            <a:schemeClr val="tx1"/>
          </a:solidFill>
          <a:effectLst/>
          <a:uFillTx/>
          <a:latin typeface="微软雅黑" panose="020b0503020204020204" pitchFamily="34" charset="-122"/>
          <a:ea typeface="微软雅黑" panose="020b0503020204020204" pitchFamily="34" charset="-122"/>
          <a:cs typeface="+mn-cs"/>
        </a:defRPr>
      </a:lvl4pPr>
      <a:lvl5pPr marL="2057400" indent="-228600" algn="l" defTabSz="914400" rtl="0" eaLnBrk="1" fontAlgn="auto" latinLnBrk="0" hangingPunct="1">
        <a:lnSpc>
          <a:spcPct val="130000"/>
        </a:lnSpc>
        <a:spcBef>
          <a:spcPct val="0"/>
        </a:spcBef>
        <a:spcAft>
          <a:spcPts val="1000"/>
        </a:spcAft>
        <a:buFont typeface="Arial" panose="020b0604020202020204" pitchFamily="34" charset="0"/>
        <a:buChar char="•"/>
        <a:defRPr sz="1600" u="none" strike="noStrike" kern="1200" cap="none" spc="150" normalizeH="0" baseline="0">
          <a:solidFill>
            <a:schemeClr val="tx1"/>
          </a:solidFill>
          <a:effectLst/>
          <a:uFillTx/>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effectLst/>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effectLst/>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effectLst/>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effectLst/>
          <a:latin typeface="+mn-lt"/>
          <a:ea typeface="+mn-ea"/>
          <a:cs typeface="+mn-cs"/>
        </a:defRPr>
      </a:lvl9pPr>
    </p:bodyStyle>
    <p:otherStyle>
      <a:defPPr>
        <a:defRPr lang="zh-CN">
          <a:effectLst/>
        </a:defRPr>
      </a:defPPr>
      <a:lvl1pPr marL="0" algn="l" defTabSz="914400" rtl="0" eaLnBrk="1" latinLnBrk="0" hangingPunct="1">
        <a:defRPr sz="1800" kern="1200">
          <a:solidFill>
            <a:schemeClr val="tx1"/>
          </a:solidFill>
          <a:effectLst/>
          <a:latin typeface="+mn-lt"/>
          <a:ea typeface="+mn-ea"/>
          <a:cs typeface="+mn-cs"/>
        </a:defRPr>
      </a:lvl1pPr>
      <a:lvl2pPr marL="457200" algn="l" defTabSz="914400" rtl="0" eaLnBrk="1" latinLnBrk="0" hangingPunct="1">
        <a:defRPr sz="1800" kern="1200">
          <a:solidFill>
            <a:schemeClr val="tx1"/>
          </a:solidFill>
          <a:effectLst/>
          <a:latin typeface="+mn-lt"/>
          <a:ea typeface="+mn-ea"/>
          <a:cs typeface="+mn-cs"/>
        </a:defRPr>
      </a:lvl2pPr>
      <a:lvl3pPr marL="914400" algn="l" defTabSz="914400" rtl="0" eaLnBrk="1" latinLnBrk="0" hangingPunct="1">
        <a:defRPr sz="1800" kern="1200">
          <a:solidFill>
            <a:schemeClr val="tx1"/>
          </a:solidFill>
          <a:effectLst/>
          <a:latin typeface="+mn-lt"/>
          <a:ea typeface="+mn-ea"/>
          <a:cs typeface="+mn-cs"/>
        </a:defRPr>
      </a:lvl3pPr>
      <a:lvl4pPr marL="1371600" algn="l" defTabSz="914400" rtl="0" eaLnBrk="1" latinLnBrk="0" hangingPunct="1">
        <a:defRPr sz="1800" kern="1200">
          <a:solidFill>
            <a:schemeClr val="tx1"/>
          </a:solidFill>
          <a:effectLst/>
          <a:latin typeface="+mn-lt"/>
          <a:ea typeface="+mn-ea"/>
          <a:cs typeface="+mn-cs"/>
        </a:defRPr>
      </a:lvl4pPr>
      <a:lvl5pPr marL="1828800" algn="l" defTabSz="914400" rtl="0" eaLnBrk="1" latinLnBrk="0" hangingPunct="1">
        <a:defRPr sz="1800" kern="1200">
          <a:solidFill>
            <a:schemeClr val="tx1"/>
          </a:solidFill>
          <a:effectLst/>
          <a:latin typeface="+mn-lt"/>
          <a:ea typeface="+mn-ea"/>
          <a:cs typeface="+mn-cs"/>
        </a:defRPr>
      </a:lvl5pPr>
      <a:lvl6pPr marL="2286000" algn="l" defTabSz="914400" rtl="0" eaLnBrk="1" latinLnBrk="0" hangingPunct="1">
        <a:defRPr sz="1800" kern="1200">
          <a:solidFill>
            <a:schemeClr val="tx1"/>
          </a:solidFill>
          <a:effectLst/>
          <a:latin typeface="+mn-lt"/>
          <a:ea typeface="+mn-ea"/>
          <a:cs typeface="+mn-cs"/>
        </a:defRPr>
      </a:lvl6pPr>
      <a:lvl7pPr marL="2743200" algn="l" defTabSz="914400" rtl="0" eaLnBrk="1" latinLnBrk="0" hangingPunct="1">
        <a:defRPr sz="1800" kern="1200">
          <a:solidFill>
            <a:schemeClr val="tx1"/>
          </a:solidFill>
          <a:effectLst/>
          <a:latin typeface="+mn-lt"/>
          <a:ea typeface="+mn-ea"/>
          <a:cs typeface="+mn-cs"/>
        </a:defRPr>
      </a:lvl7pPr>
      <a:lvl8pPr marL="3200400" algn="l" defTabSz="914400" rtl="0" eaLnBrk="1" latinLnBrk="0" hangingPunct="1">
        <a:defRPr sz="1800" kern="1200">
          <a:solidFill>
            <a:schemeClr val="tx1"/>
          </a:solidFill>
          <a:effectLst/>
          <a:latin typeface="+mn-lt"/>
          <a:ea typeface="+mn-ea"/>
          <a:cs typeface="+mn-cs"/>
        </a:defRPr>
      </a:lvl8pPr>
      <a:lvl9pPr marL="3657600" algn="l" defTabSz="914400" rtl="0" eaLnBrk="1" latinLnBrk="0" hangingPunct="1">
        <a:defRPr sz="1800" kern="1200">
          <a:solidFill>
            <a:schemeClr val="tx1"/>
          </a:solidFill>
          <a:effectLst/>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2.wmf" /><Relationship Id="rId4" Type="http://schemas.openxmlformats.org/officeDocument/2006/relationships/image" Target="../media/image3.wmf" /><Relationship Id="rId5" Type="http://schemas.openxmlformats.org/officeDocument/2006/relationships/image" Target="../media/image4.wmf"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hyperlink" Target="file:///D:/Scientific Investigation/&#26426;&#22120;&#23398;&#20064;&#65288;&#35838;&#20214;&#65289;/3rd  Lecture Midst/&#19968;&#31181;&#22522;&#20110;&#25968;&#25454;&#24211;&#26597;&#35810;&#30340;&#25913;&#36827;&#30340;&#20915;&#31574;&#26641;&#31639;&#27861;.pdf" TargetMode="Externa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oleObject" Target="../embeddings/oleObject1.bin" TargetMode="Internal" /><Relationship Id="rId4" Type="http://schemas.openxmlformats.org/officeDocument/2006/relationships/image" Target="../media/image5.wmf" /><Relationship Id="rId5" Type="http://schemas.openxmlformats.org/officeDocument/2006/relationships/oleObject" Target="../embeddings/oleObject2.bin" TargetMode="Internal" /><Relationship Id="rId6" Type="http://schemas.openxmlformats.org/officeDocument/2006/relationships/image" Target="../media/image6.wmf" /><Relationship Id="rId7" Type="http://schemas.openxmlformats.org/officeDocument/2006/relationships/vmlDrawing" Target="../drawings/vmlDrawing1.v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oleObject" Target="../embeddings/oleObject3.bin" TargetMode="Internal" /><Relationship Id="rId4" Type="http://schemas.openxmlformats.org/officeDocument/2006/relationships/image" Target="../media/image7.wmf" /><Relationship Id="rId5" Type="http://schemas.openxmlformats.org/officeDocument/2006/relationships/vmlDrawing" Target="../drawings/vmlDrawing2.v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oleObject" Target="../embeddings/oleObject4.bin" TargetMode="Internal" /><Relationship Id="rId4" Type="http://schemas.openxmlformats.org/officeDocument/2006/relationships/image" Target="../media/image8.wmf" /><Relationship Id="rId5" Type="http://schemas.openxmlformats.org/officeDocument/2006/relationships/vmlDrawing" Target="../drawings/vmlDrawing3.vml"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image9.png"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image10.png" /><Relationship Id="rId4" Type="http://schemas.openxmlformats.org/officeDocument/2006/relationships/image" Target="../media/image11.png"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hyperlink" Target="file:///D:/Scientific Investigation/&#26426;&#22120;&#23398;&#20064;&#65288;&#35838;&#20214;&#65289;/3rd  Lecture Midst/Information gain.ppt" TargetMode="External"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5.bin" TargetMode="Internal" /><Relationship Id="rId3" Type="http://schemas.openxmlformats.org/officeDocument/2006/relationships/image" Target="../media/image12.wmf" /><Relationship Id="rId4" Type="http://schemas.openxmlformats.org/officeDocument/2006/relationships/vmlDrawing" Target="../drawings/vmlDrawing4.vml"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3.png"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2.xml" /><Relationship Id="rId3" Type="http://schemas.openxmlformats.org/officeDocument/2006/relationships/image" Target="../media/image14.png" /></Relationships>
</file>

<file path=ppt/slides/_rels/slide3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40.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oleObject" Target="../embeddings/oleObject10.bin" TargetMode="Internal" /><Relationship Id="rId11" Type="http://schemas.openxmlformats.org/officeDocument/2006/relationships/image" Target="../media/image19.wmf" /><Relationship Id="rId12" Type="http://schemas.openxmlformats.org/officeDocument/2006/relationships/vmlDrawing" Target="../drawings/vmlDrawing5.vml" /><Relationship Id="rId2" Type="http://schemas.openxmlformats.org/officeDocument/2006/relationships/oleObject" Target="../embeddings/oleObject6.bin" TargetMode="Internal" /><Relationship Id="rId3" Type="http://schemas.openxmlformats.org/officeDocument/2006/relationships/image" Target="../media/image15.wmf" /><Relationship Id="rId4" Type="http://schemas.openxmlformats.org/officeDocument/2006/relationships/oleObject" Target="../embeddings/oleObject7.bin" TargetMode="Internal" /><Relationship Id="rId5" Type="http://schemas.openxmlformats.org/officeDocument/2006/relationships/image" Target="../media/image16.wmf" /><Relationship Id="rId6" Type="http://schemas.openxmlformats.org/officeDocument/2006/relationships/oleObject" Target="../embeddings/oleObject8.bin" TargetMode="Internal" /><Relationship Id="rId7" Type="http://schemas.openxmlformats.org/officeDocument/2006/relationships/image" Target="../media/image17.wmf" /><Relationship Id="rId8" Type="http://schemas.openxmlformats.org/officeDocument/2006/relationships/oleObject" Target="../embeddings/oleObject9.bin" TargetMode="Internal" /><Relationship Id="rId9" Type="http://schemas.openxmlformats.org/officeDocument/2006/relationships/image" Target="../media/image18.wmf" /></Relationships>
</file>

<file path=ppt/slides/_rels/slide4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oleObject" Target="../embeddings/oleObject11.bin" TargetMode="Internal" /><Relationship Id="rId3" Type="http://schemas.openxmlformats.org/officeDocument/2006/relationships/image" Target="../media/image20.wmf" /><Relationship Id="rId4" Type="http://schemas.openxmlformats.org/officeDocument/2006/relationships/vmlDrawing" Target="../drawings/vmlDrawing6.vml" /></Relationships>
</file>

<file path=ppt/slides/_rels/slide4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1.png" /></Relationships>
</file>

<file path=ppt/slides/_rels/slide4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name="">
    <p:spTree>
      <p:nvGrpSpPr>
        <p:cNvPr id="1" name=""/>
        <p:cNvGrpSpPr/>
        <p:nvPr/>
      </p:nvGrpSpPr>
      <p:grpSpPr>
        <a:xfrm>
          <a:off x="0" y="0"/>
          <a:ext cx="0" cy="0"/>
        </a:xfrm>
        <a:effectLst/>
      </p:grpSpPr>
      <p:sp>
        <p:nvSpPr>
          <p:cNvPr id="2" name="日期占位符 15"/>
          <p:cNvSpPr>
            <a:spLocks noGrp="1"/>
          </p:cNvSpPr>
          <p:nvPr>
            <p:ph type="dt" sz="half" idx="10"/>
          </p:nvPr>
        </p:nvSpPr>
        <p:spPr>
          <a:effectLst/>
        </p:spPr>
        <p:txBody>
          <a:bodyPr/>
          <a:lstStyle/>
          <a:p>
            <a:fld id="{28037D2A-A73A-426E-9533-6701DFD023A9}" type="datetime3">
              <a:rPr lang="zh-CN" altLang="en-US" smtClean="0">
                <a:effectLst/>
              </a:rPr>
              <a:t/>
            </a:fld>
            <a:endParaRPr lang="zh-CN" altLang="en-US">
              <a:effectLst/>
            </a:endParaRPr>
          </a:p>
        </p:txBody>
      </p:sp>
      <p:sp>
        <p:nvSpPr>
          <p:cNvPr id="3" name="灯片编号占位符 17"/>
          <p:cNvSpPr>
            <a:spLocks noGrp="1"/>
          </p:cNvSpPr>
          <p:nvPr>
            <p:ph type="sldNum" sz="quarter" idx="12"/>
          </p:nvPr>
        </p:nvSpPr>
        <p:spPr>
          <a:effectLst/>
        </p:spPr>
        <p:txBody>
          <a:bodyPr/>
          <a:lstStyle/>
          <a:p>
            <a:fld id="{065599BD-4FB2-4868-9673-DA015627A369}" type="slidenum">
              <a:rPr lang="zh-CN" altLang="en-US" smtClean="0">
                <a:effectLst/>
              </a:rPr>
              <a:t>1</a:t>
            </a:fld>
            <a:endParaRPr lang="zh-CN" altLang="en-US">
              <a:effectLst/>
            </a:endParaRPr>
          </a:p>
        </p:txBody>
      </p:sp>
      <p:sp>
        <p:nvSpPr>
          <p:cNvPr id="4" name=""/>
          <p:cNvSpPr/>
          <p:nvPr/>
        </p:nvSpPr>
        <p:spPr>
          <a:xfrm>
            <a:off x="1393825" y="1905000"/>
            <a:ext cx="6356350" cy="778017"/>
          </a:xfrm>
          <a:prstGeom prst="rect">
            <a:avLst/>
          </a:prstGeom>
          <a:effectLst/>
        </p:spPr>
        <p:txBody>
          <a:bodyPr anchorCtr="1">
            <a:spAutoFit/>
          </a:bodyPr>
          <a:lstStyle/>
          <a:p>
            <a:pPr algn="ctr"/>
            <a:r>
              <a:rPr sz="4500" b="1">
                <a:solidFill>
                  <a:srgbClr val="000000"/>
                </a:solidFill>
                <a:effectLst/>
              </a:rPr>
              <a:t>建立模型之决策树讲义</a:t>
            </a: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7170"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C4B79D70-0423-4D5E-9C41-F53D921011F2}" type="datetime1">
              <a:rPr lang="zh-CN" altLang="en-US" sz="1500">
                <a:effectLst/>
              </a:rPr>
              <a:t>2020-01-26</a:t>
            </a:fld>
            <a:endParaRPr lang="en-US" altLang="zh-CN" sz="1500">
              <a:effectLst/>
            </a:endParaRPr>
          </a:p>
        </p:txBody>
      </p:sp>
      <p:sp>
        <p:nvSpPr>
          <p:cNvPr id="7171"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7172"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066B0F26-6777-4D08-86DF-E1784222C012}" type="slidenum">
              <a:rPr lang="en-US" altLang="zh-CN" sz="1500">
                <a:effectLst/>
              </a:rPr>
              <a:t>2</a:t>
            </a:fld>
            <a:r>
              <a:rPr lang="en-US" altLang="zh-CN" sz="1500">
                <a:effectLst/>
              </a:rPr>
              <a:t> / 34</a:t>
            </a:r>
          </a:p>
        </p:txBody>
      </p:sp>
      <p:sp>
        <p:nvSpPr>
          <p:cNvPr id="7173" name="Rectangle 2"/>
          <p:cNvSpPr/>
          <p:nvPr>
            <p:ph type="title" idx="4294967295"/>
          </p:nvPr>
        </p:nvSpPr>
        <p:spPr>
          <a:xfrm>
            <a:off x="1093788"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a:effectLst/>
              </a:rPr>
              <a:t>4.1  </a:t>
            </a:r>
            <a:r>
              <a:rPr lang="zh-CN" altLang="en-US">
                <a:effectLst/>
              </a:rPr>
              <a:t>分类预测概念</a:t>
            </a:r>
          </a:p>
        </p:txBody>
      </p:sp>
      <p:sp>
        <p:nvSpPr>
          <p:cNvPr id="7174" name="Rectangle 3"/>
          <p:cNvSpPr/>
          <p:nvPr>
            <p:ph type="body" idx="4294967295"/>
          </p:nvPr>
        </p:nvSpPr>
        <p:spPr>
          <a:xfrm>
            <a:off x="534988" y="2133600"/>
            <a:ext cx="9072562" cy="3671888"/>
          </a:xfrm>
          <a:prstGeom prst="rect">
            <a:avLst/>
          </a:prstGeom>
          <a:noFill/>
          <a:ln>
            <a:miter lim="800000"/>
          </a:ln>
          <a:effectLst/>
        </p:spPr>
        <p:txBody>
          <a:bodyPr vert="horz" wrap="square" lIns="97953" tIns="48976" rIns="97953" bIns="48976" anchor="t" anchorCtr="0">
            <a:noAutofit/>
          </a:bodyPr>
          <a:lstStyle>
            <a:lvl1pPr marL="476250" indent="-476250" algn="l"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889000" indent="-400050" algn="l"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476250" lvl="0" indent="-476250" eaLnBrk="1" hangingPunct="1"/>
            <a:r>
              <a:rPr lang="zh-CN" altLang="en-US" b="1">
                <a:effectLst/>
              </a:rPr>
              <a:t>目的（通用）</a:t>
            </a:r>
          </a:p>
          <a:p>
            <a:pPr marL="889000" lvl="1" indent="-400050" eaLnBrk="1" hangingPunct="1">
              <a:lnSpc>
                <a:spcPct val="120000"/>
              </a:lnSpc>
            </a:pPr>
            <a:r>
              <a:rPr lang="zh-CN" altLang="en-US" b="1">
                <a:solidFill>
                  <a:schemeClr val="bg2"/>
                </a:solidFill>
                <a:effectLst/>
              </a:rPr>
              <a:t>学习模型建立的算法</a:t>
            </a:r>
          </a:p>
          <a:p>
            <a:pPr marL="889000" lvl="1" indent="-400050" eaLnBrk="1" hangingPunct="1">
              <a:lnSpc>
                <a:spcPct val="120000"/>
              </a:lnSpc>
            </a:pPr>
            <a:r>
              <a:rPr lang="zh-CN" altLang="en-US" b="1">
                <a:solidFill>
                  <a:schemeClr val="bg2"/>
                </a:solidFill>
                <a:effectLst/>
              </a:rPr>
              <a:t>了解该算法在相应数据挖掘问题中的应用</a:t>
            </a:r>
          </a:p>
          <a:p>
            <a:pPr marL="476250" lvl="0" indent="-476250" eaLnBrk="1" hangingPunct="1">
              <a:lnSpc>
                <a:spcPct val="120000"/>
              </a:lnSpc>
            </a:pPr>
            <a:r>
              <a:rPr lang="zh-CN" altLang="en-US" b="1">
                <a:solidFill>
                  <a:schemeClr val="tx1"/>
                </a:solidFill>
                <a:effectLst/>
              </a:rPr>
              <a:t>分类预测的含义</a:t>
            </a:r>
            <a:endParaRPr lang="zh-CN" altLang="en-US" b="1">
              <a:solidFill>
                <a:schemeClr val="bg2"/>
              </a:solidFill>
              <a:effectLst/>
            </a:endParaRPr>
          </a:p>
          <a:p>
            <a:pPr marL="476250" lvl="0" indent="-476250" eaLnBrk="1" hangingPunct="1">
              <a:lnSpc>
                <a:spcPct val="120000"/>
              </a:lnSpc>
            </a:pPr>
            <a:r>
              <a:rPr lang="zh-CN" altLang="en-US" b="1">
                <a:solidFill>
                  <a:schemeClr val="bg2"/>
                </a:solidFill>
                <a:effectLst/>
              </a:rPr>
              <a:t>分类预测算法的类型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9223372036854775808"/>
                                  </p:stCondLst>
                                  <p:childTnLst>
                                    <p:set>
                                      <p:cBhvr additive="base">
                                        <p:cTn id="6" dur="1" fill="hold">
                                          <p:stCondLst>
                                            <p:cond delay="0"/>
                                          </p:stCondLst>
                                        </p:cTn>
                                        <p:tgtEl>
                                          <p:spTgt spid="7174">
                                            <p:txEl>
                                              <p:charRg st="7" end="17"/>
                                            </p:txEl>
                                          </p:spTgt>
                                        </p:tgtEl>
                                        <p:attrNameLst>
                                          <p:attrName>style.visibility</p:attrName>
                                        </p:attrNameLst>
                                      </p:cBhvr>
                                      <p:to>
                                        <p:strVal val="visible"/>
                                      </p:to>
                                    </p:set>
                                    <p:animEffect transition="in" filter="wipe(left)">
                                      <p:cBhvr additive="base">
                                        <p:cTn id="7" dur="500"/>
                                        <p:tgtEl>
                                          <p:spTgt spid="7174">
                                            <p:txEl>
                                              <p:charRg st="7" end="17"/>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0" presetClass="emph" presetSubtype="0" fill="hold" nodeType="clickEffect">
                                  <p:stCondLst>
                                    <p:cond delay="-9223372036854775808"/>
                                  </p:stCondLst>
                                  <p:childTnLst>
                                    <p:animClr>
                                      <p:cBhvr additive="base">
                                        <p:cTn id="12" dur="500" fill="hold"/>
                                        <p:tgtEl>
                                          <p:spTgt spid="7174">
                                            <p:txEl>
                                              <p:charRg st="7" end="17"/>
                                            </p:txEl>
                                          </p:spTgt>
                                        </p:tgtEl>
                                        <p:attrNameLst>
                                          <p:attrName>style.color</p:attrName>
                                        </p:attrNameLst>
                                      </p:cBhvr>
                                    </p:animClr>
                                    <p:animClr>
                                      <p:cBhvr additive="base">
                                        <p:cTn id="13" dur="500" fill="hold"/>
                                        <p:tgtEl>
                                          <p:spTgt spid="7174">
                                            <p:txEl>
                                              <p:charRg st="7" end="17"/>
                                            </p:txEl>
                                          </p:spTgt>
                                        </p:tgtEl>
                                        <p:attrNameLst>
                                          <p:attrName>fillcolor</p:attrName>
                                        </p:attrNameLst>
                                      </p:cBhvr>
                                    </p:animClr>
                                    <p:animClr>
                                      <p:cBhvr additive="base">
                                        <p:cTn id="14" dur="500" fill="hold"/>
                                        <p:tgtEl>
                                          <p:spTgt spid="7174">
                                            <p:txEl>
                                              <p:charRg st="7" end="17"/>
                                            </p:txEl>
                                          </p:spTgt>
                                        </p:tgtEl>
                                        <p:attrNameLst>
                                          <p:attrName>stroke.color</p:attrName>
                                        </p:attrNameLst>
                                      </p:cBhvr>
                                    </p:animClr>
                                    <p:set>
                                      <p:cBhvr additive="base">
                                        <p:cTn id="15" dur="500" fill="hold"/>
                                        <p:tgtEl>
                                          <p:spTgt spid="7174">
                                            <p:txEl>
                                              <p:charRg st="7" end="17"/>
                                            </p:txEl>
                                          </p:spTgt>
                                        </p:tgtEl>
                                        <p:attrNameLst>
                                          <p:attrName>fill.type</p:attrName>
                                        </p:attrNameLst>
                                      </p:cBhvr>
                                      <p:to>
                                        <p:strVal val="solid"/>
                                      </p:to>
                                    </p:set>
                                  </p:childTnLst>
                                </p:cTn>
                              </p:par>
                            </p:childTnLst>
                          </p:cTn>
                        </p:par>
                        <p:par>
                          <p:cTn id="16" fill="hold">
                            <p:stCondLst>
                              <p:cond delay="500"/>
                            </p:stCondLst>
                            <p:childTnLst>
                              <p:par>
                                <p:cTn id="17" presetID="22" presetClass="entr" presetSubtype="8" fill="hold" nodeType="afterEffect">
                                  <p:stCondLst>
                                    <p:cond delay="-9223372036854775808"/>
                                  </p:stCondLst>
                                  <p:childTnLst>
                                    <p:set>
                                      <p:cBhvr additive="base">
                                        <p:cTn id="18" dur="1" fill="hold">
                                          <p:stCondLst>
                                            <p:cond delay="0"/>
                                          </p:stCondLst>
                                        </p:cTn>
                                        <p:tgtEl>
                                          <p:spTgt spid="7174">
                                            <p:txEl>
                                              <p:charRg st="17" end="36"/>
                                            </p:txEl>
                                          </p:spTgt>
                                        </p:tgtEl>
                                        <p:attrNameLst>
                                          <p:attrName>style.visibility</p:attrName>
                                        </p:attrNameLst>
                                      </p:cBhvr>
                                      <p:to>
                                        <p:strVal val="visible"/>
                                      </p:to>
                                    </p:set>
                                    <p:animEffect transition="in" filter="wipe(left)">
                                      <p:cBhvr additive="base">
                                        <p:cTn id="19" dur="500"/>
                                        <p:tgtEl>
                                          <p:spTgt spid="7174">
                                            <p:txEl>
                                              <p:charRg st="17" end="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8194"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DD330B69-0666-42E5-B6F7-DBE42C1179BE}" type="datetime1">
              <a:rPr lang="zh-CN" altLang="en-US" sz="1500">
                <a:effectLst/>
              </a:rPr>
              <a:t>2020-01-26</a:t>
            </a:fld>
            <a:endParaRPr lang="en-US" altLang="zh-CN" sz="1500">
              <a:effectLst/>
            </a:endParaRPr>
          </a:p>
        </p:txBody>
      </p:sp>
      <p:sp>
        <p:nvSpPr>
          <p:cNvPr id="8195"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8196"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F22680E3-05B4-47A0-A0E9-AA6A56BBAD04}" type="slidenum">
              <a:rPr lang="en-US" altLang="zh-CN" sz="1500">
                <a:effectLst/>
              </a:rPr>
              <a:t>3</a:t>
            </a:fld>
            <a:r>
              <a:rPr lang="en-US" altLang="zh-CN" sz="1500">
                <a:effectLst/>
              </a:rPr>
              <a:t> / 34</a:t>
            </a:r>
          </a:p>
        </p:txBody>
      </p:sp>
      <p:sp>
        <p:nvSpPr>
          <p:cNvPr id="8197" name="Rectangle 2"/>
          <p:cNvSpPr/>
          <p:nvPr>
            <p:ph type="title" idx="4294967295"/>
          </p:nvPr>
        </p:nvSpPr>
        <p:spPr>
          <a:xfrm>
            <a:off x="1093788"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a:effectLst/>
              </a:rPr>
              <a:t>4.1  </a:t>
            </a:r>
            <a:r>
              <a:rPr lang="zh-CN" altLang="en-US">
                <a:effectLst/>
              </a:rPr>
              <a:t>分类预测概念</a:t>
            </a:r>
          </a:p>
        </p:txBody>
      </p:sp>
      <p:sp>
        <p:nvSpPr>
          <p:cNvPr id="8198" name="Rectangle 3"/>
          <p:cNvSpPr/>
          <p:nvPr>
            <p:ph type="body" idx="4294967295"/>
          </p:nvPr>
        </p:nvSpPr>
        <p:spPr>
          <a:xfrm>
            <a:off x="534988" y="2132012"/>
            <a:ext cx="9432925" cy="3960812"/>
          </a:xfrm>
          <a:prstGeom prst="rect">
            <a:avLst/>
          </a:prstGeom>
          <a:noFill/>
          <a:ln>
            <a:miter lim="800000"/>
          </a:ln>
          <a:effectLst/>
        </p:spPr>
        <p:txBody>
          <a:bodyPr vert="horz" wrap="square" lIns="97953" tIns="48976" rIns="97953" bIns="48976" anchor="t" anchorCtr="0">
            <a:noAutofit/>
          </a:bodyPr>
          <a:lstStyle>
            <a:lvl1pPr marL="476250" indent="-476250" algn="l"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889000" indent="-400050" algn="l"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476250" lvl="0" indent="-476250" eaLnBrk="1" hangingPunct="1"/>
            <a:r>
              <a:rPr lang="zh-CN" altLang="en-US" b="1">
                <a:effectLst/>
              </a:rPr>
              <a:t>目的（通用）</a:t>
            </a:r>
            <a:endParaRPr lang="zh-CN" altLang="en-US" b="1">
              <a:solidFill>
                <a:schemeClr val="bg2"/>
              </a:solidFill>
              <a:effectLst/>
            </a:endParaRPr>
          </a:p>
          <a:p>
            <a:pPr marL="476250" lvl="0" indent="-476250" eaLnBrk="1" hangingPunct="1">
              <a:lnSpc>
                <a:spcPct val="120000"/>
              </a:lnSpc>
            </a:pPr>
            <a:r>
              <a:rPr lang="zh-CN" altLang="en-US" b="1">
                <a:solidFill>
                  <a:schemeClr val="tx1"/>
                </a:solidFill>
                <a:effectLst/>
              </a:rPr>
              <a:t>分类预测的含义</a:t>
            </a:r>
          </a:p>
          <a:p>
            <a:pPr marL="889000" lvl="1" indent="-400050" eaLnBrk="1" hangingPunct="1">
              <a:lnSpc>
                <a:spcPct val="120000"/>
              </a:lnSpc>
              <a:buSzPct val="95000"/>
              <a:buFont typeface="Wingdings" pitchFamily="2" charset="2"/>
              <a:buAutoNum type="arabicPeriod"/>
            </a:pPr>
            <a:r>
              <a:rPr lang="zh-CN" altLang="en-US" b="1">
                <a:solidFill>
                  <a:schemeClr val="bg2"/>
                </a:solidFill>
                <a:effectLst/>
              </a:rPr>
              <a:t>通过对现有数据的学习</a:t>
            </a:r>
            <a:r>
              <a:rPr lang="zh-CN" altLang="en-US" b="1">
                <a:solidFill>
                  <a:schemeClr val="bg2"/>
                </a:solidFill>
                <a:effectLst/>
                <a:sym typeface="Wingdings" pitchFamily="2" charset="2"/>
              </a:rPr>
              <a:t>建立起拟合数据的模型</a:t>
            </a:r>
          </a:p>
          <a:p>
            <a:pPr marL="889000" lvl="1" indent="-400050" eaLnBrk="1" hangingPunct="1">
              <a:lnSpc>
                <a:spcPct val="120000"/>
              </a:lnSpc>
              <a:buSzPct val="95000"/>
              <a:buFont typeface="Wingdings" pitchFamily="2" charset="2"/>
              <a:buAutoNum type="arabicPeriod"/>
            </a:pPr>
            <a:r>
              <a:rPr lang="zh-CN" altLang="en-US" b="1">
                <a:solidFill>
                  <a:schemeClr val="bg2"/>
                </a:solidFill>
                <a:effectLst/>
              </a:rPr>
              <a:t>利用该模型对未来新数据进行分类，具备预测能力</a:t>
            </a:r>
          </a:p>
          <a:p>
            <a:pPr marL="476250" lvl="0" indent="-476250" eaLnBrk="1" hangingPunct="1">
              <a:lnSpc>
                <a:spcPct val="120000"/>
              </a:lnSpc>
            </a:pPr>
            <a:r>
              <a:rPr lang="zh-CN" altLang="en-US" b="1">
                <a:solidFill>
                  <a:schemeClr val="bg2"/>
                </a:solidFill>
                <a:effectLst/>
              </a:rPr>
              <a:t>分类预测算法的类型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mph" presetSubtype="0" fill="hold" nodeType="afterEffect">
                                  <p:stCondLst>
                                    <p:cond delay="-9223372036854775808"/>
                                  </p:stCondLst>
                                  <p:childTnLst>
                                    <p:animClr>
                                      <p:cBhvr additive="base">
                                        <p:cTn id="6" dur="500" fill="hold"/>
                                        <p:tgtEl>
                                          <p:spTgt spid="8198">
                                            <p:txEl>
                                              <p:charRg st="0" end="7"/>
                                            </p:txEl>
                                          </p:spTgt>
                                        </p:tgtEl>
                                        <p:attrNameLst>
                                          <p:attrName>style.color</p:attrName>
                                        </p:attrNameLst>
                                      </p:cBhvr>
                                    </p:animClr>
                                    <p:animClr>
                                      <p:cBhvr additive="base">
                                        <p:cTn id="7" dur="500" fill="hold"/>
                                        <p:tgtEl>
                                          <p:spTgt spid="8198">
                                            <p:txEl>
                                              <p:charRg st="0" end="7"/>
                                            </p:txEl>
                                          </p:spTgt>
                                        </p:tgtEl>
                                        <p:attrNameLst>
                                          <p:attrName>fillcolor</p:attrName>
                                        </p:attrNameLst>
                                      </p:cBhvr>
                                    </p:animClr>
                                    <p:animClr>
                                      <p:cBhvr additive="base">
                                        <p:cTn id="8" dur="500" fill="hold"/>
                                        <p:tgtEl>
                                          <p:spTgt spid="8198">
                                            <p:txEl>
                                              <p:charRg st="0" end="7"/>
                                            </p:txEl>
                                          </p:spTgt>
                                        </p:tgtEl>
                                        <p:attrNameLst>
                                          <p:attrName>stroke.color</p:attrName>
                                        </p:attrNameLst>
                                      </p:cBhvr>
                                    </p:animClr>
                                    <p:set>
                                      <p:cBhvr additive="base">
                                        <p:cTn id="9" dur="500" fill="hold"/>
                                        <p:tgtEl>
                                          <p:spTgt spid="8198">
                                            <p:txEl>
                                              <p:charRg st="0" end="7"/>
                                            </p:txEl>
                                          </p:spTgt>
                                        </p:tgtEl>
                                        <p:attrNameLst>
                                          <p:attrName>fill.type</p:attrName>
                                        </p:attrNameLst>
                                      </p:cBhvr>
                                      <p:to>
                                        <p:strVal val="solid"/>
                                      </p:to>
                                    </p:set>
                                  </p:childTnLst>
                                </p:cTn>
                              </p:par>
                              <p:par>
                                <p:cTn id="10" presetID="22" presetClass="entr" presetSubtype="8" fill="hold" nodeType="withEffect">
                                  <p:stCondLst>
                                    <p:cond delay="-9223372036854775808"/>
                                  </p:stCondLst>
                                  <p:childTnLst>
                                    <p:set>
                                      <p:cBhvr additive="base">
                                        <p:cTn id="11" dur="1" fill="hold">
                                          <p:stCondLst>
                                            <p:cond delay="0"/>
                                          </p:stCondLst>
                                        </p:cTn>
                                        <p:tgtEl>
                                          <p:spTgt spid="8198">
                                            <p:txEl>
                                              <p:charRg st="15" end="37"/>
                                            </p:txEl>
                                          </p:spTgt>
                                        </p:tgtEl>
                                        <p:attrNameLst>
                                          <p:attrName>style.visibility</p:attrName>
                                        </p:attrNameLst>
                                      </p:cBhvr>
                                      <p:to>
                                        <p:strVal val="visible"/>
                                      </p:to>
                                    </p:set>
                                    <p:animEffect transition="in" filter="wipe(left)">
                                      <p:cBhvr additive="base">
                                        <p:cTn id="12" dur="500"/>
                                        <p:tgtEl>
                                          <p:spTgt spid="8198">
                                            <p:txEl>
                                              <p:charRg st="15" end="37"/>
                                            </p:txEl>
                                          </p:spTgt>
                                        </p:tgtEl>
                                      </p:cBhvr>
                                    </p:animEffect>
                                  </p:childTnLst>
                                </p:cTn>
                              </p:par>
                            </p:childTnLst>
                          </p:cTn>
                        </p:par>
                      </p:childTnLst>
                    </p:cTn>
                  </p:par>
                  <p:par>
                    <p:cTn id="13" fill="hold">
                      <p:stCondLst>
                        <p:cond delay="indefinite"/>
                        <p:cond evt="onBegin" delay="0">
                          <p:tn val="12"/>
                        </p:cond>
                      </p:stCondLst>
                      <p:childTnLst>
                        <p:par>
                          <p:cTn id="14" fill="hold">
                            <p:stCondLst>
                              <p:cond delay="indefinite"/>
                            </p:stCondLst>
                          </p:cTn>
                        </p:par>
                        <p:par>
                          <p:cTn id="15" fill="hold">
                            <p:stCondLst>
                              <p:cond delay="0"/>
                            </p:stCondLst>
                            <p:childTnLst>
                              <p:par>
                                <p:cTn id="16" presetID="30" presetClass="emph" presetSubtype="0" fill="hold" nodeType="clickEffect">
                                  <p:stCondLst>
                                    <p:cond delay="-9223372036854775808"/>
                                  </p:stCondLst>
                                  <p:childTnLst>
                                    <p:animClr>
                                      <p:cBhvr additive="base">
                                        <p:cTn id="17" dur="500" fill="hold"/>
                                        <p:tgtEl>
                                          <p:spTgt spid="8198">
                                            <p:txEl>
                                              <p:charRg st="15" end="37"/>
                                            </p:txEl>
                                          </p:spTgt>
                                        </p:tgtEl>
                                        <p:attrNameLst>
                                          <p:attrName>style.color</p:attrName>
                                        </p:attrNameLst>
                                      </p:cBhvr>
                                    </p:animClr>
                                    <p:animClr>
                                      <p:cBhvr additive="base">
                                        <p:cTn id="18" dur="500" fill="hold"/>
                                        <p:tgtEl>
                                          <p:spTgt spid="8198">
                                            <p:txEl>
                                              <p:charRg st="15" end="37"/>
                                            </p:txEl>
                                          </p:spTgt>
                                        </p:tgtEl>
                                        <p:attrNameLst>
                                          <p:attrName>fillcolor</p:attrName>
                                        </p:attrNameLst>
                                      </p:cBhvr>
                                    </p:animClr>
                                    <p:animClr>
                                      <p:cBhvr additive="base">
                                        <p:cTn id="19" dur="500" fill="hold"/>
                                        <p:tgtEl>
                                          <p:spTgt spid="8198">
                                            <p:txEl>
                                              <p:charRg st="15" end="37"/>
                                            </p:txEl>
                                          </p:spTgt>
                                        </p:tgtEl>
                                        <p:attrNameLst>
                                          <p:attrName>stroke.color</p:attrName>
                                        </p:attrNameLst>
                                      </p:cBhvr>
                                    </p:animClr>
                                    <p:set>
                                      <p:cBhvr additive="base">
                                        <p:cTn id="20" dur="500" fill="hold"/>
                                        <p:tgtEl>
                                          <p:spTgt spid="8198">
                                            <p:txEl>
                                              <p:charRg st="15" end="37"/>
                                            </p:txEl>
                                          </p:spTgt>
                                        </p:tgtEl>
                                        <p:attrNameLst>
                                          <p:attrName>fill.type</p:attrName>
                                        </p:attrNameLst>
                                      </p:cBhvr>
                                      <p:to>
                                        <p:strVal val="solid"/>
                                      </p:to>
                                    </p:set>
                                  </p:childTnLst>
                                </p:cTn>
                              </p:par>
                              <p:par>
                                <p:cTn id="21" presetID="22" presetClass="entr" presetSubtype="8" fill="hold" nodeType="withEffect">
                                  <p:stCondLst>
                                    <p:cond delay="-9223372036854775808"/>
                                  </p:stCondLst>
                                  <p:childTnLst>
                                    <p:set>
                                      <p:cBhvr additive="base">
                                        <p:cTn id="22" dur="1" fill="hold">
                                          <p:stCondLst>
                                            <p:cond delay="0"/>
                                          </p:stCondLst>
                                        </p:cTn>
                                        <p:tgtEl>
                                          <p:spTgt spid="8198">
                                            <p:txEl>
                                              <p:charRg st="37" end="60"/>
                                            </p:txEl>
                                          </p:spTgt>
                                        </p:tgtEl>
                                        <p:attrNameLst>
                                          <p:attrName>style.visibility</p:attrName>
                                        </p:attrNameLst>
                                      </p:cBhvr>
                                      <p:to>
                                        <p:strVal val="visible"/>
                                      </p:to>
                                    </p:set>
                                    <p:animEffect transition="in" filter="wipe(left)">
                                      <p:cBhvr additive="base">
                                        <p:cTn id="23" dur="500"/>
                                        <p:tgtEl>
                                          <p:spTgt spid="8198">
                                            <p:txEl>
                                              <p:charRg st="37" end="6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9218"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CBC6D0B0-12BB-4DB6-A141-F78F8B05C397}" type="datetime1">
              <a:rPr lang="zh-CN" altLang="en-US" sz="1500">
                <a:effectLst/>
              </a:rPr>
              <a:t>2020-01-26</a:t>
            </a:fld>
            <a:endParaRPr lang="en-US" altLang="zh-CN" sz="1500">
              <a:effectLst/>
            </a:endParaRPr>
          </a:p>
        </p:txBody>
      </p:sp>
      <p:sp>
        <p:nvSpPr>
          <p:cNvPr id="9219"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9220"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C12494A1-AFA9-422C-AA52-22676ACB257D}" type="slidenum">
              <a:rPr lang="en-US" altLang="zh-CN" sz="1500">
                <a:effectLst/>
              </a:rPr>
              <a:t>4</a:t>
            </a:fld>
            <a:r>
              <a:rPr lang="en-US" altLang="zh-CN" sz="1500">
                <a:effectLst/>
              </a:rPr>
              <a:t> / 34</a:t>
            </a:r>
          </a:p>
        </p:txBody>
      </p:sp>
      <p:sp>
        <p:nvSpPr>
          <p:cNvPr id="9221" name="Rectangle 2"/>
          <p:cNvSpPr/>
          <p:nvPr>
            <p:ph type="title" idx="4294967295"/>
          </p:nvPr>
        </p:nvSpPr>
        <p:spPr>
          <a:xfrm>
            <a:off x="1093788"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a:effectLst/>
              </a:rPr>
              <a:t>4.1  </a:t>
            </a:r>
            <a:r>
              <a:rPr lang="zh-CN" altLang="en-US">
                <a:effectLst/>
              </a:rPr>
              <a:t>分类预测概念</a:t>
            </a:r>
          </a:p>
        </p:txBody>
      </p:sp>
      <p:sp>
        <p:nvSpPr>
          <p:cNvPr id="9222" name="Rectangle 3"/>
          <p:cNvSpPr/>
          <p:nvPr>
            <p:ph type="body" idx="4294967295"/>
          </p:nvPr>
        </p:nvSpPr>
        <p:spPr>
          <a:xfrm>
            <a:off x="319088" y="2133600"/>
            <a:ext cx="9752012" cy="4032250"/>
          </a:xfrm>
          <a:prstGeom prst="rect">
            <a:avLst/>
          </a:prstGeom>
          <a:noFill/>
          <a:ln>
            <a:miter lim="800000"/>
          </a:ln>
          <a:effectLst/>
        </p:spPr>
        <p:txBody>
          <a:bodyPr vert="horz" wrap="square" lIns="97953" tIns="48976" rIns="97953" bIns="48976" anchor="t" anchorCtr="0">
            <a:noAutofit/>
          </a:bodyPr>
          <a:lstStyle>
            <a:lvl1pPr marL="476250" indent="-476250" algn="l"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889000" indent="-400050" algn="l"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476250" lvl="0" indent="-476250" eaLnBrk="1" hangingPunct="1"/>
            <a:r>
              <a:rPr lang="zh-CN" altLang="en-US" b="1">
                <a:effectLst/>
              </a:rPr>
              <a:t>目的（通用）</a:t>
            </a:r>
            <a:endParaRPr lang="zh-CN" altLang="en-US" b="1">
              <a:solidFill>
                <a:schemeClr val="bg2"/>
              </a:solidFill>
              <a:effectLst/>
            </a:endParaRPr>
          </a:p>
          <a:p>
            <a:pPr marL="476250" lvl="0" indent="-476250" eaLnBrk="1" hangingPunct="1">
              <a:lnSpc>
                <a:spcPct val="120000"/>
              </a:lnSpc>
            </a:pPr>
            <a:r>
              <a:rPr lang="zh-CN" altLang="en-US" b="1">
                <a:solidFill>
                  <a:schemeClr val="tx1"/>
                </a:solidFill>
                <a:effectLst/>
              </a:rPr>
              <a:t>分类预测的含义</a:t>
            </a:r>
            <a:endParaRPr lang="zh-CN" altLang="en-US" b="1">
              <a:solidFill>
                <a:schemeClr val="bg2"/>
              </a:solidFill>
              <a:effectLst/>
            </a:endParaRPr>
          </a:p>
          <a:p>
            <a:pPr marL="476250" lvl="0" indent="-476250" eaLnBrk="1" hangingPunct="1">
              <a:lnSpc>
                <a:spcPct val="120000"/>
              </a:lnSpc>
            </a:pPr>
            <a:r>
              <a:rPr lang="zh-CN" altLang="en-US" b="1">
                <a:solidFill>
                  <a:schemeClr val="bg2"/>
                </a:solidFill>
                <a:effectLst/>
              </a:rPr>
              <a:t>分类预测算法的类型</a:t>
            </a:r>
          </a:p>
          <a:p>
            <a:pPr marL="889000" lvl="1" indent="-400050" eaLnBrk="1" hangingPunct="1">
              <a:lnSpc>
                <a:spcPct val="120000"/>
              </a:lnSpc>
            </a:pPr>
            <a:r>
              <a:rPr lang="zh-CN" altLang="en-US" b="1">
                <a:solidFill>
                  <a:schemeClr val="bg2"/>
                </a:solidFill>
                <a:effectLst/>
              </a:rPr>
              <a:t>分析新数据在离散型输出变量上的取值</a:t>
            </a:r>
            <a:r>
              <a:rPr lang="zh-CN" altLang="en-US" b="1">
                <a:solidFill>
                  <a:schemeClr val="bg2"/>
                </a:solidFill>
                <a:effectLst/>
                <a:sym typeface="Wingdings" pitchFamily="2" charset="2"/>
              </a:rPr>
              <a:t>分类决策树</a:t>
            </a:r>
          </a:p>
          <a:p>
            <a:pPr marL="889000" lvl="1" indent="-400050" eaLnBrk="1" hangingPunct="1">
              <a:lnSpc>
                <a:spcPct val="120000"/>
              </a:lnSpc>
            </a:pPr>
            <a:r>
              <a:rPr lang="zh-CN" altLang="en-US" b="1">
                <a:solidFill>
                  <a:schemeClr val="bg2"/>
                </a:solidFill>
                <a:effectLst/>
              </a:rPr>
              <a:t>分析新数据在数值型（连续）输出变量上的取值</a:t>
            </a:r>
            <a:r>
              <a:rPr lang="zh-CN" altLang="en-US" b="1">
                <a:solidFill>
                  <a:schemeClr val="bg2"/>
                </a:solidFill>
                <a:effectLst/>
                <a:sym typeface="Wingdings" pitchFamily="2" charset="2"/>
              </a:rPr>
              <a:t></a:t>
            </a:r>
            <a:br>
              <a:rPr lang="zh-CN" altLang="en-US" b="1">
                <a:solidFill>
                  <a:schemeClr val="bg2"/>
                </a:solidFill>
                <a:effectLst/>
                <a:sym typeface="Wingdings" pitchFamily="2" charset="2"/>
              </a:rPr>
            </a:br>
            <a:r>
              <a:rPr lang="zh-CN" altLang="en-US" b="1">
                <a:solidFill>
                  <a:schemeClr val="bg2"/>
                </a:solidFill>
                <a:effectLst/>
                <a:sym typeface="Wingdings" pitchFamily="2" charset="2"/>
              </a:rPr>
              <a:t>回归决策树</a:t>
            </a:r>
            <a:endParaRPr lang="zh-CN" altLang="en-US" b="1">
              <a:solidFill>
                <a:schemeClr val="bg2"/>
              </a:solidFill>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mph" presetSubtype="0" fill="hold" nodeType="afterEffect">
                                  <p:stCondLst>
                                    <p:cond delay="-9223372036854775808"/>
                                  </p:stCondLst>
                                  <p:childTnLst>
                                    <p:animClr>
                                      <p:cBhvr additive="base">
                                        <p:cTn id="6" dur="500" fill="hold"/>
                                        <p:tgtEl>
                                          <p:spTgt spid="9222">
                                            <p:txEl>
                                              <p:charRg st="0" end="7"/>
                                            </p:txEl>
                                          </p:spTgt>
                                        </p:tgtEl>
                                        <p:attrNameLst>
                                          <p:attrName>style.color</p:attrName>
                                        </p:attrNameLst>
                                      </p:cBhvr>
                                    </p:animClr>
                                    <p:animClr>
                                      <p:cBhvr additive="base">
                                        <p:cTn id="7" dur="500" fill="hold"/>
                                        <p:tgtEl>
                                          <p:spTgt spid="9222">
                                            <p:txEl>
                                              <p:charRg st="0" end="7"/>
                                            </p:txEl>
                                          </p:spTgt>
                                        </p:tgtEl>
                                        <p:attrNameLst>
                                          <p:attrName>fillcolor</p:attrName>
                                        </p:attrNameLst>
                                      </p:cBhvr>
                                    </p:animClr>
                                    <p:animClr>
                                      <p:cBhvr additive="base">
                                        <p:cTn id="8" dur="500" fill="hold"/>
                                        <p:tgtEl>
                                          <p:spTgt spid="9222">
                                            <p:txEl>
                                              <p:charRg st="0" end="7"/>
                                            </p:txEl>
                                          </p:spTgt>
                                        </p:tgtEl>
                                        <p:attrNameLst>
                                          <p:attrName>stroke.color</p:attrName>
                                        </p:attrNameLst>
                                      </p:cBhvr>
                                    </p:animClr>
                                    <p:set>
                                      <p:cBhvr additive="base">
                                        <p:cTn id="9" dur="500" fill="hold"/>
                                        <p:tgtEl>
                                          <p:spTgt spid="9222">
                                            <p:txEl>
                                              <p:charRg st="0" end="7"/>
                                            </p:txEl>
                                          </p:spTgt>
                                        </p:tgtEl>
                                        <p:attrNameLst>
                                          <p:attrName>fill.type</p:attrName>
                                        </p:attrNameLst>
                                      </p:cBhvr>
                                      <p:to>
                                        <p:strVal val="solid"/>
                                      </p:to>
                                    </p:set>
                                  </p:childTnLst>
                                </p:cTn>
                              </p:par>
                              <p:par>
                                <p:cTn id="10" presetID="30" presetClass="emph" presetSubtype="0" fill="hold" nodeType="withEffect">
                                  <p:stCondLst>
                                    <p:cond delay="-9223372036854775808"/>
                                  </p:stCondLst>
                                  <p:childTnLst>
                                    <p:animClr>
                                      <p:cBhvr additive="base">
                                        <p:cTn id="11" dur="500" fill="hold"/>
                                        <p:tgtEl>
                                          <p:spTgt spid="9222">
                                            <p:txEl>
                                              <p:charRg st="7" end="15"/>
                                            </p:txEl>
                                          </p:spTgt>
                                        </p:tgtEl>
                                        <p:attrNameLst>
                                          <p:attrName>style.color</p:attrName>
                                        </p:attrNameLst>
                                      </p:cBhvr>
                                    </p:animClr>
                                    <p:animClr>
                                      <p:cBhvr additive="base">
                                        <p:cTn id="12" dur="500" fill="hold"/>
                                        <p:tgtEl>
                                          <p:spTgt spid="9222">
                                            <p:txEl>
                                              <p:charRg st="7" end="15"/>
                                            </p:txEl>
                                          </p:spTgt>
                                        </p:tgtEl>
                                        <p:attrNameLst>
                                          <p:attrName>fillcolor</p:attrName>
                                        </p:attrNameLst>
                                      </p:cBhvr>
                                    </p:animClr>
                                    <p:animClr>
                                      <p:cBhvr additive="base">
                                        <p:cTn id="13" dur="500" fill="hold"/>
                                        <p:tgtEl>
                                          <p:spTgt spid="9222">
                                            <p:txEl>
                                              <p:charRg st="7" end="15"/>
                                            </p:txEl>
                                          </p:spTgt>
                                        </p:tgtEl>
                                        <p:attrNameLst>
                                          <p:attrName>stroke.color</p:attrName>
                                        </p:attrNameLst>
                                      </p:cBhvr>
                                    </p:animClr>
                                    <p:set>
                                      <p:cBhvr additive="base">
                                        <p:cTn id="14" dur="500" fill="hold"/>
                                        <p:tgtEl>
                                          <p:spTgt spid="9222">
                                            <p:txEl>
                                              <p:charRg st="7" end="15"/>
                                            </p:txEl>
                                          </p:spTgt>
                                        </p:tgtEl>
                                        <p:attrNameLst>
                                          <p:attrName>fill.type</p:attrName>
                                        </p:attrNameLst>
                                      </p:cBhvr>
                                      <p:to>
                                        <p:strVal val="solid"/>
                                      </p:to>
                                    </p:set>
                                  </p:childTnLst>
                                </p:cTn>
                              </p:par>
                              <p:par>
                                <p:cTn id="15" presetID="22" presetClass="entr" presetSubtype="8" fill="hold" nodeType="withEffect">
                                  <p:stCondLst>
                                    <p:cond delay="-9223372036854775808"/>
                                  </p:stCondLst>
                                  <p:childTnLst>
                                    <p:set>
                                      <p:cBhvr additive="base">
                                        <p:cTn id="16" dur="1" fill="hold">
                                          <p:stCondLst>
                                            <p:cond delay="0"/>
                                          </p:stCondLst>
                                        </p:cTn>
                                        <p:tgtEl>
                                          <p:spTgt spid="9222">
                                            <p:txEl>
                                              <p:charRg st="25" end="49"/>
                                            </p:txEl>
                                          </p:spTgt>
                                        </p:tgtEl>
                                        <p:attrNameLst>
                                          <p:attrName>style.visibility</p:attrName>
                                        </p:attrNameLst>
                                      </p:cBhvr>
                                      <p:to>
                                        <p:strVal val="visible"/>
                                      </p:to>
                                    </p:set>
                                    <p:animEffect transition="in" filter="wipe(left)">
                                      <p:cBhvr additive="base">
                                        <p:cTn id="17" dur="500"/>
                                        <p:tgtEl>
                                          <p:spTgt spid="9222">
                                            <p:txEl>
                                              <p:charRg st="25" end="49"/>
                                            </p:txEl>
                                          </p:spTgt>
                                        </p:tgtEl>
                                      </p:cBhvr>
                                    </p:animEffect>
                                  </p:childTnLst>
                                </p:cTn>
                              </p:par>
                            </p:childTnLst>
                          </p:cTn>
                        </p:par>
                      </p:childTnLst>
                    </p:cTn>
                  </p:par>
                  <p:par>
                    <p:cTn id="18" fill="hold">
                      <p:stCondLst>
                        <p:cond delay="indefinite"/>
                        <p:cond evt="onBegin" delay="0">
                          <p:tn val="17"/>
                        </p:cond>
                      </p:stCondLst>
                      <p:childTnLst>
                        <p:par>
                          <p:cTn id="19" fill="hold">
                            <p:stCondLst>
                              <p:cond delay="indefinite"/>
                            </p:stCondLst>
                          </p:cTn>
                        </p:par>
                        <p:par>
                          <p:cTn id="20" fill="hold">
                            <p:stCondLst>
                              <p:cond delay="0"/>
                            </p:stCondLst>
                            <p:childTnLst>
                              <p:par>
                                <p:cTn id="21" presetID="30" presetClass="emph" presetSubtype="0" fill="hold" nodeType="clickEffect">
                                  <p:stCondLst>
                                    <p:cond delay="-9223372036854775808"/>
                                  </p:stCondLst>
                                  <p:childTnLst>
                                    <p:animClr>
                                      <p:cBhvr additive="base">
                                        <p:cTn id="22" dur="500" fill="hold"/>
                                        <p:tgtEl>
                                          <p:spTgt spid="9222">
                                            <p:txEl>
                                              <p:charRg st="25" end="49"/>
                                            </p:txEl>
                                          </p:spTgt>
                                        </p:tgtEl>
                                        <p:attrNameLst>
                                          <p:attrName>style.color</p:attrName>
                                        </p:attrNameLst>
                                      </p:cBhvr>
                                    </p:animClr>
                                    <p:animClr>
                                      <p:cBhvr additive="base">
                                        <p:cTn id="23" dur="500" fill="hold"/>
                                        <p:tgtEl>
                                          <p:spTgt spid="9222">
                                            <p:txEl>
                                              <p:charRg st="25" end="49"/>
                                            </p:txEl>
                                          </p:spTgt>
                                        </p:tgtEl>
                                        <p:attrNameLst>
                                          <p:attrName>fillcolor</p:attrName>
                                        </p:attrNameLst>
                                      </p:cBhvr>
                                    </p:animClr>
                                    <p:animClr>
                                      <p:cBhvr additive="base">
                                        <p:cTn id="24" dur="500" fill="hold"/>
                                        <p:tgtEl>
                                          <p:spTgt spid="9222">
                                            <p:txEl>
                                              <p:charRg st="25" end="49"/>
                                            </p:txEl>
                                          </p:spTgt>
                                        </p:tgtEl>
                                        <p:attrNameLst>
                                          <p:attrName>stroke.color</p:attrName>
                                        </p:attrNameLst>
                                      </p:cBhvr>
                                    </p:animClr>
                                    <p:set>
                                      <p:cBhvr additive="base">
                                        <p:cTn id="25" dur="500" fill="hold"/>
                                        <p:tgtEl>
                                          <p:spTgt spid="9222">
                                            <p:txEl>
                                              <p:charRg st="25" end="49"/>
                                            </p:txEl>
                                          </p:spTgt>
                                        </p:tgtEl>
                                        <p:attrNameLst>
                                          <p:attrName>fill.type</p:attrName>
                                        </p:attrNameLst>
                                      </p:cBhvr>
                                      <p:to>
                                        <p:strVal val="solid"/>
                                      </p:to>
                                    </p:set>
                                  </p:childTnLst>
                                </p:cTn>
                              </p:par>
                              <p:par>
                                <p:cTn id="26" presetID="22" presetClass="entr" presetSubtype="8" fill="hold" nodeType="withEffect">
                                  <p:stCondLst>
                                    <p:cond delay="-9223372036854775808"/>
                                  </p:stCondLst>
                                  <p:childTnLst>
                                    <p:set>
                                      <p:cBhvr additive="base">
                                        <p:cTn id="27" dur="1" fill="hold">
                                          <p:stCondLst>
                                            <p:cond delay="0"/>
                                          </p:stCondLst>
                                        </p:cTn>
                                        <p:tgtEl>
                                          <p:spTgt spid="9222">
                                            <p:txEl>
                                              <p:charRg st="49" end="78"/>
                                            </p:txEl>
                                          </p:spTgt>
                                        </p:tgtEl>
                                        <p:attrNameLst>
                                          <p:attrName>style.visibility</p:attrName>
                                        </p:attrNameLst>
                                      </p:cBhvr>
                                      <p:to>
                                        <p:strVal val="visible"/>
                                      </p:to>
                                    </p:set>
                                    <p:animEffect transition="in" filter="wipe(left)">
                                      <p:cBhvr additive="base">
                                        <p:cTn id="28" dur="500"/>
                                        <p:tgtEl>
                                          <p:spTgt spid="9222">
                                            <p:txEl>
                                              <p:charRg st="49" end="7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10242"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43EE52F5-68AC-42A9-BB4C-2439207C6FF1}" type="datetime1">
              <a:rPr lang="zh-CN" altLang="en-US" sz="1500">
                <a:effectLst/>
              </a:rPr>
              <a:t>2020-01-26</a:t>
            </a:fld>
            <a:endParaRPr lang="en-US" altLang="zh-CN" sz="1500">
              <a:effectLst/>
            </a:endParaRPr>
          </a:p>
        </p:txBody>
      </p:sp>
      <p:sp>
        <p:nvSpPr>
          <p:cNvPr id="10243"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10244"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CD95DADC-26B8-4B73-82B9-4D42748B300E}" type="slidenum">
              <a:rPr lang="en-US" altLang="zh-CN" sz="1500">
                <a:effectLst/>
              </a:rPr>
              <a:t>5</a:t>
            </a:fld>
            <a:r>
              <a:rPr lang="en-US" altLang="zh-CN" sz="1500">
                <a:effectLst/>
              </a:rPr>
              <a:t> / 34</a:t>
            </a:r>
          </a:p>
        </p:txBody>
      </p:sp>
      <p:sp>
        <p:nvSpPr>
          <p:cNvPr id="10245"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zh-CN" altLang="en-US">
                <a:effectLst/>
              </a:rPr>
              <a:t>聚类、分类和模式识别</a:t>
            </a:r>
          </a:p>
        </p:txBody>
      </p:sp>
      <p:sp>
        <p:nvSpPr>
          <p:cNvPr id="10246" name="Rectangle 3"/>
          <p:cNvSpPr/>
          <p:nvPr>
            <p:ph type="body" idx="4294967295"/>
          </p:nvPr>
        </p:nvSpPr>
        <p:spPr>
          <a:xfrm>
            <a:off x="679450" y="2051050"/>
            <a:ext cx="9009062" cy="4114800"/>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lnSpc>
                <a:spcPct val="90000"/>
              </a:lnSpc>
            </a:pPr>
            <a:r>
              <a:rPr lang="zh-CN" altLang="en-US" b="1">
                <a:effectLst/>
              </a:rPr>
              <a:t>聚类</a:t>
            </a:r>
          </a:p>
          <a:p>
            <a:pPr marL="796925" lvl="1" indent="-307975" eaLnBrk="1" hangingPunct="1">
              <a:lnSpc>
                <a:spcPct val="90000"/>
              </a:lnSpc>
            </a:pPr>
            <a:r>
              <a:rPr lang="zh-CN" altLang="en-US" b="1">
                <a:effectLst/>
              </a:rPr>
              <a:t>子集划分，把一个集合分割为无交集的子集；</a:t>
            </a:r>
          </a:p>
          <a:p>
            <a:pPr marL="366712" lvl="0" indent="-366712" eaLnBrk="1" hangingPunct="1">
              <a:lnSpc>
                <a:spcPct val="90000"/>
              </a:lnSpc>
            </a:pPr>
            <a:r>
              <a:rPr lang="zh-CN" altLang="en-US" b="1">
                <a:effectLst/>
              </a:rPr>
              <a:t>模式分类</a:t>
            </a:r>
          </a:p>
          <a:p>
            <a:pPr marL="796925" lvl="1" indent="-307975" eaLnBrk="1" hangingPunct="1">
              <a:lnSpc>
                <a:spcPct val="90000"/>
              </a:lnSpc>
            </a:pPr>
            <a:r>
              <a:rPr lang="zh-CN" altLang="en-US" b="1">
                <a:effectLst/>
              </a:rPr>
              <a:t>标识出样本归属的子集（标签）</a:t>
            </a:r>
          </a:p>
          <a:p>
            <a:pPr marL="366712" lvl="0" indent="-366712" eaLnBrk="1" hangingPunct="1">
              <a:lnSpc>
                <a:spcPct val="90000"/>
              </a:lnSpc>
            </a:pPr>
            <a:r>
              <a:rPr lang="zh-CN" altLang="en-US" b="1">
                <a:effectLst/>
              </a:rPr>
              <a:t>模式识别</a:t>
            </a:r>
          </a:p>
          <a:p>
            <a:pPr marL="796925" lvl="1" indent="-307975" eaLnBrk="1" hangingPunct="1">
              <a:lnSpc>
                <a:spcPct val="90000"/>
              </a:lnSpc>
            </a:pPr>
            <a:r>
              <a:rPr lang="zh-CN" altLang="en-US" b="1">
                <a:effectLst/>
              </a:rPr>
              <a:t>标识出样本对应的个体（样例）本身，或标识出样本所属子集本身（如考古、物种鉴别等）</a:t>
            </a:r>
          </a:p>
          <a:p>
            <a:pPr marL="366712" lvl="0" indent="-366712" eaLnBrk="1" hangingPunct="1">
              <a:lnSpc>
                <a:spcPct val="90000"/>
              </a:lnSpc>
            </a:pPr>
            <a:r>
              <a:rPr lang="en-US" altLang="zh-CN" b="1">
                <a:effectLst/>
              </a:rPr>
              <a:t>【</a:t>
            </a:r>
            <a:r>
              <a:rPr lang="zh-CN" altLang="en-US" b="1">
                <a:solidFill>
                  <a:srgbClr val="800000"/>
                </a:solidFill>
                <a:effectLst/>
              </a:rPr>
              <a:t>注</a:t>
            </a:r>
            <a:r>
              <a:rPr lang="en-US" altLang="zh-CN" b="1">
                <a:effectLst/>
              </a:rPr>
              <a:t>】</a:t>
            </a:r>
            <a:r>
              <a:rPr lang="zh-CN" altLang="en-US" b="1">
                <a:solidFill>
                  <a:srgbClr val="800000"/>
                </a:solidFill>
                <a:effectLst/>
              </a:rPr>
              <a:t>样本，只需是个体或集合的特征表示</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9223372036854775808"/>
                                  </p:stCondLst>
                                  <p:childTnLst>
                                    <p:set>
                                      <p:cBhvr additive="base">
                                        <p:cTn id="6" dur="1" fill="hold">
                                          <p:stCondLst>
                                            <p:cond delay="0"/>
                                          </p:stCondLst>
                                        </p:cTn>
                                        <p:tgtEl>
                                          <p:spTgt spid="10246">
                                            <p:txEl>
                                              <p:charRg st="3" end="24"/>
                                            </p:txEl>
                                          </p:spTgt>
                                        </p:tgtEl>
                                        <p:attrNameLst>
                                          <p:attrName>style.visibility</p:attrName>
                                        </p:attrNameLst>
                                      </p:cBhvr>
                                      <p:to>
                                        <p:strVal val="visible"/>
                                      </p:to>
                                    </p:set>
                                    <p:animEffect transition="in" filter="wipe(left)">
                                      <p:cBhvr additive="base">
                                        <p:cTn id="7" dur="500"/>
                                        <p:tgtEl>
                                          <p:spTgt spid="10246">
                                            <p:txEl>
                                              <p:charRg st="3" end="24"/>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30" presetClass="emph" presetSubtype="0" fill="hold" nodeType="clickEffect">
                                  <p:stCondLst>
                                    <p:cond delay="-9223372036854775808"/>
                                  </p:stCondLst>
                                  <p:childTnLst>
                                    <p:animClr>
                                      <p:cBhvr additive="base">
                                        <p:cTn id="12" dur="500" fill="hold"/>
                                        <p:tgtEl>
                                          <p:spTgt spid="10246">
                                            <p:txEl>
                                              <p:charRg st="3" end="24"/>
                                            </p:txEl>
                                          </p:spTgt>
                                        </p:tgtEl>
                                        <p:attrNameLst>
                                          <p:attrName>style.color</p:attrName>
                                        </p:attrNameLst>
                                      </p:cBhvr>
                                    </p:animClr>
                                    <p:animClr>
                                      <p:cBhvr additive="base">
                                        <p:cTn id="13" dur="500" fill="hold"/>
                                        <p:tgtEl>
                                          <p:spTgt spid="10246">
                                            <p:txEl>
                                              <p:charRg st="3" end="24"/>
                                            </p:txEl>
                                          </p:spTgt>
                                        </p:tgtEl>
                                        <p:attrNameLst>
                                          <p:attrName>fillcolor</p:attrName>
                                        </p:attrNameLst>
                                      </p:cBhvr>
                                    </p:animClr>
                                    <p:animClr>
                                      <p:cBhvr additive="base">
                                        <p:cTn id="14" dur="500" fill="hold"/>
                                        <p:tgtEl>
                                          <p:spTgt spid="10246">
                                            <p:txEl>
                                              <p:charRg st="3" end="24"/>
                                            </p:txEl>
                                          </p:spTgt>
                                        </p:tgtEl>
                                        <p:attrNameLst>
                                          <p:attrName>stroke.color</p:attrName>
                                        </p:attrNameLst>
                                      </p:cBhvr>
                                    </p:animClr>
                                    <p:set>
                                      <p:cBhvr additive="base">
                                        <p:cTn id="15" dur="500" fill="hold"/>
                                        <p:tgtEl>
                                          <p:spTgt spid="10246">
                                            <p:txEl>
                                              <p:charRg st="3" end="24"/>
                                            </p:txEl>
                                          </p:spTgt>
                                        </p:tgtEl>
                                        <p:attrNameLst>
                                          <p:attrName>fill.type</p:attrName>
                                        </p:attrNameLst>
                                      </p:cBhvr>
                                      <p:to>
                                        <p:strVal val="solid"/>
                                      </p:to>
                                    </p:set>
                                  </p:childTnLst>
                                </p:cTn>
                              </p:par>
                              <p:par>
                                <p:cTn id="16" presetID="22" presetClass="entr" presetSubtype="8" fill="hold" nodeType="withEffect">
                                  <p:stCondLst>
                                    <p:cond delay="-9223372036854775808"/>
                                  </p:stCondLst>
                                  <p:childTnLst>
                                    <p:set>
                                      <p:cBhvr additive="base">
                                        <p:cTn id="17" dur="1" fill="hold">
                                          <p:stCondLst>
                                            <p:cond delay="0"/>
                                          </p:stCondLst>
                                        </p:cTn>
                                        <p:tgtEl>
                                          <p:spTgt spid="10246">
                                            <p:txEl>
                                              <p:charRg st="29" end="44"/>
                                            </p:txEl>
                                          </p:spTgt>
                                        </p:tgtEl>
                                        <p:attrNameLst>
                                          <p:attrName>style.visibility</p:attrName>
                                        </p:attrNameLst>
                                      </p:cBhvr>
                                      <p:to>
                                        <p:strVal val="visible"/>
                                      </p:to>
                                    </p:set>
                                    <p:animEffect transition="in" filter="wipe(left)">
                                      <p:cBhvr additive="base">
                                        <p:cTn id="18" dur="500"/>
                                        <p:tgtEl>
                                          <p:spTgt spid="10246">
                                            <p:txEl>
                                              <p:charRg st="29" end="44"/>
                                            </p:txEl>
                                          </p:spTgt>
                                        </p:tgtEl>
                                      </p:cBhvr>
                                    </p:animEffect>
                                  </p:childTnLst>
                                </p:cTn>
                              </p:par>
                            </p:childTnLst>
                          </p:cTn>
                        </p:par>
                      </p:childTnLst>
                    </p:cTn>
                  </p:par>
                  <p:par>
                    <p:cTn id="19" fill="hold">
                      <p:stCondLst>
                        <p:cond delay="indefinite"/>
                      </p:stCondLst>
                      <p:childTnLst>
                        <p:par>
                          <p:cTn id="20" fill="hold">
                            <p:stCondLst>
                              <p:cond delay="indefinite"/>
                            </p:stCondLst>
                          </p:cTn>
                        </p:par>
                        <p:par>
                          <p:cTn id="21" fill="hold">
                            <p:stCondLst>
                              <p:cond delay="0"/>
                            </p:stCondLst>
                            <p:childTnLst>
                              <p:par>
                                <p:cTn id="22" presetID="30" presetClass="emph" presetSubtype="0" fill="hold" nodeType="clickEffect">
                                  <p:stCondLst>
                                    <p:cond delay="-9223372036854775808"/>
                                  </p:stCondLst>
                                  <p:childTnLst>
                                    <p:animClr>
                                      <p:cBhvr additive="base">
                                        <p:cTn id="23" dur="500" fill="hold"/>
                                        <p:tgtEl>
                                          <p:spTgt spid="10246">
                                            <p:txEl>
                                              <p:charRg st="29" end="44"/>
                                            </p:txEl>
                                          </p:spTgt>
                                        </p:tgtEl>
                                        <p:attrNameLst>
                                          <p:attrName>style.color</p:attrName>
                                        </p:attrNameLst>
                                      </p:cBhvr>
                                    </p:animClr>
                                    <p:animClr>
                                      <p:cBhvr additive="base">
                                        <p:cTn id="24" dur="500" fill="hold"/>
                                        <p:tgtEl>
                                          <p:spTgt spid="10246">
                                            <p:txEl>
                                              <p:charRg st="29" end="44"/>
                                            </p:txEl>
                                          </p:spTgt>
                                        </p:tgtEl>
                                        <p:attrNameLst>
                                          <p:attrName>fillcolor</p:attrName>
                                        </p:attrNameLst>
                                      </p:cBhvr>
                                    </p:animClr>
                                    <p:animClr>
                                      <p:cBhvr additive="base">
                                        <p:cTn id="25" dur="500" fill="hold"/>
                                        <p:tgtEl>
                                          <p:spTgt spid="10246">
                                            <p:txEl>
                                              <p:charRg st="29" end="44"/>
                                            </p:txEl>
                                          </p:spTgt>
                                        </p:tgtEl>
                                        <p:attrNameLst>
                                          <p:attrName>stroke.color</p:attrName>
                                        </p:attrNameLst>
                                      </p:cBhvr>
                                    </p:animClr>
                                    <p:set>
                                      <p:cBhvr additive="base">
                                        <p:cTn id="26" dur="500" fill="hold"/>
                                        <p:tgtEl>
                                          <p:spTgt spid="10246">
                                            <p:txEl>
                                              <p:charRg st="29" end="44"/>
                                            </p:txEl>
                                          </p:spTgt>
                                        </p:tgtEl>
                                        <p:attrNameLst>
                                          <p:attrName>fill.type</p:attrName>
                                        </p:attrNameLst>
                                      </p:cBhvr>
                                      <p:to>
                                        <p:strVal val="solid"/>
                                      </p:to>
                                    </p:set>
                                  </p:childTnLst>
                                </p:cTn>
                              </p:par>
                              <p:par>
                                <p:cTn id="27" presetID="22" presetClass="entr" presetSubtype="8" fill="hold" nodeType="withEffect">
                                  <p:stCondLst>
                                    <p:cond delay="-9223372036854775808"/>
                                  </p:stCondLst>
                                  <p:childTnLst>
                                    <p:set>
                                      <p:cBhvr additive="base">
                                        <p:cTn id="28" dur="1" fill="hold">
                                          <p:stCondLst>
                                            <p:cond delay="0"/>
                                          </p:stCondLst>
                                        </p:cTn>
                                        <p:tgtEl>
                                          <p:spTgt spid="10246">
                                            <p:txEl>
                                              <p:charRg st="49" end="90"/>
                                            </p:txEl>
                                          </p:spTgt>
                                        </p:tgtEl>
                                        <p:attrNameLst>
                                          <p:attrName>style.visibility</p:attrName>
                                        </p:attrNameLst>
                                      </p:cBhvr>
                                      <p:to>
                                        <p:strVal val="visible"/>
                                      </p:to>
                                    </p:set>
                                    <p:animEffect transition="in" filter="wipe(left)">
                                      <p:cBhvr additive="base">
                                        <p:cTn id="29" dur="500"/>
                                        <p:tgtEl>
                                          <p:spTgt spid="10246">
                                            <p:txEl>
                                              <p:charRg st="49" end="90"/>
                                            </p:txEl>
                                          </p:spTgt>
                                        </p:tgtEl>
                                      </p:cBhvr>
                                    </p:animEffect>
                                  </p:childTnLst>
                                </p:cTn>
                              </p:par>
                            </p:childTnLst>
                          </p:cTn>
                        </p:par>
                      </p:childTnLst>
                    </p:cTn>
                  </p:par>
                  <p:par>
                    <p:cTn id="30" fill="hold">
                      <p:stCondLst>
                        <p:cond delay="indefinite"/>
                      </p:stCondLst>
                      <p:childTnLst>
                        <p:par>
                          <p:cTn id="31" fill="hold">
                            <p:stCondLst>
                              <p:cond delay="indefinite"/>
                            </p:stCondLst>
                          </p:cTn>
                        </p:par>
                        <p:par>
                          <p:cTn id="32" fill="hold">
                            <p:stCondLst>
                              <p:cond delay="0"/>
                            </p:stCondLst>
                            <p:childTnLst>
                              <p:par>
                                <p:cTn id="33" presetID="30" presetClass="emph" presetSubtype="0" fill="hold" nodeType="clickEffect">
                                  <p:stCondLst>
                                    <p:cond delay="-9223372036854775808"/>
                                  </p:stCondLst>
                                  <p:childTnLst>
                                    <p:animClr>
                                      <p:cBhvr additive="base">
                                        <p:cTn id="34" dur="500" fill="hold"/>
                                        <p:tgtEl>
                                          <p:spTgt spid="10246">
                                            <p:txEl>
                                              <p:charRg st="49" end="90"/>
                                            </p:txEl>
                                          </p:spTgt>
                                        </p:tgtEl>
                                        <p:attrNameLst>
                                          <p:attrName>style.color</p:attrName>
                                        </p:attrNameLst>
                                      </p:cBhvr>
                                    </p:animClr>
                                    <p:animClr>
                                      <p:cBhvr additive="base">
                                        <p:cTn id="35" dur="500" fill="hold"/>
                                        <p:tgtEl>
                                          <p:spTgt spid="10246">
                                            <p:txEl>
                                              <p:charRg st="49" end="90"/>
                                            </p:txEl>
                                          </p:spTgt>
                                        </p:tgtEl>
                                        <p:attrNameLst>
                                          <p:attrName>fillcolor</p:attrName>
                                        </p:attrNameLst>
                                      </p:cBhvr>
                                    </p:animClr>
                                    <p:animClr>
                                      <p:cBhvr additive="base">
                                        <p:cTn id="36" dur="500" fill="hold"/>
                                        <p:tgtEl>
                                          <p:spTgt spid="10246">
                                            <p:txEl>
                                              <p:charRg st="49" end="90"/>
                                            </p:txEl>
                                          </p:spTgt>
                                        </p:tgtEl>
                                        <p:attrNameLst>
                                          <p:attrName>stroke.color</p:attrName>
                                        </p:attrNameLst>
                                      </p:cBhvr>
                                    </p:animClr>
                                    <p:set>
                                      <p:cBhvr additive="base">
                                        <p:cTn id="37" dur="500" fill="hold"/>
                                        <p:tgtEl>
                                          <p:spTgt spid="10246">
                                            <p:txEl>
                                              <p:charRg st="49" end="90"/>
                                            </p:txEl>
                                          </p:spTgt>
                                        </p:tgtEl>
                                        <p:attrNameLst>
                                          <p:attrName>fill.type</p:attrName>
                                        </p:attrNameLst>
                                      </p:cBhvr>
                                      <p:to>
                                        <p:strVal val="solid"/>
                                      </p:to>
                                    </p:set>
                                  </p:childTnLst>
                                </p:cTn>
                              </p:par>
                              <p:par>
                                <p:cTn id="38" presetID="22" presetClass="entr" presetSubtype="8" fill="hold" nodeType="withEffect">
                                  <p:stCondLst>
                                    <p:cond delay="-9223372036854775808"/>
                                  </p:stCondLst>
                                  <p:childTnLst>
                                    <p:set>
                                      <p:cBhvr additive="base">
                                        <p:cTn id="39" dur="1" fill="hold">
                                          <p:stCondLst>
                                            <p:cond delay="0"/>
                                          </p:stCondLst>
                                        </p:cTn>
                                        <p:tgtEl>
                                          <p:spTgt spid="10246">
                                            <p:txEl>
                                              <p:charRg st="90" end="110"/>
                                            </p:txEl>
                                          </p:spTgt>
                                        </p:tgtEl>
                                        <p:attrNameLst>
                                          <p:attrName>style.visibility</p:attrName>
                                        </p:attrNameLst>
                                      </p:cBhvr>
                                      <p:to>
                                        <p:strVal val="visible"/>
                                      </p:to>
                                    </p:set>
                                    <p:animEffect transition="in" filter="wipe(left)">
                                      <p:cBhvr additive="base">
                                        <p:cTn id="40" dur="500"/>
                                        <p:tgtEl>
                                          <p:spTgt spid="10246">
                                            <p:txEl>
                                              <p:charRg st="90" end="1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11266"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C9AA4FF2-4D75-4F89-9F16-C9132EA92355}" type="datetime1">
              <a:rPr lang="zh-CN" altLang="en-US" sz="1500">
                <a:effectLst/>
              </a:rPr>
              <a:t>2020-01-26</a:t>
            </a:fld>
            <a:endParaRPr lang="en-US" altLang="zh-CN" sz="1500">
              <a:effectLst/>
            </a:endParaRPr>
          </a:p>
        </p:txBody>
      </p:sp>
      <p:sp>
        <p:nvSpPr>
          <p:cNvPr id="11267"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11268"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E3FD36C1-5B10-4A3F-BDAE-2E7508E24949}" type="slidenum">
              <a:rPr lang="en-US" altLang="zh-CN" sz="1500">
                <a:effectLst/>
              </a:rPr>
              <a:t>6</a:t>
            </a:fld>
            <a:r>
              <a:rPr lang="en-US" altLang="zh-CN" sz="1500">
                <a:effectLst/>
              </a:rPr>
              <a:t> / 34</a:t>
            </a:r>
          </a:p>
        </p:txBody>
      </p:sp>
      <p:sp>
        <p:nvSpPr>
          <p:cNvPr id="11269" name="Rectangle 2"/>
          <p:cNvSpPr/>
          <p:nvPr>
            <p:ph type="title" idx="4294967295"/>
          </p:nvPr>
        </p:nvSpPr>
        <p:spPr>
          <a:xfrm>
            <a:off x="1295400" y="214312"/>
            <a:ext cx="8766175" cy="14144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zh-CN" altLang="en-US">
                <a:effectLst/>
              </a:rPr>
              <a:t>从二分类问题开始</a:t>
            </a:r>
          </a:p>
        </p:txBody>
      </p:sp>
      <p:sp>
        <p:nvSpPr>
          <p:cNvPr id="11270" name="Rectangle 3"/>
          <p:cNvSpPr/>
          <p:nvPr>
            <p:ph type="body" idx="4294967295"/>
          </p:nvPr>
        </p:nvSpPr>
        <p:spPr>
          <a:xfrm>
            <a:off x="771525" y="1841500"/>
            <a:ext cx="9051925" cy="4395788"/>
          </a:xfrm>
          <a:prstGeom prst="rect">
            <a:avLst/>
          </a:prstGeom>
          <a:noFill/>
          <a:ln>
            <a:miter lim="800000"/>
          </a:ln>
          <a:effectLst/>
        </p:spPr>
        <p:txBody>
          <a:bodyPr vert="horz" wrap="square" lIns="97953" tIns="48976" rIns="97953" bIns="48976" anchor="t" anchorCtr="0">
            <a:noAutofit/>
          </a:bodyPr>
          <a:lstStyle>
            <a:lvl1pPr marL="628650" indent="-628650" algn="l"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1009650" indent="-552450" algn="l"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628650" lvl="0" indent="-628650" defTabSz="914400" eaLnBrk="1" hangingPunct="1">
              <a:lnSpc>
                <a:spcPct val="90000"/>
              </a:lnSpc>
            </a:pPr>
            <a:r>
              <a:rPr lang="zh-CN" altLang="en-US" b="1">
                <a:effectLst/>
              </a:rPr>
              <a:t>很多问题可以归结为</a:t>
            </a:r>
          </a:p>
          <a:p>
            <a:pPr marL="1009650" lvl="1" indent="-552450" defTabSz="914400" eaLnBrk="1" hangingPunct="1">
              <a:lnSpc>
                <a:spcPct val="90000"/>
              </a:lnSpc>
              <a:buSzPct val="95000"/>
              <a:buFontTx/>
              <a:buAutoNum type="arabicPeriod"/>
            </a:pPr>
            <a:r>
              <a:rPr lang="zh-CN" altLang="en-US" b="1">
                <a:effectLst/>
              </a:rPr>
              <a:t>上课、习题，以及考试都不是目的，只是为一个结果：及格？通过？优秀</a:t>
            </a:r>
          </a:p>
          <a:p>
            <a:pPr marL="1009650" lvl="1" indent="-552450" defTabSz="914400" eaLnBrk="1" hangingPunct="1">
              <a:lnSpc>
                <a:spcPct val="90000"/>
              </a:lnSpc>
              <a:buSzPct val="95000"/>
              <a:buFontTx/>
              <a:buAutoNum type="arabicPeriod"/>
            </a:pPr>
            <a:r>
              <a:rPr lang="zh-CN" altLang="en-US" b="1">
                <a:effectLst/>
              </a:rPr>
              <a:t>看电影：这是好人还是坏人</a:t>
            </a:r>
          </a:p>
          <a:p>
            <a:pPr marL="1009650" lvl="1" indent="-552450" defTabSz="914400" eaLnBrk="1" hangingPunct="1">
              <a:lnSpc>
                <a:spcPct val="90000"/>
              </a:lnSpc>
              <a:buSzPct val="95000"/>
              <a:buFontTx/>
              <a:buAutoNum type="arabicPeriod"/>
            </a:pPr>
            <a:r>
              <a:rPr lang="zh-CN" altLang="en-US" b="1">
                <a:effectLst/>
              </a:rPr>
              <a:t>求职：多项测试之后，决定</a:t>
            </a:r>
            <a:br>
              <a:rPr lang="zh-CN" altLang="en-US" b="1">
                <a:effectLst/>
              </a:rPr>
            </a:br>
            <a:r>
              <a:rPr lang="zh-CN" altLang="en-US" b="1">
                <a:effectLst/>
              </a:rPr>
              <a:t>喜欢还是不喜欢？满意还是不满意？</a:t>
            </a:r>
          </a:p>
          <a:p>
            <a:pPr marL="1009650" lvl="1" indent="-552450" defTabSz="914400" eaLnBrk="1" hangingPunct="1">
              <a:lnSpc>
                <a:spcPct val="90000"/>
              </a:lnSpc>
              <a:buSzPct val="95000"/>
              <a:buFontTx/>
              <a:buAutoNum type="arabicPeriod"/>
            </a:pPr>
            <a:r>
              <a:rPr lang="zh-CN" altLang="en-US" b="1">
                <a:effectLst/>
              </a:rPr>
              <a:t>研究方向：</a:t>
            </a:r>
            <a:r>
              <a:rPr lang="en-US" altLang="zh-CN" b="1">
                <a:effectLst/>
              </a:rPr>
              <a:t>Major in or out</a:t>
            </a:r>
          </a:p>
          <a:p>
            <a:pPr marL="628650" lvl="0" indent="-628650" defTabSz="914400" eaLnBrk="1" hangingPunct="1">
              <a:lnSpc>
                <a:spcPct val="90000"/>
              </a:lnSpc>
              <a:buFontTx/>
              <a:buChar char="–"/>
            </a:pPr>
            <a:r>
              <a:rPr lang="zh-CN" altLang="en-US" b="1">
                <a:effectLst/>
              </a:rPr>
              <a:t>在上述选择过程中，涉及到多个因素，如何比较</a:t>
            </a:r>
            <a:r>
              <a:rPr lang="zh-CN" altLang="en-US" b="1">
                <a:solidFill>
                  <a:srgbClr val="800000"/>
                </a:solidFill>
                <a:effectLst/>
              </a:rPr>
              <a:t>不同因素重要性</a:t>
            </a:r>
            <a:r>
              <a:rPr lang="zh-CN" altLang="en-US" b="1">
                <a:effectLst/>
              </a:rPr>
              <a:t>的差别</a:t>
            </a:r>
            <a:r>
              <a:rPr lang="zh-CN" altLang="en-US">
                <a:effectLst/>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9223372036854775808"/>
                                  </p:stCondLst>
                                  <p:childTnLst>
                                    <p:set>
                                      <p:cBhvr additive="base">
                                        <p:cTn id="6" dur="1" fill="hold">
                                          <p:stCondLst>
                                            <p:cond delay="0"/>
                                          </p:stCondLst>
                                        </p:cTn>
                                        <p:tgtEl>
                                          <p:spTgt spid="11270">
                                            <p:txEl>
                                              <p:charRg st="107" end="140"/>
                                            </p:txEl>
                                          </p:spTgt>
                                        </p:tgtEl>
                                        <p:attrNameLst>
                                          <p:attrName>style.visibility</p:attrName>
                                        </p:attrNameLst>
                                      </p:cBhvr>
                                      <p:to>
                                        <p:strVal val="visible"/>
                                      </p:to>
                                    </p:set>
                                    <p:anim calcmode="lin" valueType="num">
                                      <p:cBhvr additive="base">
                                        <p:cTn id="7" dur="500" fill="hold"/>
                                        <p:tgtEl>
                                          <p:spTgt spid="11270">
                                            <p:txEl>
                                              <p:charRg st="107" end="14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1270">
                                            <p:txEl>
                                              <p:charRg st="107" end="14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12290"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CDD788AF-E84C-4C9A-BFAF-EEB11857AC88}" type="datetime1">
              <a:rPr lang="zh-CN" altLang="en-US" sz="1500">
                <a:effectLst/>
              </a:rPr>
              <a:t>2020-01-26</a:t>
            </a:fld>
            <a:endParaRPr lang="en-US" altLang="zh-CN" sz="1500">
              <a:effectLst/>
            </a:endParaRPr>
          </a:p>
        </p:txBody>
      </p:sp>
      <p:sp>
        <p:nvSpPr>
          <p:cNvPr id="12291"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12292"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66C74801-75C3-4611-BE36-DFE1722C8477}" type="slidenum">
              <a:rPr lang="en-US" altLang="zh-CN" sz="1500">
                <a:effectLst/>
              </a:rPr>
              <a:t>7</a:t>
            </a:fld>
            <a:r>
              <a:rPr lang="en-US" altLang="zh-CN" sz="1500">
                <a:effectLst/>
              </a:rPr>
              <a:t> / 34</a:t>
            </a:r>
          </a:p>
        </p:txBody>
      </p:sp>
      <p:sp>
        <p:nvSpPr>
          <p:cNvPr id="12293"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zh-CN" altLang="en-US" sz="4400">
                <a:effectLst/>
              </a:rPr>
              <a:t>在“虚度的日子”的判别中</a:t>
            </a:r>
            <a:br>
              <a:rPr lang="zh-CN" altLang="en-US" sz="4400">
                <a:effectLst/>
              </a:rPr>
            </a:br>
            <a:r>
              <a:rPr lang="zh-CN" altLang="en-US" sz="4400">
                <a:solidFill>
                  <a:srgbClr val="800000"/>
                </a:solidFill>
                <a:effectLst/>
              </a:rPr>
              <a:t>最关键的</a:t>
            </a:r>
            <a:r>
              <a:rPr lang="zh-CN" altLang="en-US" sz="4400">
                <a:effectLst/>
              </a:rPr>
              <a:t>是哪一个因素？</a:t>
            </a:r>
          </a:p>
        </p:txBody>
      </p:sp>
      <p:sp>
        <p:nvSpPr>
          <p:cNvPr id="12294" name="Rectangle 3"/>
          <p:cNvSpPr/>
          <p:nvPr>
            <p:ph type="body" idx="4294967295"/>
          </p:nvPr>
        </p:nvSpPr>
        <p:spPr>
          <a:xfrm>
            <a:off x="444500" y="2125662"/>
            <a:ext cx="9315450" cy="4111625"/>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42950" indent="-285750" algn="l"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r>
              <a:rPr lang="zh-CN" altLang="en-US" b="1">
                <a:solidFill>
                  <a:schemeClr val="tx1"/>
                </a:solidFill>
                <a:effectLst/>
              </a:rPr>
              <a:t>睡眠时间</a:t>
            </a:r>
            <a:r>
              <a:rPr lang="zh-CN" altLang="en-US">
                <a:effectLst/>
              </a:rPr>
              <a:t>：</a:t>
            </a:r>
            <a:r>
              <a:rPr lang="en-US" altLang="zh-CN">
                <a:effectLst/>
              </a:rPr>
              <a:t>6/7/8/9/10</a:t>
            </a:r>
          </a:p>
          <a:p>
            <a:pPr marL="366712" lvl="0" indent="-366712" eaLnBrk="1" hangingPunct="1"/>
            <a:r>
              <a:rPr lang="zh-CN" altLang="en-US" b="1">
                <a:solidFill>
                  <a:schemeClr val="tx1"/>
                </a:solidFill>
                <a:effectLst/>
              </a:rPr>
              <a:t>成功事例数目</a:t>
            </a:r>
            <a:r>
              <a:rPr lang="zh-CN" altLang="en-US">
                <a:effectLst/>
              </a:rPr>
              <a:t>：</a:t>
            </a:r>
            <a:r>
              <a:rPr lang="en-US" altLang="zh-CN">
                <a:effectLst/>
              </a:rPr>
              <a:t>1/2/3</a:t>
            </a:r>
          </a:p>
          <a:p>
            <a:pPr marL="366712" lvl="0" indent="-366712" eaLnBrk="1" hangingPunct="1"/>
            <a:r>
              <a:rPr lang="zh-CN" altLang="en-US" b="1">
                <a:solidFill>
                  <a:schemeClr val="tx1"/>
                </a:solidFill>
                <a:effectLst/>
              </a:rPr>
              <a:t>开心指数</a:t>
            </a:r>
            <a:r>
              <a:rPr lang="zh-CN" altLang="en-US">
                <a:effectLst/>
              </a:rPr>
              <a:t>：快乐、忧伤、愤怒、平淡、无聊</a:t>
            </a:r>
          </a:p>
          <a:p>
            <a:pPr marL="366712" lvl="0" indent="-366712" eaLnBrk="1" hangingPunct="1"/>
            <a:r>
              <a:rPr lang="zh-CN" altLang="en-US" b="1">
                <a:solidFill>
                  <a:schemeClr val="tx1"/>
                </a:solidFill>
                <a:effectLst/>
              </a:rPr>
              <a:t>人际交往</a:t>
            </a:r>
            <a:r>
              <a:rPr lang="zh-CN" altLang="en-US">
                <a:effectLst/>
              </a:rPr>
              <a:t>：有成效、封闭</a:t>
            </a:r>
          </a:p>
          <a:p>
            <a:pPr marL="366712" lvl="0" indent="-366712" eaLnBrk="1" hangingPunct="1"/>
            <a:r>
              <a:rPr lang="zh-CN" altLang="en-US" b="1">
                <a:solidFill>
                  <a:schemeClr val="tx1"/>
                </a:solidFill>
                <a:effectLst/>
              </a:rPr>
              <a:t>健康指数</a:t>
            </a:r>
            <a:r>
              <a:rPr lang="zh-CN" altLang="en-US">
                <a:effectLst/>
              </a:rPr>
              <a:t>：生病、恢复、亚健康、正常</a:t>
            </a:r>
          </a:p>
          <a:p>
            <a:pPr marL="366712" lvl="0" indent="-366712" eaLnBrk="1" hangingPunct="1"/>
            <a:r>
              <a:rPr lang="zh-CN" altLang="en-US" b="1">
                <a:solidFill>
                  <a:schemeClr val="tx1"/>
                </a:solidFill>
                <a:effectLst/>
              </a:rPr>
              <a:t>学思比数</a:t>
            </a:r>
            <a:r>
              <a:rPr lang="zh-CN" altLang="en-US">
                <a:effectLst/>
              </a:rPr>
              <a:t>：</a:t>
            </a:r>
            <a:r>
              <a:rPr lang="en-US" altLang="zh-CN">
                <a:effectLst/>
              </a:rPr>
              <a:t>10</a:t>
            </a:r>
            <a:r>
              <a:rPr lang="zh-CN" altLang="en-US">
                <a:effectLst/>
              </a:rPr>
              <a:t>：</a:t>
            </a:r>
            <a:r>
              <a:rPr lang="en-US" altLang="zh-CN">
                <a:effectLst/>
              </a:rPr>
              <a:t>1</a:t>
            </a:r>
            <a:r>
              <a:rPr lang="zh-CN" altLang="en-US">
                <a:effectLst/>
              </a:rPr>
              <a:t>，</a:t>
            </a:r>
            <a:r>
              <a:rPr lang="en-US" altLang="zh-CN">
                <a:effectLst/>
              </a:rPr>
              <a:t>3</a:t>
            </a:r>
            <a:r>
              <a:rPr lang="zh-CN" altLang="en-US">
                <a:effectLst/>
              </a:rPr>
              <a:t>：</a:t>
            </a:r>
            <a:r>
              <a:rPr lang="en-US" altLang="zh-CN">
                <a:effectLst/>
              </a:rPr>
              <a:t>1</a:t>
            </a:r>
            <a:r>
              <a:rPr lang="zh-CN" altLang="en-US">
                <a:effectLst/>
              </a:rPr>
              <a:t>，</a:t>
            </a:r>
            <a:r>
              <a:rPr lang="en-US" altLang="zh-CN">
                <a:effectLst/>
              </a:rPr>
              <a:t>2</a:t>
            </a:r>
            <a:r>
              <a:rPr lang="zh-CN" altLang="en-US">
                <a:effectLst/>
              </a:rPr>
              <a:t>：</a:t>
            </a:r>
            <a:r>
              <a:rPr lang="en-US" altLang="zh-CN">
                <a:effectLst/>
              </a:rPr>
              <a:t>1</a:t>
            </a:r>
            <a:r>
              <a:rPr lang="zh-CN" altLang="en-US">
                <a:effectLst/>
              </a:rPr>
              <a:t>，</a:t>
            </a:r>
            <a:r>
              <a:rPr lang="en-US" altLang="zh-CN">
                <a:effectLst/>
              </a:rPr>
              <a:t>1</a:t>
            </a:r>
            <a:r>
              <a:rPr lang="zh-CN" altLang="en-US">
                <a:effectLst/>
              </a:rPr>
              <a:t>：</a:t>
            </a:r>
            <a:r>
              <a:rPr lang="en-US" altLang="zh-CN">
                <a:effectLst/>
              </a:rPr>
              <a:t>2</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9223372036854775808"/>
                                  </p:stCondLst>
                                  <p:childTnLst>
                                    <p:set>
                                      <p:cBhvr additive="base">
                                        <p:cTn id="6" dur="1" fill="hold">
                                          <p:stCondLst>
                                            <p:cond delay="0"/>
                                          </p:stCondLst>
                                        </p:cTn>
                                        <p:tgtEl>
                                          <p:spTgt spid="12294">
                                            <p:txEl>
                                              <p:charRg st="0" end="16"/>
                                            </p:txEl>
                                          </p:spTgt>
                                        </p:tgtEl>
                                        <p:attrNameLst>
                                          <p:attrName>style.visibility</p:attrName>
                                        </p:attrNameLst>
                                      </p:cBhvr>
                                      <p:to>
                                        <p:strVal val="visible"/>
                                      </p:to>
                                    </p:set>
                                    <p:animEffect transition="in" filter="wipe(left)">
                                      <p:cBhvr additive="base">
                                        <p:cTn id="7" dur="500"/>
                                        <p:tgtEl>
                                          <p:spTgt spid="12294">
                                            <p:txEl>
                                              <p:charRg st="0" end="16"/>
                                            </p:txEl>
                                          </p:spTgt>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22" presetClass="entr" presetSubtype="8" fill="hold" nodeType="clickEffect">
                                  <p:stCondLst>
                                    <p:cond delay="-9223372036854775808"/>
                                  </p:stCondLst>
                                  <p:childTnLst>
                                    <p:set>
                                      <p:cBhvr additive="base">
                                        <p:cTn id="12" dur="1" fill="hold">
                                          <p:stCondLst>
                                            <p:cond delay="0"/>
                                          </p:stCondLst>
                                        </p:cTn>
                                        <p:tgtEl>
                                          <p:spTgt spid="12294">
                                            <p:txEl>
                                              <p:charRg st="16" end="29"/>
                                            </p:txEl>
                                          </p:spTgt>
                                        </p:tgtEl>
                                        <p:attrNameLst>
                                          <p:attrName>style.visibility</p:attrName>
                                        </p:attrNameLst>
                                      </p:cBhvr>
                                      <p:to>
                                        <p:strVal val="visible"/>
                                      </p:to>
                                    </p:set>
                                    <p:animEffect transition="in" filter="wipe(left)">
                                      <p:cBhvr additive="base">
                                        <p:cTn id="13" dur="500"/>
                                        <p:tgtEl>
                                          <p:spTgt spid="12294">
                                            <p:txEl>
                                              <p:charRg st="16" end="29"/>
                                            </p:txEl>
                                          </p:spTgt>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22" presetClass="entr" presetSubtype="8" fill="hold" nodeType="clickEffect">
                                  <p:stCondLst>
                                    <p:cond delay="-9223372036854775808"/>
                                  </p:stCondLst>
                                  <p:childTnLst>
                                    <p:set>
                                      <p:cBhvr additive="base">
                                        <p:cTn id="18" dur="1" fill="hold">
                                          <p:stCondLst>
                                            <p:cond delay="0"/>
                                          </p:stCondLst>
                                        </p:cTn>
                                        <p:tgtEl>
                                          <p:spTgt spid="12294">
                                            <p:txEl>
                                              <p:charRg st="29" end="49"/>
                                            </p:txEl>
                                          </p:spTgt>
                                        </p:tgtEl>
                                        <p:attrNameLst>
                                          <p:attrName>style.visibility</p:attrName>
                                        </p:attrNameLst>
                                      </p:cBhvr>
                                      <p:to>
                                        <p:strVal val="visible"/>
                                      </p:to>
                                    </p:set>
                                    <p:animEffect transition="in" filter="wipe(left)">
                                      <p:cBhvr additive="base">
                                        <p:cTn id="19" dur="500"/>
                                        <p:tgtEl>
                                          <p:spTgt spid="12294">
                                            <p:txEl>
                                              <p:charRg st="29" end="49"/>
                                            </p:txEl>
                                          </p:spTgt>
                                        </p:tgtEl>
                                      </p:cBhvr>
                                    </p:animEffect>
                                  </p:childTnLst>
                                </p:cTn>
                              </p:par>
                            </p:childTnLst>
                          </p:cTn>
                        </p:par>
                      </p:childTnLst>
                    </p:cTn>
                  </p:par>
                  <p:par>
                    <p:cTn id="20" fill="hold">
                      <p:stCondLst>
                        <p:cond delay="indefinite"/>
                      </p:stCondLst>
                      <p:childTnLst>
                        <p:par>
                          <p:cTn id="21" fill="hold">
                            <p:stCondLst>
                              <p:cond delay="indefinite"/>
                            </p:stCondLst>
                          </p:cTn>
                        </p:par>
                        <p:par>
                          <p:cTn id="22" fill="hold">
                            <p:stCondLst>
                              <p:cond delay="0"/>
                            </p:stCondLst>
                            <p:childTnLst>
                              <p:par>
                                <p:cTn id="23" presetID="22" presetClass="entr" presetSubtype="8" fill="hold" nodeType="clickEffect">
                                  <p:stCondLst>
                                    <p:cond delay="-9223372036854775808"/>
                                  </p:stCondLst>
                                  <p:childTnLst>
                                    <p:set>
                                      <p:cBhvr additive="base">
                                        <p:cTn id="24" dur="1" fill="hold">
                                          <p:stCondLst>
                                            <p:cond delay="0"/>
                                          </p:stCondLst>
                                        </p:cTn>
                                        <p:tgtEl>
                                          <p:spTgt spid="12294">
                                            <p:txEl>
                                              <p:charRg st="49" end="61"/>
                                            </p:txEl>
                                          </p:spTgt>
                                        </p:tgtEl>
                                        <p:attrNameLst>
                                          <p:attrName>style.visibility</p:attrName>
                                        </p:attrNameLst>
                                      </p:cBhvr>
                                      <p:to>
                                        <p:strVal val="visible"/>
                                      </p:to>
                                    </p:set>
                                    <p:animEffect transition="in" filter="wipe(left)">
                                      <p:cBhvr additive="base">
                                        <p:cTn id="25" dur="500"/>
                                        <p:tgtEl>
                                          <p:spTgt spid="12294">
                                            <p:txEl>
                                              <p:charRg st="49" end="61"/>
                                            </p:txEl>
                                          </p:spTgt>
                                        </p:tgtEl>
                                      </p:cBhvr>
                                    </p:animEffect>
                                  </p:childTnLst>
                                </p:cTn>
                              </p:par>
                            </p:childTnLst>
                          </p:cTn>
                        </p:par>
                      </p:childTnLst>
                    </p:cTn>
                  </p:par>
                  <p:par>
                    <p:cTn id="26" fill="hold">
                      <p:stCondLst>
                        <p:cond delay="indefinite"/>
                      </p:stCondLst>
                      <p:childTnLst>
                        <p:par>
                          <p:cTn id="27" fill="hold">
                            <p:stCondLst>
                              <p:cond delay="indefinite"/>
                            </p:stCondLst>
                          </p:cTn>
                        </p:par>
                        <p:par>
                          <p:cTn id="28" fill="hold">
                            <p:stCondLst>
                              <p:cond delay="0"/>
                            </p:stCondLst>
                            <p:childTnLst>
                              <p:par>
                                <p:cTn id="29" presetID="22" presetClass="entr" presetSubtype="8" fill="hold" nodeType="clickEffect">
                                  <p:stCondLst>
                                    <p:cond delay="-9223372036854775808"/>
                                  </p:stCondLst>
                                  <p:childTnLst>
                                    <p:set>
                                      <p:cBhvr additive="base">
                                        <p:cTn id="30" dur="1" fill="hold">
                                          <p:stCondLst>
                                            <p:cond delay="0"/>
                                          </p:stCondLst>
                                        </p:cTn>
                                        <p:tgtEl>
                                          <p:spTgt spid="12294">
                                            <p:txEl>
                                              <p:charRg st="61" end="79"/>
                                            </p:txEl>
                                          </p:spTgt>
                                        </p:tgtEl>
                                        <p:attrNameLst>
                                          <p:attrName>style.visibility</p:attrName>
                                        </p:attrNameLst>
                                      </p:cBhvr>
                                      <p:to>
                                        <p:strVal val="visible"/>
                                      </p:to>
                                    </p:set>
                                    <p:animEffect transition="in" filter="wipe(left)">
                                      <p:cBhvr additive="base">
                                        <p:cTn id="31" dur="500"/>
                                        <p:tgtEl>
                                          <p:spTgt spid="12294">
                                            <p:txEl>
                                              <p:charRg st="61" end="79"/>
                                            </p:txEl>
                                          </p:spTgt>
                                        </p:tgtEl>
                                      </p:cBhvr>
                                    </p:animEffect>
                                  </p:childTnLst>
                                </p:cTn>
                              </p:par>
                            </p:childTnLst>
                          </p:cTn>
                        </p:par>
                      </p:childTnLst>
                    </p:cTn>
                  </p:par>
                  <p:par>
                    <p:cTn id="32" fill="hold">
                      <p:stCondLst>
                        <p:cond delay="indefinite"/>
                      </p:stCondLst>
                      <p:childTnLst>
                        <p:par>
                          <p:cTn id="33" fill="hold">
                            <p:stCondLst>
                              <p:cond delay="indefinite"/>
                            </p:stCondLst>
                          </p:cTn>
                        </p:par>
                        <p:par>
                          <p:cTn id="34" fill="hold">
                            <p:stCondLst>
                              <p:cond delay="0"/>
                            </p:stCondLst>
                            <p:childTnLst>
                              <p:par>
                                <p:cTn id="35" presetID="22" presetClass="entr" presetSubtype="8" fill="hold" nodeType="clickEffect">
                                  <p:stCondLst>
                                    <p:cond delay="-9223372036854775808"/>
                                  </p:stCondLst>
                                  <p:childTnLst>
                                    <p:set>
                                      <p:cBhvr additive="base">
                                        <p:cTn id="36" dur="1" fill="hold">
                                          <p:stCondLst>
                                            <p:cond delay="0"/>
                                          </p:stCondLst>
                                        </p:cTn>
                                        <p:tgtEl>
                                          <p:spTgt spid="12294">
                                            <p:txEl>
                                              <p:charRg st="79" end="101"/>
                                            </p:txEl>
                                          </p:spTgt>
                                        </p:tgtEl>
                                        <p:attrNameLst>
                                          <p:attrName>style.visibility</p:attrName>
                                        </p:attrNameLst>
                                      </p:cBhvr>
                                      <p:to>
                                        <p:strVal val="visible"/>
                                      </p:to>
                                    </p:set>
                                    <p:animEffect transition="in" filter="wipe(left)">
                                      <p:cBhvr additive="base">
                                        <p:cTn id="37" dur="500"/>
                                        <p:tgtEl>
                                          <p:spTgt spid="12294">
                                            <p:txEl>
                                              <p:charRg st="79" end="10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13314"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786A358F-CFC0-4564-921A-D32F2C589606}" type="datetime1">
              <a:rPr lang="zh-CN" altLang="en-US" sz="1500">
                <a:effectLst/>
              </a:rPr>
              <a:t>2020-01-26</a:t>
            </a:fld>
            <a:endParaRPr lang="en-US" altLang="zh-CN" sz="1500">
              <a:effectLst/>
            </a:endParaRPr>
          </a:p>
        </p:txBody>
      </p:sp>
      <p:sp>
        <p:nvSpPr>
          <p:cNvPr id="13315"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13316"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66BA53DA-9581-4F2C-894F-90EABDAC7E0A}" type="slidenum">
              <a:rPr lang="en-US" altLang="zh-CN" sz="1500">
                <a:effectLst/>
              </a:rPr>
              <a:t>8</a:t>
            </a:fld>
            <a:r>
              <a:rPr lang="en-US" altLang="zh-CN" sz="1500">
                <a:effectLst/>
              </a:rPr>
              <a:t> / 34</a:t>
            </a:r>
          </a:p>
        </p:txBody>
      </p:sp>
      <p:sp>
        <p:nvSpPr>
          <p:cNvPr id="13317"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zh-CN" altLang="en-US">
                <a:effectLst/>
              </a:rPr>
              <a:t>基于树型结构的排序算法</a:t>
            </a:r>
          </a:p>
        </p:txBody>
      </p:sp>
      <p:sp>
        <p:nvSpPr>
          <p:cNvPr id="13318" name="Rectangle 3"/>
          <p:cNvSpPr/>
          <p:nvPr>
            <p:ph type="body" idx="4294967295"/>
          </p:nvPr>
        </p:nvSpPr>
        <p:spPr>
          <a:xfrm>
            <a:off x="771525" y="2052638"/>
            <a:ext cx="8988425" cy="3968750"/>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r>
              <a:rPr lang="zh-CN" altLang="en-US">
                <a:effectLst/>
              </a:rPr>
              <a:t>树中节点的位置的确定和调整是通过对每一个节点中某个特定域的属性值排序决定，</a:t>
            </a:r>
          </a:p>
          <a:p>
            <a:pPr marL="366712" lvl="0" indent="-366712" eaLnBrk="1" hangingPunct="1"/>
            <a:r>
              <a:rPr lang="zh-CN" altLang="en-US">
                <a:effectLst/>
              </a:rPr>
              <a:t>通常，树中节点都具有该属性</a:t>
            </a:r>
          </a:p>
          <a:p>
            <a:pPr marL="796925" lvl="1" indent="-307975" eaLnBrk="1" hangingPunct="1"/>
            <a:r>
              <a:rPr lang="zh-CN" altLang="en-US" b="1">
                <a:effectLst/>
              </a:rPr>
              <a:t>二叉排序树</a:t>
            </a:r>
          </a:p>
          <a:p>
            <a:pPr marL="796925" lvl="1" indent="-307975" eaLnBrk="1" hangingPunct="1"/>
            <a:r>
              <a:rPr lang="zh-CN" altLang="en-US" b="1">
                <a:effectLst/>
              </a:rPr>
              <a:t>堆排序</a:t>
            </a:r>
          </a:p>
          <a:p>
            <a:pPr marL="366712" lvl="0" indent="-366712" eaLnBrk="1" hangingPunct="1"/>
            <a:r>
              <a:rPr lang="zh-CN" altLang="en-US">
                <a:effectLst/>
              </a:rPr>
              <a:t>如果树中节点没有现成的公共属性，无法据以比较节点以安排其在生成树中位置，怎么办？</a:t>
            </a: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14338" name="日期占位符 4"/>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5274F15F-3CFE-45B0-AC36-3E2FBE9A3F87}" type="datetime1">
              <a:rPr lang="zh-CN" altLang="en-US" sz="1500">
                <a:effectLst/>
              </a:rPr>
              <a:t>2020-01-26</a:t>
            </a:fld>
            <a:endParaRPr lang="en-US" altLang="zh-CN" sz="1500">
              <a:effectLst/>
            </a:endParaRPr>
          </a:p>
        </p:txBody>
      </p:sp>
      <p:sp>
        <p:nvSpPr>
          <p:cNvPr id="14339" name="页脚占位符 5"/>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14340" name="灯片编号占位符 6"/>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F9FEFD91-285B-4AF0-8AA5-A54BCA856ED6}" type="slidenum">
              <a:rPr lang="en-US" altLang="zh-CN" sz="1500">
                <a:effectLst/>
              </a:rPr>
              <a:t>9</a:t>
            </a:fld>
            <a:r>
              <a:rPr lang="en-US" altLang="zh-CN" sz="1500">
                <a:effectLst/>
              </a:rPr>
              <a:t> / 34</a:t>
            </a:r>
          </a:p>
        </p:txBody>
      </p:sp>
      <p:sp>
        <p:nvSpPr>
          <p:cNvPr id="14341"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a:effectLst/>
              </a:rPr>
              <a:t>2.  </a:t>
            </a:r>
            <a:r>
              <a:rPr lang="zh-CN" altLang="en-US">
                <a:effectLst/>
              </a:rPr>
              <a:t>什么是决策树</a:t>
            </a:r>
          </a:p>
        </p:txBody>
      </p:sp>
      <p:sp>
        <p:nvSpPr>
          <p:cNvPr id="14342" name="Rectangle 3"/>
          <p:cNvSpPr/>
          <p:nvPr>
            <p:ph type="body" sz="half" idx="4294967295"/>
          </p:nvPr>
        </p:nvSpPr>
        <p:spPr>
          <a:xfrm>
            <a:off x="390525" y="2133600"/>
            <a:ext cx="4286250" cy="4119562"/>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42950" indent="-285750" algn="l"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366712" lvl="0" indent="-366712" eaLnBrk="1" hangingPunct="1"/>
            <a:r>
              <a:rPr lang="zh-CN" altLang="en-US" sz="2500">
                <a:effectLst/>
              </a:rPr>
              <a:t>决策树来自决策论</a:t>
            </a:r>
            <a:r>
              <a:rPr lang="en-US" altLang="zh-CN" sz="2500">
                <a:effectLst/>
              </a:rPr>
              <a:t>, </a:t>
            </a:r>
            <a:r>
              <a:rPr lang="zh-CN" altLang="en-US" sz="2500">
                <a:effectLst/>
              </a:rPr>
              <a:t>由多个决策分支和可能的结果  （包括资源成本和风险） 组成，用来创建到达目标的规划；</a:t>
            </a:r>
          </a:p>
          <a:p>
            <a:pPr marL="366712" lvl="0" indent="-366712" eaLnBrk="1" hangingPunct="1"/>
            <a:r>
              <a:rPr lang="en-US" altLang="zh-CN" sz="2500">
                <a:effectLst/>
              </a:rPr>
              <a:t>A Decision tree is a tree with branching nodes with a choice between two or more choices.</a:t>
            </a:r>
          </a:p>
          <a:p>
            <a:pPr marL="366712" lvl="0" indent="-366712" eaLnBrk="1" hangingPunct="1"/>
            <a:r>
              <a:rPr lang="zh-CN" altLang="en-US" sz="2500">
                <a:effectLst/>
              </a:rPr>
              <a:t>也可以用来表示算法。</a:t>
            </a:r>
          </a:p>
        </p:txBody>
      </p:sp>
      <p:sp>
        <p:nvSpPr>
          <p:cNvPr id="14343" name="Rectangle 4"/>
          <p:cNvSpPr/>
          <p:nvPr>
            <p:ph type="body" sz="half" idx="4294967295"/>
          </p:nvPr>
        </p:nvSpPr>
        <p:spPr>
          <a:xfrm>
            <a:off x="5229225" y="2122488"/>
            <a:ext cx="4810125" cy="4114800"/>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366712" lvl="0" indent="-366712" eaLnBrk="1" hangingPunct="1"/>
            <a:r>
              <a:rPr lang="zh-CN" altLang="en-US" sz="2500">
                <a:effectLst/>
              </a:rPr>
              <a:t>分类预测：决策树表示</a:t>
            </a:r>
            <a:br>
              <a:rPr lang="zh-CN" altLang="en-US" sz="2500">
                <a:effectLst/>
              </a:rPr>
            </a:br>
          </a:p>
          <a:p>
            <a:pPr marL="366712" lvl="0" indent="-366712" eaLnBrk="1" hangingPunct="1"/>
            <a:r>
              <a:rPr lang="zh-CN" altLang="en-US" sz="2500">
                <a:effectLst/>
              </a:rPr>
              <a:t>决策树学习结果：表示为决策树形式的</a:t>
            </a:r>
            <a:br>
              <a:rPr lang="zh-CN" altLang="en-US" sz="2500">
                <a:effectLst/>
              </a:rPr>
            </a:br>
            <a:r>
              <a:rPr lang="zh-CN" altLang="en-US" sz="2500" b="1">
                <a:effectLst/>
              </a:rPr>
              <a:t>离散值</a:t>
            </a:r>
            <a:r>
              <a:rPr lang="zh-CN" altLang="en-US" sz="2500">
                <a:effectLst/>
              </a:rPr>
              <a:t>（布尔）函数；</a:t>
            </a:r>
          </a:p>
          <a:p>
            <a:pPr marL="796925" lvl="1" indent="-307975" eaLnBrk="1" hangingPunct="1"/>
            <a:r>
              <a:rPr lang="en-US" altLang="zh-CN" sz="2100" b="1">
                <a:solidFill>
                  <a:srgbClr val="0000FF"/>
                </a:solidFill>
                <a:effectLst/>
              </a:rPr>
              <a:t>Node,            test attributes</a:t>
            </a:r>
          </a:p>
          <a:p>
            <a:pPr marL="796925" lvl="1" indent="-307975" eaLnBrk="1" hangingPunct="1"/>
            <a:r>
              <a:rPr lang="en-US" altLang="zh-CN" sz="2100">
                <a:effectLst/>
              </a:rPr>
              <a:t>Branches,      values</a:t>
            </a:r>
          </a:p>
          <a:p>
            <a:pPr marL="796925" lvl="1" indent="-307975" eaLnBrk="1" hangingPunct="1"/>
            <a:r>
              <a:rPr lang="en-US" altLang="zh-CN" sz="2100">
                <a:effectLst/>
              </a:rPr>
              <a:t>Root Node,   first attribute</a:t>
            </a:r>
          </a:p>
          <a:p>
            <a:pPr marL="796925" lvl="1" indent="-307975" eaLnBrk="1" hangingPunct="1"/>
            <a:r>
              <a:rPr lang="en-US" altLang="zh-CN" sz="2100">
                <a:effectLst/>
              </a:rPr>
              <a:t>Leaf Nodes,  discrete values</a:t>
            </a:r>
          </a:p>
          <a:p>
            <a:pPr marL="366712" lvl="0" indent="-366712" eaLnBrk="1" hangingPunct="1"/>
            <a:r>
              <a:rPr lang="zh-CN" altLang="en-US" sz="2500">
                <a:effectLst/>
              </a:rPr>
              <a:t>决策树的表示？</a:t>
            </a: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15362" name="日期占位符 2"/>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8656C5BD-D829-4F95-A67A-6258F6911CFC}" type="datetime1">
              <a:rPr lang="zh-CN" altLang="en-US" sz="1500">
                <a:effectLst/>
              </a:rPr>
              <a:t>2020-01-26</a:t>
            </a:fld>
            <a:endParaRPr lang="en-US" altLang="zh-CN" sz="1500">
              <a:effectLst/>
            </a:endParaRPr>
          </a:p>
        </p:txBody>
      </p:sp>
      <p:sp>
        <p:nvSpPr>
          <p:cNvPr id="15363" name="页脚占位符 3"/>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15364" name="灯片编号占位符 4"/>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5F0154D3-5E19-4580-B73F-B2589317197E}" type="slidenum">
              <a:rPr lang="en-US" altLang="zh-CN" sz="1500">
                <a:effectLst/>
              </a:rPr>
              <a:t>10</a:t>
            </a:fld>
            <a:r>
              <a:rPr lang="en-US" altLang="zh-CN" sz="1500">
                <a:effectLst/>
              </a:rPr>
              <a:t> / 34</a:t>
            </a:r>
          </a:p>
        </p:txBody>
      </p:sp>
      <p:sp>
        <p:nvSpPr>
          <p:cNvPr id="15365" name="Rectangle 2"/>
          <p:cNvSpPr/>
          <p:nvPr/>
        </p:nvSpPr>
        <p:spPr>
          <a:xfrm>
            <a:off x="282575" y="2133600"/>
            <a:ext cx="4737100" cy="4103688"/>
          </a:xfrm>
          <a:prstGeom prst="rect">
            <a:avLst/>
          </a:prstGeom>
          <a:noFill/>
          <a:ln>
            <a:noFill/>
            <a:miter lim="800000"/>
          </a:ln>
          <a:effectLst/>
        </p:spPr>
        <p:txBody>
          <a:bodyPr>
            <a:no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342900" lvl="0" indent="-342900" eaLnBrk="1" hangingPunct="1">
              <a:lnSpc>
                <a:spcPct val="90000"/>
              </a:lnSpc>
              <a:spcBef>
                <a:spcPct val="20000"/>
              </a:spcBef>
              <a:buChar char="•"/>
            </a:pPr>
            <a:r>
              <a:rPr kumimoji="1" lang="zh-CN" altLang="en-US" sz="2400" b="1">
                <a:solidFill>
                  <a:schemeClr val="tx2"/>
                </a:solidFill>
                <a:effectLst/>
                <a:latin typeface="Times New Roman" pitchFamily="18" charset="0"/>
              </a:rPr>
              <a:t>两类问题</a:t>
            </a:r>
            <a:r>
              <a:rPr kumimoji="1" lang="en-US" altLang="zh-CN" sz="2400" b="1">
                <a:solidFill>
                  <a:schemeClr val="tx2"/>
                </a:solidFill>
                <a:effectLst/>
                <a:latin typeface="Times New Roman" pitchFamily="18" charset="0"/>
              </a:rPr>
              <a:t>,    </a:t>
            </a:r>
            <a:r>
              <a:rPr kumimoji="1" lang="zh-CN" altLang="en-US" sz="2400" b="1">
                <a:solidFill>
                  <a:schemeClr val="tx2"/>
                </a:solidFill>
                <a:effectLst/>
                <a:latin typeface="Times New Roman" pitchFamily="18" charset="0"/>
              </a:rPr>
              <a:t>右图</a:t>
            </a:r>
            <a:endParaRPr lang="zh-CN" altLang="en-US" sz="2000" b="1" u="sng">
              <a:effectLst/>
              <a:latin typeface="Times New Roman" pitchFamily="18" charset="0"/>
            </a:endParaRPr>
          </a:p>
          <a:p>
            <a:pPr marL="342900" lvl="0" indent="-342900" eaLnBrk="1" hangingPunct="1">
              <a:lnSpc>
                <a:spcPct val="90000"/>
              </a:lnSpc>
              <a:spcBef>
                <a:spcPct val="20000"/>
              </a:spcBef>
            </a:pPr>
            <a:endParaRPr lang="en-US" altLang="en-US" sz="800" u="sng">
              <a:effectLst/>
              <a:latin typeface="Times New Roman" pitchFamily="18" charset="0"/>
            </a:endParaRPr>
          </a:p>
          <a:p>
            <a:pPr marL="342900" lvl="0" indent="-342900" eaLnBrk="1" hangingPunct="1">
              <a:lnSpc>
                <a:spcPct val="90000"/>
              </a:lnSpc>
              <a:spcBef>
                <a:spcPct val="20000"/>
              </a:spcBef>
            </a:pPr>
            <a:r>
              <a:rPr lang="en-US" altLang="zh-CN" sz="1600" b="1">
                <a:effectLst/>
                <a:latin typeface="Times New Roman" pitchFamily="18" charset="0"/>
              </a:rPr>
              <a:t>IF (</a:t>
            </a:r>
            <a:r>
              <a:rPr lang="en-US" altLang="zh-CN" sz="1600" b="1" i="1">
                <a:effectLst/>
                <a:latin typeface="Times New Roman" pitchFamily="18" charset="0"/>
              </a:rPr>
              <a:t>Outlook = Sunny</a:t>
            </a:r>
            <a:r>
              <a:rPr lang="en-US" altLang="zh-CN" sz="1600" b="1">
                <a:effectLst/>
                <a:latin typeface="Times New Roman" pitchFamily="18" charset="0"/>
              </a:rPr>
              <a:t>) ^ (</a:t>
            </a:r>
            <a:r>
              <a:rPr lang="en-US" altLang="zh-CN" sz="1600" b="1" i="1">
                <a:effectLst/>
                <a:latin typeface="Times New Roman" pitchFamily="18" charset="0"/>
              </a:rPr>
              <a:t>Humidity = High</a:t>
            </a:r>
            <a:r>
              <a:rPr lang="en-US" altLang="zh-CN" sz="1600" b="1">
                <a:effectLst/>
                <a:latin typeface="Times New Roman" pitchFamily="18" charset="0"/>
              </a:rPr>
              <a:t>)</a:t>
            </a:r>
          </a:p>
          <a:p>
            <a:pPr marL="342900" lvl="0" indent="-342900" eaLnBrk="1" hangingPunct="1">
              <a:lnSpc>
                <a:spcPct val="90000"/>
              </a:lnSpc>
              <a:spcBef>
                <a:spcPct val="20000"/>
              </a:spcBef>
            </a:pPr>
            <a:r>
              <a:rPr lang="en-US" altLang="zh-CN" sz="1600" b="1">
                <a:effectLst/>
                <a:latin typeface="Times New Roman" pitchFamily="18" charset="0"/>
              </a:rPr>
              <a:t>                                        THEN</a:t>
            </a:r>
            <a:r>
              <a:rPr lang="en-US" altLang="zh-CN" sz="1800" b="1">
                <a:effectLst/>
                <a:latin typeface="Times New Roman" pitchFamily="18" charset="0"/>
              </a:rPr>
              <a:t> </a:t>
            </a:r>
            <a:r>
              <a:rPr lang="en-US" altLang="zh-CN" sz="1600" b="1" i="1">
                <a:effectLst/>
                <a:latin typeface="Times New Roman" pitchFamily="18" charset="0"/>
              </a:rPr>
              <a:t>PlayTennis =</a:t>
            </a:r>
            <a:r>
              <a:rPr lang="en-US" altLang="zh-CN" sz="1600" b="1" i="1">
                <a:solidFill>
                  <a:srgbClr val="FF0000"/>
                </a:solidFill>
                <a:effectLst/>
                <a:latin typeface="Times New Roman" pitchFamily="18" charset="0"/>
              </a:rPr>
              <a:t>?</a:t>
            </a:r>
          </a:p>
          <a:p>
            <a:pPr marL="342900" lvl="0" indent="-342900" eaLnBrk="1" hangingPunct="1">
              <a:lnSpc>
                <a:spcPct val="90000"/>
              </a:lnSpc>
              <a:spcBef>
                <a:spcPct val="20000"/>
              </a:spcBef>
            </a:pPr>
            <a:r>
              <a:rPr lang="en-US" altLang="zh-CN" sz="1600" b="1">
                <a:effectLst/>
                <a:latin typeface="Times New Roman" pitchFamily="18" charset="0"/>
              </a:rPr>
              <a:t>IF (</a:t>
            </a:r>
            <a:r>
              <a:rPr lang="en-US" altLang="zh-CN" sz="1600" b="1" i="1">
                <a:effectLst/>
                <a:latin typeface="Times New Roman" pitchFamily="18" charset="0"/>
              </a:rPr>
              <a:t>Outlook = Sunny)^ (Humidity = Normal)</a:t>
            </a:r>
          </a:p>
          <a:p>
            <a:pPr marL="342900" lvl="0" indent="-342900" eaLnBrk="1" hangingPunct="1">
              <a:lnSpc>
                <a:spcPct val="90000"/>
              </a:lnSpc>
              <a:spcBef>
                <a:spcPct val="20000"/>
              </a:spcBef>
            </a:pPr>
            <a:r>
              <a:rPr lang="en-US" altLang="zh-CN" sz="1600" b="1">
                <a:effectLst/>
                <a:latin typeface="Times New Roman" pitchFamily="18" charset="0"/>
              </a:rPr>
              <a:t>                                        THEN </a:t>
            </a:r>
            <a:r>
              <a:rPr lang="en-US" altLang="zh-CN" sz="1600" b="1" i="1">
                <a:effectLst/>
                <a:latin typeface="Times New Roman" pitchFamily="18" charset="0"/>
              </a:rPr>
              <a:t>PlayTennis = </a:t>
            </a:r>
            <a:r>
              <a:rPr lang="en-US" altLang="zh-CN" sz="1600" b="1" i="1">
                <a:solidFill>
                  <a:srgbClr val="FF0000"/>
                </a:solidFill>
                <a:effectLst/>
                <a:latin typeface="Times New Roman" pitchFamily="18" charset="0"/>
              </a:rPr>
              <a:t>?</a:t>
            </a:r>
          </a:p>
          <a:p>
            <a:pPr marL="342900" lvl="0" indent="-342900" eaLnBrk="1" hangingPunct="1">
              <a:lnSpc>
                <a:spcPct val="90000"/>
              </a:lnSpc>
              <a:spcBef>
                <a:spcPct val="20000"/>
              </a:spcBef>
            </a:pPr>
            <a:endParaRPr lang="en-US" altLang="zh-CN" sz="800" b="1">
              <a:effectLst/>
              <a:latin typeface="Times New Roman" pitchFamily="18" charset="0"/>
            </a:endParaRPr>
          </a:p>
          <a:p>
            <a:pPr marL="342900" lvl="0" indent="-342900" eaLnBrk="1" hangingPunct="1">
              <a:lnSpc>
                <a:spcPct val="90000"/>
              </a:lnSpc>
              <a:spcBef>
                <a:spcPct val="20000"/>
              </a:spcBef>
            </a:pPr>
            <a:r>
              <a:rPr lang="zh-CN" altLang="en-US" sz="1600" b="1">
                <a:effectLst/>
                <a:latin typeface="Times New Roman" pitchFamily="18" charset="0"/>
              </a:rPr>
              <a:t>两步骤求解过程：</a:t>
            </a:r>
          </a:p>
          <a:p>
            <a:pPr marL="342900" lvl="0" indent="-342900" eaLnBrk="1" hangingPunct="1">
              <a:lnSpc>
                <a:spcPct val="90000"/>
              </a:lnSpc>
              <a:spcBef>
                <a:spcPct val="20000"/>
              </a:spcBef>
            </a:pPr>
            <a:r>
              <a:rPr lang="en-US" altLang="zh-CN" sz="1600" b="1">
                <a:effectLst/>
                <a:latin typeface="Times New Roman" pitchFamily="18" charset="0"/>
              </a:rPr>
              <a:t>Training examples:</a:t>
            </a:r>
          </a:p>
          <a:p>
            <a:pPr marL="342900" lvl="0" indent="-342900" eaLnBrk="1" hangingPunct="1">
              <a:lnSpc>
                <a:spcPct val="90000"/>
              </a:lnSpc>
              <a:spcBef>
                <a:spcPct val="20000"/>
              </a:spcBef>
            </a:pPr>
            <a:r>
              <a:rPr lang="en-US" altLang="zh-CN" sz="1400" b="1">
                <a:effectLst/>
                <a:latin typeface="Times New Roman" pitchFamily="18" charset="0"/>
              </a:rPr>
              <a:t>Day  Outlook  Temp.  Humidity   Wind    Play Tennis</a:t>
            </a:r>
          </a:p>
          <a:p>
            <a:pPr marL="342900" lvl="0" indent="-342900" eaLnBrk="1" hangingPunct="1">
              <a:lnSpc>
                <a:spcPct val="90000"/>
              </a:lnSpc>
              <a:spcBef>
                <a:spcPct val="20000"/>
              </a:spcBef>
            </a:pPr>
            <a:r>
              <a:rPr lang="en-US" altLang="zh-CN" sz="1400" b="1">
                <a:effectLst/>
                <a:latin typeface="Times New Roman" pitchFamily="18" charset="0"/>
              </a:rPr>
              <a:t>D1    Sunny      Hot      High          Weak      No</a:t>
            </a:r>
          </a:p>
          <a:p>
            <a:pPr marL="342900" lvl="0" indent="-342900" eaLnBrk="1" hangingPunct="1">
              <a:lnSpc>
                <a:spcPct val="90000"/>
              </a:lnSpc>
              <a:spcBef>
                <a:spcPct val="20000"/>
              </a:spcBef>
            </a:pPr>
            <a:r>
              <a:rPr lang="en-US" altLang="zh-CN" sz="1400" b="1">
                <a:effectLst/>
                <a:latin typeface="Times New Roman" pitchFamily="18" charset="0"/>
              </a:rPr>
              <a:t>D2     Overcast  Hot     High         Strong     Yes  </a:t>
            </a:r>
          </a:p>
          <a:p>
            <a:pPr marL="342900" lvl="0" indent="-342900" eaLnBrk="1" hangingPunct="1">
              <a:lnSpc>
                <a:spcPct val="90000"/>
              </a:lnSpc>
              <a:spcBef>
                <a:spcPct val="20000"/>
              </a:spcBef>
            </a:pPr>
            <a:endParaRPr lang="en-US" altLang="zh-CN" sz="1400" b="1">
              <a:effectLst/>
              <a:latin typeface="Times New Roman" pitchFamily="18" charset="0"/>
            </a:endParaRPr>
          </a:p>
          <a:p>
            <a:pPr marL="342900" lvl="0" indent="-342900" eaLnBrk="1" hangingPunct="1">
              <a:lnSpc>
                <a:spcPct val="90000"/>
              </a:lnSpc>
              <a:spcBef>
                <a:spcPct val="20000"/>
              </a:spcBef>
            </a:pPr>
            <a:r>
              <a:rPr lang="en-US" altLang="zh-CN" sz="1400">
                <a:effectLst/>
                <a:latin typeface="Times New Roman" pitchFamily="18" charset="0"/>
              </a:rPr>
              <a:t>1.  </a:t>
            </a:r>
            <a:r>
              <a:rPr lang="zh-CN" altLang="en-US" sz="1400">
                <a:effectLst/>
                <a:latin typeface="Times New Roman" pitchFamily="18" charset="0"/>
              </a:rPr>
              <a:t>归纳推理求得一般性结论（</a:t>
            </a:r>
            <a:r>
              <a:rPr lang="zh-CN" altLang="en-US" sz="1400" b="1">
                <a:solidFill>
                  <a:srgbClr val="0000FF"/>
                </a:solidFill>
                <a:effectLst/>
                <a:latin typeface="宋体" pitchFamily="2" charset="-122"/>
              </a:rPr>
              <a:t>决策树生成</a:t>
            </a:r>
            <a:r>
              <a:rPr lang="zh-CN" altLang="en-US" sz="1400" b="1">
                <a:solidFill>
                  <a:srgbClr val="0000FF"/>
                </a:solidFill>
                <a:effectLst/>
                <a:latin typeface="宋体" pitchFamily="2" charset="-122"/>
                <a:sym typeface="Wingdings" pitchFamily="2" charset="2"/>
              </a:rPr>
              <a:t>学习</a:t>
            </a:r>
            <a:r>
              <a:rPr lang="zh-CN" altLang="en-US" sz="1400">
                <a:effectLst/>
                <a:latin typeface="Times New Roman" pitchFamily="18" charset="0"/>
              </a:rPr>
              <a:t>）</a:t>
            </a:r>
          </a:p>
          <a:p>
            <a:pPr marL="342900" lvl="0" indent="-342900" eaLnBrk="1" hangingPunct="1">
              <a:lnSpc>
                <a:spcPct val="90000"/>
              </a:lnSpc>
              <a:spcBef>
                <a:spcPct val="20000"/>
              </a:spcBef>
            </a:pPr>
            <a:r>
              <a:rPr lang="en-US" altLang="zh-CN" sz="1400">
                <a:effectLst/>
                <a:latin typeface="Times New Roman" pitchFamily="18" charset="0"/>
              </a:rPr>
              <a:t>2.  </a:t>
            </a:r>
            <a:r>
              <a:rPr lang="zh-CN" altLang="en-US" sz="1400">
                <a:effectLst/>
                <a:latin typeface="Times New Roman" pitchFamily="18" charset="0"/>
              </a:rPr>
              <a:t>由决策树</a:t>
            </a:r>
            <a:r>
              <a:rPr lang="zh-CN" altLang="en-US" sz="1600" b="1">
                <a:effectLst/>
                <a:latin typeface="Times New Roman" pitchFamily="18" charset="0"/>
              </a:rPr>
              <a:t>演绎推理得到新样例对应的结果</a:t>
            </a:r>
            <a:r>
              <a:rPr lang="zh-CN" altLang="en-US" sz="1600">
                <a:effectLst/>
                <a:latin typeface="Times New Roman" pitchFamily="18" charset="0"/>
              </a:rPr>
              <a:t>；</a:t>
            </a:r>
          </a:p>
        </p:txBody>
      </p:sp>
      <p:grpSp>
        <p:nvGrpSpPr>
          <p:cNvPr id="15366" name="Group 3"/>
          <p:cNvGrpSpPr/>
          <p:nvPr/>
        </p:nvGrpSpPr>
        <p:grpSpPr>
          <a:xfrm>
            <a:off x="5575300" y="2133600"/>
            <a:ext cx="4478338" cy="2860675"/>
            <a:chOff x="3014" y="1920"/>
            <a:chExt cx="2089" cy="1593"/>
          </a:xfrm>
          <a:effectLst/>
        </p:grpSpPr>
        <p:sp>
          <p:nvSpPr>
            <p:cNvPr id="15373" name="Rectangle 4"/>
            <p:cNvSpPr/>
            <p:nvPr/>
          </p:nvSpPr>
          <p:spPr>
            <a:xfrm>
              <a:off x="3744" y="1920"/>
              <a:ext cx="672" cy="192"/>
            </a:xfrm>
            <a:prstGeom prst="rect">
              <a:avLst/>
            </a:prstGeom>
            <a:noFill/>
            <a:ln>
              <a:solidFill>
                <a:schemeClr val="tx1"/>
              </a:solidFill>
              <a:miter lim="800000"/>
            </a:ln>
            <a:effectLst/>
          </p:spPr>
          <p:txBody>
            <a:bodyPr wrap="none" anchor="ctr" anchorCtr="0">
              <a:no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cxnSp>
          <p:nvCxnSpPr>
            <p:cNvPr id="15374" name="Line 5"/>
            <p:cNvCxnSpPr/>
            <p:nvPr/>
          </p:nvCxnSpPr>
          <p:spPr>
            <a:xfrm flipH="1">
              <a:off x="4080" y="2112"/>
              <a:ext cx="0" cy="144"/>
            </a:xfrm>
            <a:prstGeom prst="line">
              <a:avLst/>
            </a:prstGeom>
            <a:noFill/>
            <a:ln>
              <a:solidFill>
                <a:schemeClr val="tx1"/>
              </a:solidFill>
              <a:miter lim="800000"/>
            </a:ln>
            <a:effectLst/>
          </p:spPr>
        </p:cxnSp>
        <p:cxnSp>
          <p:nvCxnSpPr>
            <p:cNvPr id="15375" name="Line 6"/>
            <p:cNvCxnSpPr/>
            <p:nvPr/>
          </p:nvCxnSpPr>
          <p:spPr>
            <a:xfrm flipH="1">
              <a:off x="3888" y="2112"/>
              <a:ext cx="144" cy="144"/>
            </a:xfrm>
            <a:prstGeom prst="line">
              <a:avLst/>
            </a:prstGeom>
            <a:noFill/>
            <a:ln>
              <a:solidFill>
                <a:schemeClr val="tx1"/>
              </a:solidFill>
              <a:miter lim="800000"/>
            </a:ln>
            <a:effectLst/>
          </p:spPr>
        </p:cxnSp>
        <p:cxnSp>
          <p:nvCxnSpPr>
            <p:cNvPr id="15376" name="Line 7"/>
            <p:cNvCxnSpPr/>
            <p:nvPr/>
          </p:nvCxnSpPr>
          <p:spPr>
            <a:xfrm>
              <a:off x="4176" y="2112"/>
              <a:ext cx="144" cy="144"/>
            </a:xfrm>
            <a:prstGeom prst="line">
              <a:avLst/>
            </a:prstGeom>
            <a:noFill/>
            <a:ln>
              <a:solidFill>
                <a:schemeClr val="tx1"/>
              </a:solidFill>
              <a:miter lim="800000"/>
            </a:ln>
            <a:effectLst/>
          </p:spPr>
        </p:cxnSp>
        <p:sp>
          <p:nvSpPr>
            <p:cNvPr id="15377" name="Text Box 8"/>
            <p:cNvSpPr/>
            <p:nvPr/>
          </p:nvSpPr>
          <p:spPr>
            <a:xfrm>
              <a:off x="3888" y="1920"/>
              <a:ext cx="85" cy="170"/>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zh-CN" sz="1400">
                <a:effectLst/>
                <a:latin typeface="Times New Roman" pitchFamily="18" charset="0"/>
              </a:endParaRPr>
            </a:p>
          </p:txBody>
        </p:sp>
        <p:sp>
          <p:nvSpPr>
            <p:cNvPr id="15378" name="Text Box 9"/>
            <p:cNvSpPr/>
            <p:nvPr/>
          </p:nvSpPr>
          <p:spPr>
            <a:xfrm>
              <a:off x="3888" y="1920"/>
              <a:ext cx="323" cy="153"/>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Outlook</a:t>
              </a:r>
            </a:p>
          </p:txBody>
        </p:sp>
        <p:sp>
          <p:nvSpPr>
            <p:cNvPr id="15379" name="Text Box 10"/>
            <p:cNvSpPr/>
            <p:nvPr/>
          </p:nvSpPr>
          <p:spPr>
            <a:xfrm>
              <a:off x="3552" y="2256"/>
              <a:ext cx="274" cy="153"/>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Sunny</a:t>
              </a:r>
            </a:p>
          </p:txBody>
        </p:sp>
        <p:sp>
          <p:nvSpPr>
            <p:cNvPr id="15380" name="Text Box 11"/>
            <p:cNvSpPr/>
            <p:nvPr/>
          </p:nvSpPr>
          <p:spPr>
            <a:xfrm>
              <a:off x="3840" y="2256"/>
              <a:ext cx="463" cy="153"/>
            </a:xfrm>
            <a:prstGeom prst="rect">
              <a:avLst/>
            </a:prstGeom>
            <a:noFill/>
            <a:ln>
              <a:noFill/>
              <a:miter lim="800000"/>
            </a:ln>
            <a:effectLst/>
          </p:spPr>
          <p:txBody>
            <a:bodyPr>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Overcast</a:t>
              </a:r>
            </a:p>
          </p:txBody>
        </p:sp>
        <p:sp>
          <p:nvSpPr>
            <p:cNvPr id="15381" name="Text Box 12"/>
            <p:cNvSpPr/>
            <p:nvPr/>
          </p:nvSpPr>
          <p:spPr>
            <a:xfrm>
              <a:off x="4320" y="2256"/>
              <a:ext cx="228" cy="153"/>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Rain</a:t>
              </a:r>
            </a:p>
          </p:txBody>
        </p:sp>
        <p:sp>
          <p:nvSpPr>
            <p:cNvPr id="15382" name="Rectangle 13"/>
            <p:cNvSpPr/>
            <p:nvPr/>
          </p:nvSpPr>
          <p:spPr>
            <a:xfrm>
              <a:off x="3120" y="2592"/>
              <a:ext cx="576" cy="192"/>
            </a:xfrm>
            <a:prstGeom prst="rect">
              <a:avLst/>
            </a:prstGeom>
            <a:noFill/>
            <a:ln>
              <a:solidFill>
                <a:schemeClr val="tx1"/>
              </a:solidFill>
              <a:miter lim="800000"/>
            </a:ln>
            <a:effectLst/>
          </p:spPr>
          <p:txBody>
            <a:bodyPr wrap="none" anchor="ctr" anchorCtr="0">
              <a:no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sp>
          <p:nvSpPr>
            <p:cNvPr id="15383" name="Text Box 14"/>
            <p:cNvSpPr/>
            <p:nvPr/>
          </p:nvSpPr>
          <p:spPr>
            <a:xfrm>
              <a:off x="3168" y="2592"/>
              <a:ext cx="363" cy="153"/>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Humidity</a:t>
              </a:r>
            </a:p>
          </p:txBody>
        </p:sp>
        <p:cxnSp>
          <p:nvCxnSpPr>
            <p:cNvPr id="15384" name="Line 15"/>
            <p:cNvCxnSpPr/>
            <p:nvPr/>
          </p:nvCxnSpPr>
          <p:spPr>
            <a:xfrm flipH="1">
              <a:off x="3504" y="2448"/>
              <a:ext cx="192" cy="144"/>
            </a:xfrm>
            <a:prstGeom prst="line">
              <a:avLst/>
            </a:prstGeom>
            <a:noFill/>
            <a:ln>
              <a:solidFill>
                <a:schemeClr val="tx1"/>
              </a:solidFill>
              <a:miter lim="800000"/>
            </a:ln>
            <a:effectLst/>
          </p:spPr>
        </p:cxnSp>
        <p:cxnSp>
          <p:nvCxnSpPr>
            <p:cNvPr id="15385" name="Line 16"/>
            <p:cNvCxnSpPr/>
            <p:nvPr/>
          </p:nvCxnSpPr>
          <p:spPr>
            <a:xfrm flipH="1">
              <a:off x="4080" y="2448"/>
              <a:ext cx="0" cy="144"/>
            </a:xfrm>
            <a:prstGeom prst="line">
              <a:avLst/>
            </a:prstGeom>
            <a:noFill/>
            <a:ln>
              <a:solidFill>
                <a:schemeClr val="tx1"/>
              </a:solidFill>
              <a:miter lim="800000"/>
            </a:ln>
            <a:effectLst/>
          </p:spPr>
        </p:cxnSp>
        <p:sp>
          <p:nvSpPr>
            <p:cNvPr id="15386" name="Text Box 17"/>
            <p:cNvSpPr/>
            <p:nvPr/>
          </p:nvSpPr>
          <p:spPr>
            <a:xfrm>
              <a:off x="3974" y="2567"/>
              <a:ext cx="346" cy="153"/>
            </a:xfrm>
            <a:prstGeom prst="rect">
              <a:avLst/>
            </a:prstGeom>
            <a:noFill/>
            <a:ln>
              <a:noFill/>
              <a:miter lim="800000"/>
            </a:ln>
            <a:effectLst/>
          </p:spPr>
          <p:txBody>
            <a:bodyPr>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Yes</a:t>
              </a:r>
            </a:p>
          </p:txBody>
        </p:sp>
        <p:sp>
          <p:nvSpPr>
            <p:cNvPr id="15387" name="Rectangle 18"/>
            <p:cNvSpPr/>
            <p:nvPr/>
          </p:nvSpPr>
          <p:spPr>
            <a:xfrm>
              <a:off x="4416" y="2592"/>
              <a:ext cx="528" cy="192"/>
            </a:xfrm>
            <a:prstGeom prst="rect">
              <a:avLst/>
            </a:prstGeom>
            <a:noFill/>
            <a:ln>
              <a:solidFill>
                <a:schemeClr val="tx1"/>
              </a:solidFill>
              <a:miter lim="800000"/>
            </a:ln>
            <a:effectLst/>
          </p:spPr>
          <p:txBody>
            <a:bodyPr wrap="none" anchor="ctr" anchorCtr="0">
              <a:no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sp>
          <p:nvSpPr>
            <p:cNvPr id="15388" name="Text Box 19"/>
            <p:cNvSpPr/>
            <p:nvPr/>
          </p:nvSpPr>
          <p:spPr>
            <a:xfrm>
              <a:off x="4550" y="2615"/>
              <a:ext cx="243" cy="153"/>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Wind</a:t>
              </a:r>
            </a:p>
          </p:txBody>
        </p:sp>
        <p:cxnSp>
          <p:nvCxnSpPr>
            <p:cNvPr id="15389" name="Line 20"/>
            <p:cNvCxnSpPr/>
            <p:nvPr/>
          </p:nvCxnSpPr>
          <p:spPr>
            <a:xfrm>
              <a:off x="4464" y="2400"/>
              <a:ext cx="192" cy="144"/>
            </a:xfrm>
            <a:prstGeom prst="line">
              <a:avLst/>
            </a:prstGeom>
            <a:noFill/>
            <a:ln>
              <a:solidFill>
                <a:schemeClr val="tx1"/>
              </a:solidFill>
              <a:miter lim="800000"/>
            </a:ln>
            <a:effectLst/>
          </p:spPr>
        </p:cxnSp>
        <p:cxnSp>
          <p:nvCxnSpPr>
            <p:cNvPr id="15390" name="Line 21"/>
            <p:cNvCxnSpPr/>
            <p:nvPr/>
          </p:nvCxnSpPr>
          <p:spPr>
            <a:xfrm flipH="1">
              <a:off x="3216" y="2784"/>
              <a:ext cx="144" cy="144"/>
            </a:xfrm>
            <a:prstGeom prst="line">
              <a:avLst/>
            </a:prstGeom>
            <a:noFill/>
            <a:ln>
              <a:solidFill>
                <a:schemeClr val="tx1"/>
              </a:solidFill>
              <a:miter lim="800000"/>
            </a:ln>
            <a:effectLst/>
          </p:spPr>
        </p:cxnSp>
        <p:cxnSp>
          <p:nvCxnSpPr>
            <p:cNvPr id="15391" name="Line 22"/>
            <p:cNvCxnSpPr/>
            <p:nvPr/>
          </p:nvCxnSpPr>
          <p:spPr>
            <a:xfrm>
              <a:off x="3408" y="2784"/>
              <a:ext cx="144" cy="144"/>
            </a:xfrm>
            <a:prstGeom prst="line">
              <a:avLst/>
            </a:prstGeom>
            <a:noFill/>
            <a:ln>
              <a:solidFill>
                <a:schemeClr val="tx1"/>
              </a:solidFill>
              <a:miter lim="800000"/>
            </a:ln>
            <a:effectLst/>
          </p:spPr>
        </p:cxnSp>
        <p:sp>
          <p:nvSpPr>
            <p:cNvPr id="15392" name="Text Box 23"/>
            <p:cNvSpPr/>
            <p:nvPr/>
          </p:nvSpPr>
          <p:spPr>
            <a:xfrm>
              <a:off x="3014" y="2951"/>
              <a:ext cx="236" cy="153"/>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High</a:t>
              </a:r>
            </a:p>
          </p:txBody>
        </p:sp>
        <p:sp>
          <p:nvSpPr>
            <p:cNvPr id="15393" name="Text Box 24"/>
            <p:cNvSpPr/>
            <p:nvPr/>
          </p:nvSpPr>
          <p:spPr>
            <a:xfrm>
              <a:off x="3408" y="2928"/>
              <a:ext cx="420" cy="153"/>
            </a:xfrm>
            <a:prstGeom prst="rect">
              <a:avLst/>
            </a:prstGeom>
            <a:noFill/>
            <a:ln>
              <a:noFill/>
              <a:miter lim="800000"/>
            </a:ln>
            <a:effectLst/>
          </p:spPr>
          <p:txBody>
            <a:bodyPr>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Normal</a:t>
              </a:r>
            </a:p>
          </p:txBody>
        </p:sp>
        <p:cxnSp>
          <p:nvCxnSpPr>
            <p:cNvPr id="15394" name="Line 25"/>
            <p:cNvCxnSpPr/>
            <p:nvPr/>
          </p:nvCxnSpPr>
          <p:spPr>
            <a:xfrm flipH="1">
              <a:off x="3168" y="3120"/>
              <a:ext cx="0" cy="192"/>
            </a:xfrm>
            <a:prstGeom prst="line">
              <a:avLst/>
            </a:prstGeom>
            <a:noFill/>
            <a:ln>
              <a:solidFill>
                <a:schemeClr val="tx1"/>
              </a:solidFill>
              <a:miter lim="800000"/>
            </a:ln>
            <a:effectLst/>
          </p:spPr>
        </p:cxnSp>
        <p:cxnSp>
          <p:nvCxnSpPr>
            <p:cNvPr id="15395" name="Line 26"/>
            <p:cNvCxnSpPr/>
            <p:nvPr/>
          </p:nvCxnSpPr>
          <p:spPr>
            <a:xfrm flipH="1">
              <a:off x="3648" y="3120"/>
              <a:ext cx="0" cy="192"/>
            </a:xfrm>
            <a:prstGeom prst="line">
              <a:avLst/>
            </a:prstGeom>
            <a:noFill/>
            <a:ln>
              <a:solidFill>
                <a:schemeClr val="tx1"/>
              </a:solidFill>
              <a:miter lim="800000"/>
            </a:ln>
            <a:effectLst/>
          </p:spPr>
        </p:cxnSp>
        <p:cxnSp>
          <p:nvCxnSpPr>
            <p:cNvPr id="15396" name="Line 27"/>
            <p:cNvCxnSpPr/>
            <p:nvPr/>
          </p:nvCxnSpPr>
          <p:spPr>
            <a:xfrm flipH="1">
              <a:off x="4512" y="2784"/>
              <a:ext cx="144" cy="144"/>
            </a:xfrm>
            <a:prstGeom prst="line">
              <a:avLst/>
            </a:prstGeom>
            <a:noFill/>
            <a:ln>
              <a:solidFill>
                <a:schemeClr val="tx1"/>
              </a:solidFill>
              <a:miter lim="800000"/>
            </a:ln>
            <a:effectLst/>
          </p:spPr>
        </p:cxnSp>
        <p:cxnSp>
          <p:nvCxnSpPr>
            <p:cNvPr id="15397" name="Line 28"/>
            <p:cNvCxnSpPr/>
            <p:nvPr/>
          </p:nvCxnSpPr>
          <p:spPr>
            <a:xfrm>
              <a:off x="4752" y="2784"/>
              <a:ext cx="144" cy="144"/>
            </a:xfrm>
            <a:prstGeom prst="line">
              <a:avLst/>
            </a:prstGeom>
            <a:noFill/>
            <a:ln>
              <a:solidFill>
                <a:schemeClr val="tx1"/>
              </a:solidFill>
              <a:miter lim="800000"/>
            </a:ln>
            <a:effectLst/>
          </p:spPr>
        </p:cxnSp>
        <p:sp>
          <p:nvSpPr>
            <p:cNvPr id="15398" name="Rectangle 29"/>
            <p:cNvSpPr/>
            <p:nvPr/>
          </p:nvSpPr>
          <p:spPr>
            <a:xfrm>
              <a:off x="3552" y="3360"/>
              <a:ext cx="188" cy="153"/>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Yes</a:t>
              </a:r>
            </a:p>
          </p:txBody>
        </p:sp>
        <p:sp>
          <p:nvSpPr>
            <p:cNvPr id="15399" name="Text Box 30"/>
            <p:cNvSpPr/>
            <p:nvPr/>
          </p:nvSpPr>
          <p:spPr>
            <a:xfrm>
              <a:off x="3072" y="3360"/>
              <a:ext cx="172" cy="153"/>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No</a:t>
              </a:r>
            </a:p>
          </p:txBody>
        </p:sp>
        <p:sp>
          <p:nvSpPr>
            <p:cNvPr id="15400" name="Text Box 31"/>
            <p:cNvSpPr/>
            <p:nvPr/>
          </p:nvSpPr>
          <p:spPr>
            <a:xfrm>
              <a:off x="4224" y="2928"/>
              <a:ext cx="442" cy="153"/>
            </a:xfrm>
            <a:prstGeom prst="rect">
              <a:avLst/>
            </a:prstGeom>
            <a:noFill/>
            <a:ln>
              <a:noFill/>
              <a:miter lim="800000"/>
            </a:ln>
            <a:effectLst/>
          </p:spPr>
          <p:txBody>
            <a:bodyPr>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Strong</a:t>
              </a:r>
            </a:p>
          </p:txBody>
        </p:sp>
        <p:sp>
          <p:nvSpPr>
            <p:cNvPr id="15401" name="Text Box 32"/>
            <p:cNvSpPr/>
            <p:nvPr/>
          </p:nvSpPr>
          <p:spPr>
            <a:xfrm>
              <a:off x="4800" y="2928"/>
              <a:ext cx="251" cy="153"/>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Weak</a:t>
              </a:r>
            </a:p>
          </p:txBody>
        </p:sp>
        <p:cxnSp>
          <p:nvCxnSpPr>
            <p:cNvPr id="15402" name="Line 33"/>
            <p:cNvCxnSpPr/>
            <p:nvPr/>
          </p:nvCxnSpPr>
          <p:spPr>
            <a:xfrm flipH="1">
              <a:off x="4416" y="3120"/>
              <a:ext cx="0" cy="192"/>
            </a:xfrm>
            <a:prstGeom prst="line">
              <a:avLst/>
            </a:prstGeom>
            <a:noFill/>
            <a:ln>
              <a:solidFill>
                <a:schemeClr val="tx1"/>
              </a:solidFill>
              <a:miter lim="800000"/>
            </a:ln>
            <a:effectLst/>
          </p:spPr>
        </p:cxnSp>
        <p:cxnSp>
          <p:nvCxnSpPr>
            <p:cNvPr id="15403" name="Line 34"/>
            <p:cNvCxnSpPr/>
            <p:nvPr/>
          </p:nvCxnSpPr>
          <p:spPr>
            <a:xfrm flipH="1">
              <a:off x="4992" y="3120"/>
              <a:ext cx="0" cy="192"/>
            </a:xfrm>
            <a:prstGeom prst="line">
              <a:avLst/>
            </a:prstGeom>
            <a:noFill/>
            <a:ln>
              <a:solidFill>
                <a:schemeClr val="tx1"/>
              </a:solidFill>
              <a:miter lim="800000"/>
            </a:ln>
            <a:effectLst/>
          </p:spPr>
        </p:cxnSp>
        <p:sp>
          <p:nvSpPr>
            <p:cNvPr id="15404" name="Rectangle 35"/>
            <p:cNvSpPr/>
            <p:nvPr/>
          </p:nvSpPr>
          <p:spPr>
            <a:xfrm>
              <a:off x="4848" y="3312"/>
              <a:ext cx="255" cy="153"/>
            </a:xfrm>
            <a:prstGeom prst="rect">
              <a:avLst/>
            </a:prstGeom>
            <a:noFill/>
            <a:ln>
              <a:noFill/>
              <a:miter lim="800000"/>
            </a:ln>
            <a:effectLst/>
          </p:spPr>
          <p:txBody>
            <a:bodyPr>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Yes</a:t>
              </a:r>
            </a:p>
          </p:txBody>
        </p:sp>
        <p:sp>
          <p:nvSpPr>
            <p:cNvPr id="15405" name="Text Box 36"/>
            <p:cNvSpPr/>
            <p:nvPr/>
          </p:nvSpPr>
          <p:spPr>
            <a:xfrm>
              <a:off x="4320" y="3312"/>
              <a:ext cx="172" cy="153"/>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No</a:t>
              </a:r>
            </a:p>
          </p:txBody>
        </p:sp>
      </p:grpSp>
      <p:pic>
        <p:nvPicPr>
          <p:cNvPr id="15367" name="Picture 37" descr="PE03738_"/>
          <p:cNvPicPr/>
          <p:nvPr/>
        </p:nvPicPr>
        <p:blipFill>
          <a:blip r:embed="rId3"/>
          <a:stretch/>
        </p:blipFill>
        <p:spPr>
          <a:xfrm>
            <a:off x="6762750" y="5013325"/>
            <a:ext cx="976312" cy="914400"/>
          </a:xfrm>
          <a:prstGeom prst="rect">
            <a:avLst/>
          </a:prstGeom>
          <a:noFill/>
          <a:ln>
            <a:noFill/>
            <a:miter lim="800000"/>
          </a:ln>
          <a:effectLst/>
        </p:spPr>
      </p:pic>
      <p:pic>
        <p:nvPicPr>
          <p:cNvPr id="15368" name="Picture 38" descr="PE03738_"/>
          <p:cNvPicPr/>
          <p:nvPr/>
        </p:nvPicPr>
        <p:blipFill>
          <a:blip r:embed="rId3"/>
          <a:stretch/>
        </p:blipFill>
        <p:spPr>
          <a:xfrm>
            <a:off x="9312275" y="5084762"/>
            <a:ext cx="974725" cy="914400"/>
          </a:xfrm>
          <a:prstGeom prst="rect">
            <a:avLst/>
          </a:prstGeom>
          <a:noFill/>
          <a:ln>
            <a:noFill/>
            <a:miter lim="800000"/>
          </a:ln>
          <a:effectLst/>
        </p:spPr>
      </p:pic>
      <p:pic>
        <p:nvPicPr>
          <p:cNvPr id="15369" name="Picture 39" descr="EN00349_"/>
          <p:cNvPicPr/>
          <p:nvPr/>
        </p:nvPicPr>
        <p:blipFill>
          <a:blip r:embed="rId4"/>
          <a:stretch/>
        </p:blipFill>
        <p:spPr>
          <a:xfrm>
            <a:off x="5062538" y="5013325"/>
            <a:ext cx="1457325" cy="731838"/>
          </a:xfrm>
          <a:prstGeom prst="rect">
            <a:avLst/>
          </a:prstGeom>
          <a:noFill/>
          <a:ln>
            <a:noFill/>
            <a:miter lim="800000"/>
          </a:ln>
          <a:effectLst/>
        </p:spPr>
      </p:pic>
      <p:pic>
        <p:nvPicPr>
          <p:cNvPr id="15370" name="Picture 40" descr="EN00500_"/>
          <p:cNvPicPr/>
          <p:nvPr/>
        </p:nvPicPr>
        <p:blipFill>
          <a:blip r:embed="rId5"/>
          <a:stretch/>
        </p:blipFill>
        <p:spPr>
          <a:xfrm>
            <a:off x="7980362" y="4941888"/>
            <a:ext cx="1200150" cy="1006475"/>
          </a:xfrm>
          <a:prstGeom prst="rect">
            <a:avLst/>
          </a:prstGeom>
          <a:noFill/>
          <a:ln>
            <a:noFill/>
            <a:miter lim="800000"/>
          </a:ln>
          <a:effectLst/>
        </p:spPr>
      </p:pic>
      <p:pic>
        <p:nvPicPr>
          <p:cNvPr id="15371" name="Picture 41" descr="PE03738_"/>
          <p:cNvPicPr/>
          <p:nvPr/>
        </p:nvPicPr>
        <p:blipFill>
          <a:blip r:embed="rId3"/>
          <a:stretch/>
        </p:blipFill>
        <p:spPr>
          <a:xfrm>
            <a:off x="7331075" y="3644900"/>
            <a:ext cx="974725" cy="914400"/>
          </a:xfrm>
          <a:prstGeom prst="rect">
            <a:avLst/>
          </a:prstGeom>
          <a:noFill/>
          <a:ln>
            <a:noFill/>
            <a:miter lim="800000"/>
          </a:ln>
          <a:effectLst/>
        </p:spPr>
      </p:pic>
      <p:sp>
        <p:nvSpPr>
          <p:cNvPr id="15372" name="Rectangle 4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b="1">
                <a:solidFill>
                  <a:srgbClr val="0000FF"/>
                </a:solidFill>
                <a:effectLst/>
              </a:rPr>
              <a:t>2.1  </a:t>
            </a:r>
            <a:r>
              <a:rPr lang="zh-CN" altLang="en-US" b="1">
                <a:solidFill>
                  <a:srgbClr val="0000FF"/>
                </a:solidFill>
                <a:effectLst/>
              </a:rPr>
              <a:t>决策树学习</a:t>
            </a:r>
            <a:r>
              <a:rPr lang="zh-CN" altLang="en-US" b="1">
                <a:solidFill>
                  <a:schemeClr val="tx1"/>
                </a:solidFill>
                <a:effectLst/>
              </a:rPr>
              <a:t> 和分类预测</a:t>
            </a: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16386"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26F5E398-7E2D-4726-B0C4-A4B8EB0DD74F}" type="datetime1">
              <a:rPr lang="zh-CN" altLang="en-US" sz="1500">
                <a:effectLst/>
              </a:rPr>
              <a:t>2020-01-26</a:t>
            </a:fld>
            <a:endParaRPr lang="en-US" altLang="zh-CN" sz="1500">
              <a:effectLst/>
            </a:endParaRPr>
          </a:p>
        </p:txBody>
      </p:sp>
      <p:sp>
        <p:nvSpPr>
          <p:cNvPr id="16387"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16388"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7CCB9543-1815-4C1A-9925-821138196FE8}" type="slidenum">
              <a:rPr lang="en-US" altLang="zh-CN" sz="1500">
                <a:effectLst/>
              </a:rPr>
              <a:t>11</a:t>
            </a:fld>
            <a:r>
              <a:rPr lang="en-US" altLang="zh-CN" sz="1500">
                <a:effectLst/>
              </a:rPr>
              <a:t> / 34</a:t>
            </a:r>
          </a:p>
        </p:txBody>
      </p:sp>
      <p:sp>
        <p:nvSpPr>
          <p:cNvPr id="16389" name="Rectangle 2"/>
          <p:cNvSpPr/>
          <p:nvPr>
            <p:ph type="title" idx="4294967295"/>
          </p:nvPr>
        </p:nvSpPr>
        <p:spPr>
          <a:xfrm>
            <a:off x="966788"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zh-CN" altLang="en-US">
                <a:effectLst/>
              </a:rPr>
              <a:t>决策树生成算法</a:t>
            </a:r>
            <a:r>
              <a:rPr lang="en-US" altLang="zh-CN">
                <a:effectLst/>
              </a:rPr>
              <a:t>——</a:t>
            </a:r>
            <a:r>
              <a:rPr lang="zh-CN" altLang="en-US">
                <a:effectLst/>
              </a:rPr>
              <a:t>有指导学习</a:t>
            </a:r>
          </a:p>
        </p:txBody>
      </p:sp>
      <p:sp>
        <p:nvSpPr>
          <p:cNvPr id="16390" name="Rectangle 6"/>
          <p:cNvSpPr/>
          <p:nvPr>
            <p:ph type="body" idx="4294967295"/>
          </p:nvPr>
        </p:nvSpPr>
        <p:spPr>
          <a:xfrm>
            <a:off x="534988" y="2133600"/>
            <a:ext cx="9217025" cy="4119562"/>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r>
              <a:rPr lang="zh-CN" altLang="en-US">
                <a:effectLst/>
              </a:rPr>
              <a:t>样本数据中既包含输入字段、也包含输出字段</a:t>
            </a:r>
          </a:p>
          <a:p>
            <a:pPr marL="366712" lvl="0" indent="-366712" eaLnBrk="1" hangingPunct="1"/>
            <a:r>
              <a:rPr lang="zh-CN" altLang="en-US">
                <a:effectLst/>
              </a:rPr>
              <a:t>学习阶段，生成决策树模型</a:t>
            </a:r>
          </a:p>
          <a:p>
            <a:pPr marL="796925" lvl="1" indent="-307975" eaLnBrk="1" hangingPunct="1"/>
            <a:r>
              <a:rPr lang="zh-CN" altLang="en-US">
                <a:effectLst/>
              </a:rPr>
              <a:t>基于特定属性值比较，放置样本在生成树上</a:t>
            </a:r>
          </a:p>
          <a:p>
            <a:pPr marL="796925" lvl="1" indent="-307975" eaLnBrk="1" hangingPunct="1"/>
            <a:r>
              <a:rPr lang="zh-CN" altLang="en-US">
                <a:effectLst/>
              </a:rPr>
              <a:t>修剪生成树的特定算法</a:t>
            </a:r>
          </a:p>
          <a:p>
            <a:pPr marL="366712" lvl="0" indent="-366712" eaLnBrk="1" hangingPunct="1"/>
            <a:r>
              <a:rPr lang="zh-CN" altLang="en-US">
                <a:effectLst/>
              </a:rPr>
              <a:t>分类预测阶段，判断分类结果</a:t>
            </a:r>
          </a:p>
          <a:p>
            <a:pPr marL="796925" lvl="1" indent="-307975" eaLnBrk="1" hangingPunct="1"/>
            <a:r>
              <a:rPr lang="zh-CN" altLang="en-US">
                <a:effectLst/>
              </a:rPr>
              <a:t>基于逻辑，即通过对输入字段取值的布尔逻辑比较实现对输出变量的</a:t>
            </a:r>
            <a:r>
              <a:rPr lang="en-US" altLang="zh-CN">
                <a:effectLst/>
              </a:rPr>
              <a:t>(</a:t>
            </a:r>
            <a:r>
              <a:rPr lang="zh-CN" altLang="en-US">
                <a:effectLst/>
              </a:rPr>
              <a:t>分类</a:t>
            </a:r>
            <a:r>
              <a:rPr lang="en-US" altLang="zh-CN">
                <a:effectLst/>
              </a:rPr>
              <a:t>)</a:t>
            </a:r>
            <a:r>
              <a:rPr lang="zh-CN" altLang="en-US">
                <a:effectLst/>
              </a:rPr>
              <a:t>值的预测</a:t>
            </a:r>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17410"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F4D84FD2-BE5C-42DF-B301-CD210445E817}" type="datetime1">
              <a:rPr lang="zh-CN" altLang="en-US" sz="1500">
                <a:effectLst/>
              </a:rPr>
              <a:t>2020-01-26</a:t>
            </a:fld>
            <a:endParaRPr lang="en-US" altLang="zh-CN" sz="1500">
              <a:effectLst/>
            </a:endParaRPr>
          </a:p>
        </p:txBody>
      </p:sp>
      <p:sp>
        <p:nvSpPr>
          <p:cNvPr id="17411"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17412"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2693B5BC-DEA7-443B-9625-506CEE9CF4ED}" type="slidenum">
              <a:rPr lang="en-US" altLang="zh-CN" sz="1500">
                <a:effectLst/>
              </a:rPr>
              <a:t>12</a:t>
            </a:fld>
            <a:r>
              <a:rPr lang="en-US" altLang="zh-CN" sz="1500">
                <a:effectLst/>
              </a:rPr>
              <a:t> / 34</a:t>
            </a:r>
          </a:p>
        </p:txBody>
      </p:sp>
      <p:sp>
        <p:nvSpPr>
          <p:cNvPr id="17413" name="Rectangle 2"/>
          <p:cNvSpPr/>
          <p:nvPr>
            <p:ph type="title" idx="4294967295"/>
          </p:nvPr>
        </p:nvSpPr>
        <p:spPr>
          <a:xfrm>
            <a:off x="966788"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zh-CN" altLang="en-US">
                <a:effectLst/>
              </a:rPr>
              <a:t>决策树分类算法</a:t>
            </a:r>
            <a:r>
              <a:rPr lang="en-US" altLang="zh-CN">
                <a:effectLst/>
              </a:rPr>
              <a:t>——</a:t>
            </a:r>
            <a:r>
              <a:rPr lang="zh-CN" altLang="en-US">
                <a:effectLst/>
              </a:rPr>
              <a:t>基于逻辑</a:t>
            </a:r>
          </a:p>
        </p:txBody>
      </p:sp>
      <p:sp>
        <p:nvSpPr>
          <p:cNvPr id="17414" name="Rectangle 3"/>
          <p:cNvSpPr/>
          <p:nvPr>
            <p:ph type="body" idx="4294967295"/>
          </p:nvPr>
        </p:nvSpPr>
        <p:spPr>
          <a:xfrm>
            <a:off x="534988" y="2133600"/>
            <a:ext cx="9217025" cy="4032250"/>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r>
              <a:rPr lang="zh-CN" altLang="en-US">
                <a:effectLst/>
              </a:rPr>
              <a:t>样本数据中既包含输入字段、也包含输出字段</a:t>
            </a:r>
          </a:p>
          <a:p>
            <a:pPr marL="366712" lvl="0" indent="-366712" eaLnBrk="1" hangingPunct="1"/>
            <a:r>
              <a:rPr lang="zh-CN" altLang="en-US">
                <a:effectLst/>
              </a:rPr>
              <a:t>学习阶段，生成决策树模型</a:t>
            </a:r>
          </a:p>
          <a:p>
            <a:pPr marL="366712" lvl="0" indent="-366712" eaLnBrk="1" hangingPunct="1"/>
            <a:r>
              <a:rPr lang="zh-CN" altLang="en-US">
                <a:effectLst/>
              </a:rPr>
              <a:t>分类预测阶段，判断分类结果</a:t>
            </a:r>
          </a:p>
          <a:p>
            <a:pPr marL="796925" lvl="1" indent="-307975" eaLnBrk="1" hangingPunct="1"/>
            <a:r>
              <a:rPr lang="zh-CN" altLang="en-US" b="1">
                <a:effectLst/>
              </a:rPr>
              <a:t>基于逻辑，即通过对输入字段取值的布尔逻辑比较实现对输出变量的</a:t>
            </a:r>
            <a:r>
              <a:rPr lang="en-US" altLang="zh-CN" b="1">
                <a:effectLst/>
              </a:rPr>
              <a:t>(</a:t>
            </a:r>
            <a:r>
              <a:rPr lang="zh-CN" altLang="en-US" b="1">
                <a:effectLst/>
              </a:rPr>
              <a:t>分类</a:t>
            </a:r>
            <a:r>
              <a:rPr lang="en-US" altLang="zh-CN" b="1">
                <a:effectLst/>
              </a:rPr>
              <a:t>)</a:t>
            </a:r>
            <a:r>
              <a:rPr lang="zh-CN" altLang="en-US" b="1">
                <a:effectLst/>
              </a:rPr>
              <a:t>值的预测</a:t>
            </a:r>
          </a:p>
          <a:p>
            <a:pPr marL="796925" lvl="1" indent="-307975" eaLnBrk="1" hangingPunct="1"/>
            <a:r>
              <a:rPr lang="zh-CN" altLang="en-US" b="1">
                <a:effectLst/>
              </a:rPr>
              <a:t>每个叶子节点对应一条推理规则，作为对新的数据对象进行分类预测的依据。</a:t>
            </a:r>
          </a:p>
        </p:txBody>
      </p:sp>
    </p:spTree>
  </p:cSld>
  <p:clrMapOvr>
    <a:masterClrMapping/>
  </p:clrMapOvr>
  <p:transition/>
  <p:timing/>
</p:sld>
</file>

<file path=ppt/slides/slide1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18434"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516B97AA-6D9B-4A05-A6C7-1F9E99311D30}" type="datetime1">
              <a:rPr lang="zh-CN" altLang="en-US" sz="1500">
                <a:effectLst/>
              </a:rPr>
              <a:t>2020-01-26</a:t>
            </a:fld>
            <a:endParaRPr lang="en-US" altLang="zh-CN" sz="1500">
              <a:effectLst/>
            </a:endParaRPr>
          </a:p>
        </p:txBody>
      </p:sp>
      <p:sp>
        <p:nvSpPr>
          <p:cNvPr id="18435"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18436"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B255BF33-50C2-47CC-B2DC-635B02A12060}" type="slidenum">
              <a:rPr lang="en-US" altLang="zh-CN" sz="1500">
                <a:effectLst/>
              </a:rPr>
              <a:t>13</a:t>
            </a:fld>
            <a:r>
              <a:rPr lang="en-US" altLang="zh-CN" sz="1500">
                <a:effectLst/>
              </a:rPr>
              <a:t> / 34</a:t>
            </a:r>
          </a:p>
        </p:txBody>
      </p:sp>
      <p:sp>
        <p:nvSpPr>
          <p:cNvPr id="18437"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a:effectLst/>
              </a:rPr>
              <a:t>3.  </a:t>
            </a:r>
            <a:r>
              <a:rPr lang="zh-CN" altLang="en-US">
                <a:effectLst/>
              </a:rPr>
              <a:t>决策树的核心问题</a:t>
            </a:r>
          </a:p>
        </p:txBody>
      </p:sp>
      <p:sp>
        <p:nvSpPr>
          <p:cNvPr id="18438" name="Rectangle 3"/>
          <p:cNvSpPr/>
          <p:nvPr>
            <p:ph type="body" idx="4294967295"/>
          </p:nvPr>
        </p:nvSpPr>
        <p:spPr>
          <a:xfrm>
            <a:off x="319088" y="2047875"/>
            <a:ext cx="9967912" cy="4117975"/>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r>
              <a:rPr lang="zh-CN" altLang="en-US" b="1">
                <a:solidFill>
                  <a:schemeClr val="bg2"/>
                </a:solidFill>
                <a:effectLst/>
              </a:rPr>
              <a:t>决策树的生成</a:t>
            </a:r>
            <a:r>
              <a:rPr lang="zh-CN" altLang="en-US" b="1">
                <a:solidFill>
                  <a:schemeClr val="bg2"/>
                </a:solidFill>
                <a:effectLst/>
                <a:sym typeface="Wingdings" pitchFamily="2" charset="2"/>
              </a:rPr>
              <a:t>对训练样本进行分组</a:t>
            </a:r>
            <a:endParaRPr lang="zh-CN" altLang="en-US" b="1">
              <a:solidFill>
                <a:schemeClr val="bg2"/>
              </a:solidFill>
              <a:effectLst/>
            </a:endParaRPr>
          </a:p>
          <a:p>
            <a:pPr marL="796925" lvl="1" indent="-307975" eaLnBrk="1" hangingPunct="1"/>
            <a:r>
              <a:rPr lang="zh-CN" altLang="en-US" b="1">
                <a:solidFill>
                  <a:schemeClr val="bg2"/>
                </a:solidFill>
                <a:effectLst/>
              </a:rPr>
              <a:t>关键，确定树根节点和分支准则</a:t>
            </a:r>
          </a:p>
          <a:p>
            <a:pPr marL="796925" lvl="1" indent="-307975" eaLnBrk="1" hangingPunct="1"/>
            <a:r>
              <a:rPr lang="zh-CN" altLang="en-US" b="1">
                <a:solidFill>
                  <a:schemeClr val="bg2"/>
                </a:solidFill>
                <a:effectLst/>
              </a:rPr>
              <a:t>停止生长时机</a:t>
            </a:r>
          </a:p>
          <a:p>
            <a:pPr marL="366712" lvl="0" indent="-366712" eaLnBrk="1" hangingPunct="1"/>
            <a:r>
              <a:rPr lang="zh-CN" altLang="en-US" b="1">
                <a:solidFill>
                  <a:schemeClr val="bg2"/>
                </a:solidFill>
                <a:effectLst/>
              </a:rPr>
              <a:t>决策树的修剪</a:t>
            </a:r>
            <a:r>
              <a:rPr lang="zh-CN" altLang="en-US" b="1">
                <a:solidFill>
                  <a:schemeClr val="bg2"/>
                </a:solidFill>
                <a:effectLst/>
                <a:sym typeface="Wingdings" pitchFamily="2" charset="2"/>
              </a:rPr>
              <a:t>解决过度拟合问题</a:t>
            </a:r>
            <a:endParaRPr lang="zh-CN" altLang="en-US" b="1">
              <a:solidFill>
                <a:schemeClr val="bg2"/>
              </a:solidFill>
              <a:effectLst/>
            </a:endParaRPr>
          </a:p>
          <a:p>
            <a:pPr marL="796925" lvl="1" indent="-307975" eaLnBrk="1" hangingPunct="1">
              <a:lnSpc>
                <a:spcPct val="120000"/>
              </a:lnSpc>
            </a:pPr>
            <a:r>
              <a:rPr lang="zh-CN" altLang="en-US" b="1">
                <a:solidFill>
                  <a:schemeClr val="bg2"/>
                </a:solidFill>
                <a:effectLst/>
              </a:rPr>
              <a:t>预先修剪，限值决策树的充分生长，如：限制树的高度</a:t>
            </a:r>
          </a:p>
          <a:p>
            <a:pPr marL="796925" lvl="1" indent="-307975" eaLnBrk="1" hangingPunct="1">
              <a:lnSpc>
                <a:spcPct val="120000"/>
              </a:lnSpc>
              <a:buClr>
                <a:srgbClr val="006600"/>
              </a:buClr>
            </a:pPr>
            <a:r>
              <a:rPr lang="zh-CN" altLang="en-US" b="1">
                <a:solidFill>
                  <a:schemeClr val="bg2"/>
                </a:solidFill>
                <a:effectLst/>
              </a:rPr>
              <a:t>滞后修剪，待决策树充分生长完毕后再进行修剪</a:t>
            </a:r>
          </a:p>
          <a:p>
            <a:pPr marL="1223962" lvl="2" indent="-244475" eaLnBrk="1" hangingPunct="1">
              <a:lnSpc>
                <a:spcPct val="120000"/>
              </a:lnSpc>
            </a:pPr>
            <a:r>
              <a:rPr lang="zh-CN" altLang="en-US" b="1">
                <a:solidFill>
                  <a:schemeClr val="bg2"/>
                </a:solidFill>
                <a:effectLst/>
              </a:rPr>
              <a:t>当节点和分支数较多时，显然不合适</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9223372036854775808"/>
                                  </p:stCondLst>
                                  <p:childTnLst>
                                    <p:set>
                                      <p:cBhvr additive="base">
                                        <p:cTn id="6" dur="1" fill="hold">
                                          <p:stCondLst>
                                            <p:cond delay="0"/>
                                          </p:stCondLst>
                                        </p:cTn>
                                        <p:tgtEl>
                                          <p:spTgt spid="18438">
                                            <p:txEl>
                                              <p:charRg st="0" end="17"/>
                                            </p:txEl>
                                          </p:spTgt>
                                        </p:tgtEl>
                                        <p:attrNameLst>
                                          <p:attrName>style.visibility</p:attrName>
                                        </p:attrNameLst>
                                      </p:cBhvr>
                                      <p:to>
                                        <p:strVal val="visible"/>
                                      </p:to>
                                    </p:set>
                                    <p:animEffect transition="in" filter="wipe(left)">
                                      <p:cBhvr additive="base">
                                        <p:cTn id="7" dur="500"/>
                                        <p:tgtEl>
                                          <p:spTgt spid="18438">
                                            <p:txEl>
                                              <p:charRg st="0" end="17"/>
                                            </p:txEl>
                                          </p:spTgt>
                                        </p:tgtEl>
                                      </p:cBhvr>
                                    </p:animEffect>
                                  </p:childTnLst>
                                </p:cTn>
                              </p:par>
                            </p:childTnLst>
                          </p:cTn>
                        </p:par>
                        <p:par>
                          <p:cTn id="8" fill="hold">
                            <p:stCondLst>
                              <p:cond delay="500"/>
                            </p:stCondLst>
                            <p:childTnLst>
                              <p:par>
                                <p:cTn id="9" presetID="22" presetClass="entr" presetSubtype="8" fill="hold" nodeType="afterEffect">
                                  <p:stCondLst>
                                    <p:cond delay="-9223372036854775808"/>
                                  </p:stCondLst>
                                  <p:childTnLst>
                                    <p:set>
                                      <p:cBhvr additive="base">
                                        <p:cTn id="10" dur="1" fill="hold">
                                          <p:stCondLst>
                                            <p:cond delay="0"/>
                                          </p:stCondLst>
                                        </p:cTn>
                                        <p:tgtEl>
                                          <p:spTgt spid="18438">
                                            <p:txEl>
                                              <p:charRg st="39" end="55"/>
                                            </p:txEl>
                                          </p:spTgt>
                                        </p:tgtEl>
                                        <p:attrNameLst>
                                          <p:attrName>style.visibility</p:attrName>
                                        </p:attrNameLst>
                                      </p:cBhvr>
                                      <p:to>
                                        <p:strVal val="visible"/>
                                      </p:to>
                                    </p:set>
                                    <p:animEffect transition="in" filter="wipe(left)">
                                      <p:cBhvr additive="base">
                                        <p:cTn id="11" dur="500"/>
                                        <p:tgtEl>
                                          <p:spTgt spid="18438">
                                            <p:txEl>
                                              <p:charRg st="39" end="55"/>
                                            </p:txEl>
                                          </p:spTgt>
                                        </p:tgtEl>
                                      </p:cBhvr>
                                    </p:animEffect>
                                  </p:childTnLst>
                                </p:cTn>
                              </p:par>
                            </p:childTnLst>
                          </p:cTn>
                        </p:par>
                        <p:par>
                          <p:cTn id="12" fill="hold">
                            <p:stCondLst>
                              <p:cond delay="1000"/>
                            </p:stCondLst>
                            <p:childTnLst>
                              <p:par>
                                <p:cTn id="13" presetID="22" presetClass="entr" presetSubtype="8" fill="hold" nodeType="afterEffect">
                                  <p:stCondLst>
                                    <p:cond delay="-9223372036854775808"/>
                                  </p:stCondLst>
                                  <p:childTnLst>
                                    <p:set>
                                      <p:cBhvr additive="base">
                                        <p:cTn id="14" dur="1" fill="hold">
                                          <p:stCondLst>
                                            <p:cond delay="0"/>
                                          </p:stCondLst>
                                        </p:cTn>
                                        <p:tgtEl>
                                          <p:spTgt spid="18438">
                                            <p:txEl>
                                              <p:charRg st="55" end="80"/>
                                            </p:txEl>
                                          </p:spTgt>
                                        </p:tgtEl>
                                        <p:attrNameLst>
                                          <p:attrName>style.visibility</p:attrName>
                                        </p:attrNameLst>
                                      </p:cBhvr>
                                      <p:to>
                                        <p:strVal val="visible"/>
                                      </p:to>
                                    </p:set>
                                    <p:animEffect transition="in" filter="wipe(left)">
                                      <p:cBhvr additive="base">
                                        <p:cTn id="15" dur="500"/>
                                        <p:tgtEl>
                                          <p:spTgt spid="18438">
                                            <p:txEl>
                                              <p:charRg st="55" end="80"/>
                                            </p:txEl>
                                          </p:spTgt>
                                        </p:tgtEl>
                                      </p:cBhvr>
                                    </p:animEffect>
                                  </p:childTnLst>
                                </p:cTn>
                              </p:par>
                            </p:childTnLst>
                          </p:cTn>
                        </p:par>
                        <p:par>
                          <p:cTn id="16" fill="hold">
                            <p:stCondLst>
                              <p:cond delay="1500"/>
                            </p:stCondLst>
                            <p:childTnLst>
                              <p:par>
                                <p:cTn id="17" presetID="22" presetClass="entr" presetSubtype="8" fill="hold" nodeType="afterEffect">
                                  <p:stCondLst>
                                    <p:cond delay="-9223372036854775808"/>
                                  </p:stCondLst>
                                  <p:childTnLst>
                                    <p:set>
                                      <p:cBhvr additive="base">
                                        <p:cTn id="18" dur="1" fill="hold">
                                          <p:stCondLst>
                                            <p:cond delay="0"/>
                                          </p:stCondLst>
                                        </p:cTn>
                                        <p:tgtEl>
                                          <p:spTgt spid="18438">
                                            <p:txEl>
                                              <p:charRg st="80" end="102"/>
                                            </p:txEl>
                                          </p:spTgt>
                                        </p:tgtEl>
                                        <p:attrNameLst>
                                          <p:attrName>style.visibility</p:attrName>
                                        </p:attrNameLst>
                                      </p:cBhvr>
                                      <p:to>
                                        <p:strVal val="visible"/>
                                      </p:to>
                                    </p:set>
                                    <p:animEffect transition="in" filter="wipe(left)">
                                      <p:cBhvr additive="base">
                                        <p:cTn id="19" dur="500"/>
                                        <p:tgtEl>
                                          <p:spTgt spid="18438">
                                            <p:txEl>
                                              <p:charRg st="80" end="102"/>
                                            </p:txEl>
                                          </p:spTgt>
                                        </p:tgtEl>
                                      </p:cBhvr>
                                    </p:animEffect>
                                  </p:childTnLst>
                                </p:cTn>
                              </p:par>
                            </p:childTnLst>
                          </p:cTn>
                        </p:par>
                        <p:par>
                          <p:cTn id="20" fill="hold">
                            <p:stCondLst>
                              <p:cond delay="2000"/>
                            </p:stCondLst>
                            <p:childTnLst>
                              <p:par>
                                <p:cTn id="21" presetID="22" presetClass="entr" presetSubtype="8" fill="hold" nodeType="afterEffect">
                                  <p:stCondLst>
                                    <p:cond delay="-9223372036854775808"/>
                                  </p:stCondLst>
                                  <p:childTnLst>
                                    <p:set>
                                      <p:cBhvr additive="base">
                                        <p:cTn id="22" dur="1" fill="hold">
                                          <p:stCondLst>
                                            <p:cond delay="0"/>
                                          </p:stCondLst>
                                        </p:cTn>
                                        <p:tgtEl>
                                          <p:spTgt spid="18438">
                                            <p:txEl>
                                              <p:charRg st="102" end="119"/>
                                            </p:txEl>
                                          </p:spTgt>
                                        </p:tgtEl>
                                        <p:attrNameLst>
                                          <p:attrName>style.visibility</p:attrName>
                                        </p:attrNameLst>
                                      </p:cBhvr>
                                      <p:to>
                                        <p:strVal val="visible"/>
                                      </p:to>
                                    </p:set>
                                    <p:animEffect transition="in" filter="wipe(left)">
                                      <p:cBhvr additive="base">
                                        <p:cTn id="23" dur="500"/>
                                        <p:tgtEl>
                                          <p:spTgt spid="18438">
                                            <p:txEl>
                                              <p:charRg st="102" end="119"/>
                                            </p:txEl>
                                          </p:spTgt>
                                        </p:tgtEl>
                                      </p:cBhvr>
                                    </p:animEffect>
                                  </p:childTnLst>
                                </p:cTn>
                              </p:par>
                            </p:childTnLst>
                          </p:cTn>
                        </p:par>
                      </p:childTnLst>
                    </p:cTn>
                  </p:par>
                  <p:par>
                    <p:cTn id="24" fill="hold">
                      <p:stCondLst>
                        <p:cond delay="indefinite"/>
                        <p:cond evt="onBegin" delay="0">
                          <p:tn val="23"/>
                        </p:cond>
                      </p:stCondLst>
                      <p:childTnLst>
                        <p:par>
                          <p:cTn id="25" fill="hold">
                            <p:stCondLst>
                              <p:cond delay="indefinite"/>
                            </p:stCondLst>
                          </p:cTn>
                        </p:par>
                        <p:par>
                          <p:cTn id="26" fill="hold">
                            <p:stCondLst>
                              <p:cond delay="0"/>
                            </p:stCondLst>
                            <p:childTnLst>
                              <p:par>
                                <p:cTn id="27" presetID="22" presetClass="entr" presetSubtype="8" fill="hold" nodeType="clickEffect">
                                  <p:stCondLst>
                                    <p:cond delay="-9223372036854775808"/>
                                  </p:stCondLst>
                                  <p:childTnLst>
                                    <p:set>
                                      <p:cBhvr additive="base">
                                        <p:cTn id="28" dur="1" fill="hold">
                                          <p:stCondLst>
                                            <p:cond delay="0"/>
                                          </p:stCondLst>
                                        </p:cTn>
                                        <p:tgtEl>
                                          <p:spTgt spid="18438">
                                            <p:txEl>
                                              <p:charRg st="17" end="32"/>
                                            </p:txEl>
                                          </p:spTgt>
                                        </p:tgtEl>
                                        <p:attrNameLst>
                                          <p:attrName>style.visibility</p:attrName>
                                        </p:attrNameLst>
                                      </p:cBhvr>
                                      <p:to>
                                        <p:strVal val="visible"/>
                                      </p:to>
                                    </p:set>
                                    <p:animEffect transition="in" filter="wipe(left)">
                                      <p:cBhvr additive="base">
                                        <p:cTn id="29" dur="500"/>
                                        <p:tgtEl>
                                          <p:spTgt spid="18438">
                                            <p:txEl>
                                              <p:charRg st="17" end="32"/>
                                            </p:txEl>
                                          </p:spTgt>
                                        </p:tgtEl>
                                      </p:cBhvr>
                                    </p:animEffect>
                                  </p:childTnLst>
                                </p:cTn>
                              </p:par>
                            </p:childTnLst>
                          </p:cTn>
                        </p:par>
                        <p:par>
                          <p:cTn id="30" fill="hold">
                            <p:stCondLst>
                              <p:cond delay="500"/>
                            </p:stCondLst>
                            <p:childTnLst>
                              <p:par>
                                <p:cTn id="31" presetID="22" presetClass="entr" presetSubtype="8" fill="hold" nodeType="afterEffect">
                                  <p:stCondLst>
                                    <p:cond delay="-9223372036854775808"/>
                                  </p:stCondLst>
                                  <p:childTnLst>
                                    <p:set>
                                      <p:cBhvr additive="base">
                                        <p:cTn id="32" dur="1" fill="hold">
                                          <p:stCondLst>
                                            <p:cond delay="0"/>
                                          </p:stCondLst>
                                        </p:cTn>
                                        <p:tgtEl>
                                          <p:spTgt spid="18438">
                                            <p:txEl>
                                              <p:charRg st="32" end="39"/>
                                            </p:txEl>
                                          </p:spTgt>
                                        </p:tgtEl>
                                        <p:attrNameLst>
                                          <p:attrName>style.visibility</p:attrName>
                                        </p:attrNameLst>
                                      </p:cBhvr>
                                      <p:to>
                                        <p:strVal val="visible"/>
                                      </p:to>
                                    </p:set>
                                    <p:animEffect transition="in" filter="wipe(left)">
                                      <p:cBhvr additive="base">
                                        <p:cTn id="33" dur="500"/>
                                        <p:tgtEl>
                                          <p:spTgt spid="18438">
                                            <p:txEl>
                                              <p:charRg st="32" end="3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19458"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C65CAE2A-867C-484D-A23C-0663C86F5E59}" type="datetime1">
              <a:rPr lang="zh-CN" altLang="en-US" sz="1500">
                <a:effectLst/>
              </a:rPr>
              <a:t>2020-01-26</a:t>
            </a:fld>
            <a:endParaRPr lang="en-US" altLang="zh-CN" sz="1500">
              <a:effectLst/>
            </a:endParaRPr>
          </a:p>
        </p:txBody>
      </p:sp>
      <p:sp>
        <p:nvSpPr>
          <p:cNvPr id="19459"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19460"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21365CB6-794F-4A41-9AB2-30C62495C329}" type="slidenum">
              <a:rPr lang="en-US" altLang="zh-CN" sz="1500">
                <a:effectLst/>
              </a:rPr>
              <a:t>14</a:t>
            </a:fld>
            <a:r>
              <a:rPr lang="en-US" altLang="zh-CN" sz="1500">
                <a:effectLst/>
              </a:rPr>
              <a:t> / 34</a:t>
            </a:r>
          </a:p>
        </p:txBody>
      </p:sp>
      <p:sp>
        <p:nvSpPr>
          <p:cNvPr id="19461" name="Rectangle 2"/>
          <p:cNvSpPr/>
          <p:nvPr>
            <p:ph type="title" idx="4294967295"/>
          </p:nvPr>
        </p:nvSpPr>
        <p:spPr>
          <a:xfrm>
            <a:off x="850900" y="333375"/>
            <a:ext cx="8743950" cy="1143000"/>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a:effectLst/>
              </a:rPr>
              <a:t>3.1  </a:t>
            </a:r>
            <a:r>
              <a:rPr lang="zh-CN" altLang="en-US">
                <a:effectLst/>
              </a:rPr>
              <a:t>决策树表示法</a:t>
            </a:r>
          </a:p>
        </p:txBody>
      </p:sp>
      <p:sp>
        <p:nvSpPr>
          <p:cNvPr id="19462" name="Rectangle 3"/>
          <p:cNvSpPr/>
          <p:nvPr>
            <p:ph type="body" idx="4294967295"/>
          </p:nvPr>
        </p:nvSpPr>
        <p:spPr>
          <a:xfrm>
            <a:off x="247650" y="1989138"/>
            <a:ext cx="5975350" cy="4176712"/>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lnSpc>
                <a:spcPct val="90000"/>
              </a:lnSpc>
            </a:pPr>
            <a:r>
              <a:rPr lang="zh-CN" altLang="en-US" sz="2900" b="1">
                <a:solidFill>
                  <a:schemeClr val="hlink"/>
                </a:solidFill>
                <a:effectLst/>
              </a:rPr>
              <a:t>决策树</a:t>
            </a:r>
          </a:p>
          <a:p>
            <a:pPr marL="796925" lvl="1" indent="-307975" eaLnBrk="1" hangingPunct="1">
              <a:lnSpc>
                <a:spcPct val="90000"/>
              </a:lnSpc>
            </a:pPr>
            <a:r>
              <a:rPr lang="zh-CN" altLang="en-US" sz="2500" b="1">
                <a:effectLst/>
              </a:rPr>
              <a:t>通过把样本从根节点排列到</a:t>
            </a:r>
            <a:r>
              <a:rPr lang="zh-CN" altLang="en-US" sz="2500" b="1">
                <a:solidFill>
                  <a:srgbClr val="0000FF"/>
                </a:solidFill>
                <a:effectLst/>
              </a:rPr>
              <a:t>某个叶子节点</a:t>
            </a:r>
            <a:r>
              <a:rPr lang="zh-CN" altLang="en-US" sz="2500" b="1">
                <a:effectLst/>
              </a:rPr>
              <a:t>来分类样本</a:t>
            </a:r>
          </a:p>
          <a:p>
            <a:pPr marL="796925" lvl="1" indent="-307975" eaLnBrk="1" hangingPunct="1">
              <a:lnSpc>
                <a:spcPct val="90000"/>
              </a:lnSpc>
            </a:pPr>
            <a:r>
              <a:rPr lang="zh-CN" altLang="en-US" sz="2500">
                <a:solidFill>
                  <a:srgbClr val="0000FF"/>
                </a:solidFill>
                <a:effectLst/>
              </a:rPr>
              <a:t>叶子节点</a:t>
            </a:r>
            <a:r>
              <a:rPr lang="zh-CN" altLang="en-US" sz="2500">
                <a:effectLst/>
              </a:rPr>
              <a:t>即为样本所属的分类</a:t>
            </a:r>
          </a:p>
          <a:p>
            <a:pPr marL="796925" lvl="1" indent="-307975" eaLnBrk="1" hangingPunct="1">
              <a:lnSpc>
                <a:spcPct val="90000"/>
              </a:lnSpc>
            </a:pPr>
            <a:r>
              <a:rPr lang="zh-CN" altLang="en-US" sz="2500" b="1">
                <a:effectLst/>
              </a:rPr>
              <a:t>树上每个节点说明了对样本的某个属性的测试</a:t>
            </a:r>
            <a:r>
              <a:rPr lang="en-US" altLang="zh-CN" sz="2500" b="1">
                <a:effectLst/>
              </a:rPr>
              <a:t>, </a:t>
            </a:r>
            <a:r>
              <a:rPr lang="zh-CN" altLang="en-US" sz="2500" b="1">
                <a:effectLst/>
              </a:rPr>
              <a:t>如：湿度</a:t>
            </a:r>
          </a:p>
          <a:p>
            <a:pPr marL="796925" lvl="1" indent="-307975" eaLnBrk="1" hangingPunct="1">
              <a:lnSpc>
                <a:spcPct val="90000"/>
              </a:lnSpc>
            </a:pPr>
            <a:r>
              <a:rPr lang="zh-CN" altLang="en-US" sz="2500" b="1">
                <a:effectLst/>
              </a:rPr>
              <a:t>节点的每个后继分支对应于该属性的一个可能值</a:t>
            </a:r>
            <a:r>
              <a:rPr lang="zh-CN" altLang="en-US" sz="2500">
                <a:effectLst/>
              </a:rPr>
              <a:t>，   </a:t>
            </a:r>
            <a:r>
              <a:rPr lang="en-US" altLang="zh-CN" sz="2500">
                <a:effectLst/>
              </a:rPr>
              <a:t>High</a:t>
            </a:r>
          </a:p>
          <a:p>
            <a:pPr marL="366712" lvl="0" indent="-366712" eaLnBrk="1" hangingPunct="1">
              <a:lnSpc>
                <a:spcPct val="90000"/>
              </a:lnSpc>
            </a:pPr>
            <a:r>
              <a:rPr lang="zh-CN" altLang="en-US" sz="2900" b="1">
                <a:effectLst/>
              </a:rPr>
              <a:t>决策树代表样本的属性值约束的合取的析取式</a:t>
            </a:r>
            <a:endParaRPr lang="zh-CN" altLang="en-US" sz="2900">
              <a:effectLst/>
            </a:endParaRPr>
          </a:p>
        </p:txBody>
      </p:sp>
      <p:grpSp>
        <p:nvGrpSpPr>
          <p:cNvPr id="19463" name="Group 4"/>
          <p:cNvGrpSpPr/>
          <p:nvPr/>
        </p:nvGrpSpPr>
        <p:grpSpPr>
          <a:xfrm>
            <a:off x="5808662" y="2419350"/>
            <a:ext cx="4478338" cy="3673475"/>
            <a:chOff x="3014" y="1920"/>
            <a:chExt cx="2089" cy="1565"/>
          </a:xfrm>
          <a:effectLst/>
        </p:grpSpPr>
        <p:sp>
          <p:nvSpPr>
            <p:cNvPr id="19464" name="Rectangle 5"/>
            <p:cNvSpPr/>
            <p:nvPr/>
          </p:nvSpPr>
          <p:spPr>
            <a:xfrm>
              <a:off x="3744" y="1920"/>
              <a:ext cx="672" cy="192"/>
            </a:xfrm>
            <a:prstGeom prst="rect">
              <a:avLst/>
            </a:prstGeom>
            <a:solidFill>
              <a:srgbClr val="FFFF00"/>
            </a:solidFill>
            <a:ln w="19050">
              <a:solidFill>
                <a:schemeClr val="hlink"/>
              </a:solidFill>
              <a:miter lim="800000"/>
            </a:ln>
            <a:effectLst/>
          </p:spPr>
          <p:txBody>
            <a:bodyPr wrap="none" anchor="ctr" anchorCtr="0">
              <a:no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cxnSp>
          <p:nvCxnSpPr>
            <p:cNvPr id="19465" name="Line 6"/>
            <p:cNvCxnSpPr/>
            <p:nvPr/>
          </p:nvCxnSpPr>
          <p:spPr>
            <a:xfrm flipH="1">
              <a:off x="4080" y="2112"/>
              <a:ext cx="0" cy="144"/>
            </a:xfrm>
            <a:prstGeom prst="line">
              <a:avLst/>
            </a:prstGeom>
            <a:noFill/>
            <a:ln w="19050">
              <a:solidFill>
                <a:schemeClr val="hlink"/>
              </a:solidFill>
              <a:miter lim="800000"/>
            </a:ln>
            <a:effectLst/>
          </p:spPr>
        </p:cxnSp>
        <p:cxnSp>
          <p:nvCxnSpPr>
            <p:cNvPr id="19466" name="Line 7"/>
            <p:cNvCxnSpPr/>
            <p:nvPr/>
          </p:nvCxnSpPr>
          <p:spPr>
            <a:xfrm flipH="1">
              <a:off x="3888" y="2112"/>
              <a:ext cx="144" cy="144"/>
            </a:xfrm>
            <a:prstGeom prst="line">
              <a:avLst/>
            </a:prstGeom>
            <a:noFill/>
            <a:ln w="19050">
              <a:solidFill>
                <a:schemeClr val="hlink"/>
              </a:solidFill>
              <a:miter lim="800000"/>
            </a:ln>
            <a:effectLst/>
          </p:spPr>
        </p:cxnSp>
        <p:cxnSp>
          <p:nvCxnSpPr>
            <p:cNvPr id="19467" name="Line 8"/>
            <p:cNvCxnSpPr/>
            <p:nvPr/>
          </p:nvCxnSpPr>
          <p:spPr>
            <a:xfrm>
              <a:off x="4176" y="2112"/>
              <a:ext cx="144" cy="144"/>
            </a:xfrm>
            <a:prstGeom prst="line">
              <a:avLst/>
            </a:prstGeom>
            <a:noFill/>
            <a:ln w="19050">
              <a:solidFill>
                <a:schemeClr val="hlink"/>
              </a:solidFill>
              <a:miter lim="800000"/>
            </a:ln>
            <a:effectLst/>
          </p:spPr>
        </p:cxnSp>
        <p:sp>
          <p:nvSpPr>
            <p:cNvPr id="19468" name="Text Box 9"/>
            <p:cNvSpPr/>
            <p:nvPr/>
          </p:nvSpPr>
          <p:spPr>
            <a:xfrm>
              <a:off x="3883" y="1920"/>
              <a:ext cx="85" cy="130"/>
            </a:xfrm>
            <a:prstGeom prst="rect">
              <a:avLst/>
            </a:prstGeom>
            <a:solidFill>
              <a:srgbClr val="FFFF00"/>
            </a:solidFill>
            <a:ln w="19050">
              <a:solidFill>
                <a:schemeClr val="hlink"/>
              </a:solid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zh-CN" sz="1400">
                <a:effectLst/>
                <a:latin typeface="Times New Roman" pitchFamily="18" charset="0"/>
              </a:endParaRPr>
            </a:p>
          </p:txBody>
        </p:sp>
        <p:sp>
          <p:nvSpPr>
            <p:cNvPr id="19469" name="Text Box 10"/>
            <p:cNvSpPr/>
            <p:nvPr/>
          </p:nvSpPr>
          <p:spPr>
            <a:xfrm>
              <a:off x="3888" y="1920"/>
              <a:ext cx="332" cy="117"/>
            </a:xfrm>
            <a:prstGeom prst="rect">
              <a:avLst/>
            </a:prstGeom>
            <a:solidFill>
              <a:srgbClr val="FFFF00"/>
            </a:solidFill>
            <a:ln w="19050">
              <a:solidFill>
                <a:schemeClr val="hlink"/>
              </a:solidFill>
              <a:miter lim="800000"/>
            </a:ln>
            <a:effectLst/>
          </p:spPr>
          <p:txBody>
            <a:bodyPr>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Outlook</a:t>
              </a:r>
            </a:p>
          </p:txBody>
        </p:sp>
        <p:sp>
          <p:nvSpPr>
            <p:cNvPr id="19470" name="Text Box 11"/>
            <p:cNvSpPr/>
            <p:nvPr/>
          </p:nvSpPr>
          <p:spPr>
            <a:xfrm>
              <a:off x="3552" y="2256"/>
              <a:ext cx="274" cy="117"/>
            </a:xfrm>
            <a:prstGeom prst="rect">
              <a:avLst/>
            </a:prstGeom>
            <a:solidFill>
              <a:srgbClr val="FFFF00"/>
            </a:solidFill>
            <a:ln w="19050">
              <a:solidFill>
                <a:schemeClr val="hlink"/>
              </a:solid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Sunny</a:t>
              </a:r>
            </a:p>
          </p:txBody>
        </p:sp>
        <p:sp>
          <p:nvSpPr>
            <p:cNvPr id="19471" name="Text Box 12"/>
            <p:cNvSpPr/>
            <p:nvPr/>
          </p:nvSpPr>
          <p:spPr>
            <a:xfrm>
              <a:off x="3840" y="2256"/>
              <a:ext cx="463" cy="117"/>
            </a:xfrm>
            <a:prstGeom prst="rect">
              <a:avLst/>
            </a:prstGeom>
            <a:solidFill>
              <a:srgbClr val="FFFF00"/>
            </a:solidFill>
            <a:ln w="19050">
              <a:solidFill>
                <a:schemeClr val="hlink"/>
              </a:solidFill>
              <a:miter lim="800000"/>
            </a:ln>
            <a:effectLst/>
          </p:spPr>
          <p:txBody>
            <a:bodyPr>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Overcast</a:t>
              </a:r>
            </a:p>
          </p:txBody>
        </p:sp>
        <p:sp>
          <p:nvSpPr>
            <p:cNvPr id="19472" name="Text Box 13"/>
            <p:cNvSpPr/>
            <p:nvPr/>
          </p:nvSpPr>
          <p:spPr>
            <a:xfrm>
              <a:off x="4320" y="2256"/>
              <a:ext cx="228" cy="117"/>
            </a:xfrm>
            <a:prstGeom prst="rect">
              <a:avLst/>
            </a:prstGeom>
            <a:solidFill>
              <a:srgbClr val="FFFF00"/>
            </a:solidFill>
            <a:ln w="19050">
              <a:solidFill>
                <a:schemeClr val="hlink"/>
              </a:solid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Rain</a:t>
              </a:r>
            </a:p>
          </p:txBody>
        </p:sp>
        <p:sp>
          <p:nvSpPr>
            <p:cNvPr id="19473" name="Rectangle 14"/>
            <p:cNvSpPr/>
            <p:nvPr/>
          </p:nvSpPr>
          <p:spPr>
            <a:xfrm>
              <a:off x="3120" y="2592"/>
              <a:ext cx="576" cy="192"/>
            </a:xfrm>
            <a:prstGeom prst="rect">
              <a:avLst/>
            </a:prstGeom>
            <a:solidFill>
              <a:srgbClr val="FFFF00"/>
            </a:solidFill>
            <a:ln w="19050">
              <a:solidFill>
                <a:schemeClr val="hlink"/>
              </a:solidFill>
              <a:miter lim="800000"/>
            </a:ln>
            <a:effectLst/>
          </p:spPr>
          <p:txBody>
            <a:bodyPr wrap="none" anchor="ctr" anchorCtr="0">
              <a:no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sp>
          <p:nvSpPr>
            <p:cNvPr id="19474" name="Text Box 15"/>
            <p:cNvSpPr/>
            <p:nvPr/>
          </p:nvSpPr>
          <p:spPr>
            <a:xfrm>
              <a:off x="3168" y="2592"/>
              <a:ext cx="363" cy="117"/>
            </a:xfrm>
            <a:prstGeom prst="rect">
              <a:avLst/>
            </a:prstGeom>
            <a:solidFill>
              <a:srgbClr val="FFFF00"/>
            </a:solidFill>
            <a:ln w="19050">
              <a:solidFill>
                <a:schemeClr val="hlink"/>
              </a:solid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Humidity</a:t>
              </a:r>
            </a:p>
          </p:txBody>
        </p:sp>
        <p:cxnSp>
          <p:nvCxnSpPr>
            <p:cNvPr id="19475" name="Line 16"/>
            <p:cNvCxnSpPr/>
            <p:nvPr/>
          </p:nvCxnSpPr>
          <p:spPr>
            <a:xfrm flipH="1">
              <a:off x="3504" y="2448"/>
              <a:ext cx="192" cy="144"/>
            </a:xfrm>
            <a:prstGeom prst="line">
              <a:avLst/>
            </a:prstGeom>
            <a:noFill/>
            <a:ln w="19050">
              <a:solidFill>
                <a:schemeClr val="hlink"/>
              </a:solidFill>
              <a:miter lim="800000"/>
            </a:ln>
            <a:effectLst/>
          </p:spPr>
        </p:cxnSp>
        <p:cxnSp>
          <p:nvCxnSpPr>
            <p:cNvPr id="19476" name="Line 17"/>
            <p:cNvCxnSpPr/>
            <p:nvPr/>
          </p:nvCxnSpPr>
          <p:spPr>
            <a:xfrm flipH="1">
              <a:off x="4080" y="2448"/>
              <a:ext cx="0" cy="144"/>
            </a:xfrm>
            <a:prstGeom prst="line">
              <a:avLst/>
            </a:prstGeom>
            <a:noFill/>
            <a:ln w="19050">
              <a:solidFill>
                <a:schemeClr val="hlink"/>
              </a:solidFill>
              <a:miter lim="800000"/>
            </a:ln>
            <a:effectLst/>
          </p:spPr>
        </p:cxnSp>
        <p:sp>
          <p:nvSpPr>
            <p:cNvPr id="19477" name="Text Box 18"/>
            <p:cNvSpPr/>
            <p:nvPr/>
          </p:nvSpPr>
          <p:spPr>
            <a:xfrm>
              <a:off x="3974" y="2567"/>
              <a:ext cx="346" cy="117"/>
            </a:xfrm>
            <a:prstGeom prst="rect">
              <a:avLst/>
            </a:prstGeom>
            <a:solidFill>
              <a:srgbClr val="FFFF00"/>
            </a:solidFill>
            <a:ln w="19050">
              <a:solidFill>
                <a:schemeClr val="hlink"/>
              </a:solidFill>
              <a:miter lim="800000"/>
            </a:ln>
            <a:effectLst/>
          </p:spPr>
          <p:txBody>
            <a:bodyPr>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Yes</a:t>
              </a:r>
            </a:p>
          </p:txBody>
        </p:sp>
        <p:sp>
          <p:nvSpPr>
            <p:cNvPr id="19478" name="Rectangle 19"/>
            <p:cNvSpPr/>
            <p:nvPr/>
          </p:nvSpPr>
          <p:spPr>
            <a:xfrm>
              <a:off x="4416" y="2592"/>
              <a:ext cx="528" cy="192"/>
            </a:xfrm>
            <a:prstGeom prst="rect">
              <a:avLst/>
            </a:prstGeom>
            <a:solidFill>
              <a:srgbClr val="FFFF00"/>
            </a:solidFill>
            <a:ln w="19050">
              <a:solidFill>
                <a:schemeClr val="hlink"/>
              </a:solidFill>
              <a:miter lim="800000"/>
            </a:ln>
            <a:effectLst/>
          </p:spPr>
          <p:txBody>
            <a:bodyPr wrap="none" anchor="ctr" anchorCtr="0">
              <a:no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sp>
          <p:nvSpPr>
            <p:cNvPr id="19479" name="Text Box 20"/>
            <p:cNvSpPr/>
            <p:nvPr/>
          </p:nvSpPr>
          <p:spPr>
            <a:xfrm>
              <a:off x="4550" y="2615"/>
              <a:ext cx="243" cy="117"/>
            </a:xfrm>
            <a:prstGeom prst="rect">
              <a:avLst/>
            </a:prstGeom>
            <a:solidFill>
              <a:srgbClr val="FFFF00"/>
            </a:solidFill>
            <a:ln w="19050">
              <a:solidFill>
                <a:schemeClr val="hlink"/>
              </a:solid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Wind</a:t>
              </a:r>
            </a:p>
          </p:txBody>
        </p:sp>
        <p:cxnSp>
          <p:nvCxnSpPr>
            <p:cNvPr id="19480" name="Line 21"/>
            <p:cNvCxnSpPr/>
            <p:nvPr/>
          </p:nvCxnSpPr>
          <p:spPr>
            <a:xfrm>
              <a:off x="4464" y="2400"/>
              <a:ext cx="192" cy="144"/>
            </a:xfrm>
            <a:prstGeom prst="line">
              <a:avLst/>
            </a:prstGeom>
            <a:noFill/>
            <a:ln w="19050">
              <a:solidFill>
                <a:schemeClr val="hlink"/>
              </a:solidFill>
              <a:miter lim="800000"/>
            </a:ln>
            <a:effectLst/>
          </p:spPr>
        </p:cxnSp>
        <p:cxnSp>
          <p:nvCxnSpPr>
            <p:cNvPr id="19481" name="Line 22"/>
            <p:cNvCxnSpPr/>
            <p:nvPr/>
          </p:nvCxnSpPr>
          <p:spPr>
            <a:xfrm flipH="1">
              <a:off x="3216" y="2784"/>
              <a:ext cx="144" cy="144"/>
            </a:xfrm>
            <a:prstGeom prst="line">
              <a:avLst/>
            </a:prstGeom>
            <a:noFill/>
            <a:ln w="19050">
              <a:solidFill>
                <a:schemeClr val="hlink"/>
              </a:solidFill>
              <a:miter lim="800000"/>
            </a:ln>
            <a:effectLst/>
          </p:spPr>
        </p:cxnSp>
        <p:cxnSp>
          <p:nvCxnSpPr>
            <p:cNvPr id="19482" name="Line 23"/>
            <p:cNvCxnSpPr/>
            <p:nvPr/>
          </p:nvCxnSpPr>
          <p:spPr>
            <a:xfrm>
              <a:off x="3408" y="2784"/>
              <a:ext cx="144" cy="144"/>
            </a:xfrm>
            <a:prstGeom prst="line">
              <a:avLst/>
            </a:prstGeom>
            <a:noFill/>
            <a:ln w="19050">
              <a:solidFill>
                <a:schemeClr val="hlink"/>
              </a:solidFill>
              <a:miter lim="800000"/>
            </a:ln>
            <a:effectLst/>
          </p:spPr>
        </p:cxnSp>
        <p:sp>
          <p:nvSpPr>
            <p:cNvPr id="19483" name="Text Box 24"/>
            <p:cNvSpPr/>
            <p:nvPr/>
          </p:nvSpPr>
          <p:spPr>
            <a:xfrm>
              <a:off x="3014" y="2951"/>
              <a:ext cx="236" cy="117"/>
            </a:xfrm>
            <a:prstGeom prst="rect">
              <a:avLst/>
            </a:prstGeom>
            <a:solidFill>
              <a:srgbClr val="FFFF00"/>
            </a:solidFill>
            <a:ln w="19050">
              <a:solidFill>
                <a:schemeClr val="hlink"/>
              </a:solid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High</a:t>
              </a:r>
            </a:p>
          </p:txBody>
        </p:sp>
        <p:sp>
          <p:nvSpPr>
            <p:cNvPr id="19484" name="Text Box 25"/>
            <p:cNvSpPr/>
            <p:nvPr/>
          </p:nvSpPr>
          <p:spPr>
            <a:xfrm>
              <a:off x="3408" y="2928"/>
              <a:ext cx="420" cy="117"/>
            </a:xfrm>
            <a:prstGeom prst="rect">
              <a:avLst/>
            </a:prstGeom>
            <a:solidFill>
              <a:srgbClr val="FFFF00"/>
            </a:solidFill>
            <a:ln w="19050">
              <a:solidFill>
                <a:schemeClr val="hlink"/>
              </a:solidFill>
              <a:miter lim="800000"/>
            </a:ln>
            <a:effectLst/>
          </p:spPr>
          <p:txBody>
            <a:bodyPr>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Normal</a:t>
              </a:r>
            </a:p>
          </p:txBody>
        </p:sp>
        <p:cxnSp>
          <p:nvCxnSpPr>
            <p:cNvPr id="19485" name="Line 26"/>
            <p:cNvCxnSpPr/>
            <p:nvPr/>
          </p:nvCxnSpPr>
          <p:spPr>
            <a:xfrm flipH="1">
              <a:off x="3168" y="3120"/>
              <a:ext cx="0" cy="192"/>
            </a:xfrm>
            <a:prstGeom prst="line">
              <a:avLst/>
            </a:prstGeom>
            <a:noFill/>
            <a:ln w="19050">
              <a:solidFill>
                <a:schemeClr val="hlink"/>
              </a:solidFill>
              <a:miter lim="800000"/>
            </a:ln>
            <a:effectLst/>
          </p:spPr>
        </p:cxnSp>
        <p:cxnSp>
          <p:nvCxnSpPr>
            <p:cNvPr id="19486" name="Line 27"/>
            <p:cNvCxnSpPr/>
            <p:nvPr/>
          </p:nvCxnSpPr>
          <p:spPr>
            <a:xfrm flipH="1">
              <a:off x="3648" y="3120"/>
              <a:ext cx="0" cy="192"/>
            </a:xfrm>
            <a:prstGeom prst="line">
              <a:avLst/>
            </a:prstGeom>
            <a:noFill/>
            <a:ln w="19050">
              <a:solidFill>
                <a:schemeClr val="hlink"/>
              </a:solidFill>
              <a:miter lim="800000"/>
            </a:ln>
            <a:effectLst/>
          </p:spPr>
        </p:cxnSp>
        <p:cxnSp>
          <p:nvCxnSpPr>
            <p:cNvPr id="19487" name="Line 28"/>
            <p:cNvCxnSpPr/>
            <p:nvPr/>
          </p:nvCxnSpPr>
          <p:spPr>
            <a:xfrm flipH="1">
              <a:off x="4512" y="2784"/>
              <a:ext cx="144" cy="144"/>
            </a:xfrm>
            <a:prstGeom prst="line">
              <a:avLst/>
            </a:prstGeom>
            <a:noFill/>
            <a:ln w="19050">
              <a:solidFill>
                <a:schemeClr val="hlink"/>
              </a:solidFill>
              <a:miter lim="800000"/>
            </a:ln>
            <a:effectLst/>
          </p:spPr>
        </p:cxnSp>
        <p:cxnSp>
          <p:nvCxnSpPr>
            <p:cNvPr id="19488" name="Line 29"/>
            <p:cNvCxnSpPr/>
            <p:nvPr/>
          </p:nvCxnSpPr>
          <p:spPr>
            <a:xfrm>
              <a:off x="4752" y="2784"/>
              <a:ext cx="144" cy="144"/>
            </a:xfrm>
            <a:prstGeom prst="line">
              <a:avLst/>
            </a:prstGeom>
            <a:noFill/>
            <a:ln w="19050">
              <a:solidFill>
                <a:schemeClr val="hlink"/>
              </a:solidFill>
              <a:miter lim="800000"/>
            </a:ln>
            <a:effectLst/>
          </p:spPr>
        </p:cxnSp>
        <p:sp>
          <p:nvSpPr>
            <p:cNvPr id="19489" name="Rectangle 30"/>
            <p:cNvSpPr/>
            <p:nvPr/>
          </p:nvSpPr>
          <p:spPr>
            <a:xfrm>
              <a:off x="3552" y="3360"/>
              <a:ext cx="188" cy="117"/>
            </a:xfrm>
            <a:prstGeom prst="rect">
              <a:avLst/>
            </a:prstGeom>
            <a:solidFill>
              <a:srgbClr val="FFFF00"/>
            </a:solidFill>
            <a:ln w="19050">
              <a:solidFill>
                <a:schemeClr val="hlink"/>
              </a:solid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Yes</a:t>
              </a:r>
            </a:p>
          </p:txBody>
        </p:sp>
        <p:sp>
          <p:nvSpPr>
            <p:cNvPr id="19490" name="Text Box 31"/>
            <p:cNvSpPr/>
            <p:nvPr/>
          </p:nvSpPr>
          <p:spPr>
            <a:xfrm>
              <a:off x="3072" y="3360"/>
              <a:ext cx="172" cy="117"/>
            </a:xfrm>
            <a:prstGeom prst="rect">
              <a:avLst/>
            </a:prstGeom>
            <a:solidFill>
              <a:srgbClr val="FFFF00"/>
            </a:solidFill>
            <a:ln w="19050">
              <a:solidFill>
                <a:schemeClr val="hlink"/>
              </a:solid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No</a:t>
              </a:r>
            </a:p>
          </p:txBody>
        </p:sp>
        <p:sp>
          <p:nvSpPr>
            <p:cNvPr id="19491" name="Text Box 32"/>
            <p:cNvSpPr/>
            <p:nvPr/>
          </p:nvSpPr>
          <p:spPr>
            <a:xfrm>
              <a:off x="4224" y="2928"/>
              <a:ext cx="442" cy="117"/>
            </a:xfrm>
            <a:prstGeom prst="rect">
              <a:avLst/>
            </a:prstGeom>
            <a:solidFill>
              <a:srgbClr val="FFFF00"/>
            </a:solidFill>
            <a:ln w="19050">
              <a:solidFill>
                <a:schemeClr val="hlink"/>
              </a:solidFill>
              <a:miter lim="800000"/>
            </a:ln>
            <a:effectLst/>
          </p:spPr>
          <p:txBody>
            <a:bodyPr>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Strong</a:t>
              </a:r>
            </a:p>
          </p:txBody>
        </p:sp>
        <p:sp>
          <p:nvSpPr>
            <p:cNvPr id="19492" name="Text Box 33"/>
            <p:cNvSpPr/>
            <p:nvPr/>
          </p:nvSpPr>
          <p:spPr>
            <a:xfrm>
              <a:off x="4800" y="2928"/>
              <a:ext cx="251" cy="117"/>
            </a:xfrm>
            <a:prstGeom prst="rect">
              <a:avLst/>
            </a:prstGeom>
            <a:solidFill>
              <a:srgbClr val="FFFF00"/>
            </a:solidFill>
            <a:ln w="19050">
              <a:solidFill>
                <a:schemeClr val="hlink"/>
              </a:solid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Weak</a:t>
              </a:r>
            </a:p>
          </p:txBody>
        </p:sp>
        <p:cxnSp>
          <p:nvCxnSpPr>
            <p:cNvPr id="19493" name="Line 34"/>
            <p:cNvCxnSpPr/>
            <p:nvPr/>
          </p:nvCxnSpPr>
          <p:spPr>
            <a:xfrm flipH="1">
              <a:off x="4416" y="3120"/>
              <a:ext cx="0" cy="192"/>
            </a:xfrm>
            <a:prstGeom prst="line">
              <a:avLst/>
            </a:prstGeom>
            <a:noFill/>
            <a:ln w="19050">
              <a:solidFill>
                <a:schemeClr val="hlink"/>
              </a:solidFill>
              <a:miter lim="800000"/>
            </a:ln>
            <a:effectLst/>
          </p:spPr>
        </p:cxnSp>
        <p:cxnSp>
          <p:nvCxnSpPr>
            <p:cNvPr id="19494" name="Line 35"/>
            <p:cNvCxnSpPr/>
            <p:nvPr/>
          </p:nvCxnSpPr>
          <p:spPr>
            <a:xfrm flipH="1">
              <a:off x="4992" y="3120"/>
              <a:ext cx="0" cy="192"/>
            </a:xfrm>
            <a:prstGeom prst="line">
              <a:avLst/>
            </a:prstGeom>
            <a:noFill/>
            <a:ln w="19050">
              <a:solidFill>
                <a:schemeClr val="hlink"/>
              </a:solidFill>
              <a:miter lim="800000"/>
            </a:ln>
            <a:effectLst/>
          </p:spPr>
        </p:cxnSp>
        <p:sp>
          <p:nvSpPr>
            <p:cNvPr id="19495" name="Rectangle 36"/>
            <p:cNvSpPr/>
            <p:nvPr/>
          </p:nvSpPr>
          <p:spPr>
            <a:xfrm>
              <a:off x="4848" y="3312"/>
              <a:ext cx="255" cy="117"/>
            </a:xfrm>
            <a:prstGeom prst="rect">
              <a:avLst/>
            </a:prstGeom>
            <a:solidFill>
              <a:srgbClr val="FFFF00"/>
            </a:solidFill>
            <a:ln w="19050">
              <a:solidFill>
                <a:schemeClr val="hlink"/>
              </a:solidFill>
              <a:miter lim="800000"/>
            </a:ln>
            <a:effectLst/>
          </p:spPr>
          <p:txBody>
            <a:bodyPr>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Yes</a:t>
              </a:r>
            </a:p>
          </p:txBody>
        </p:sp>
        <p:sp>
          <p:nvSpPr>
            <p:cNvPr id="19496" name="Text Box 37"/>
            <p:cNvSpPr/>
            <p:nvPr/>
          </p:nvSpPr>
          <p:spPr>
            <a:xfrm>
              <a:off x="4320" y="3312"/>
              <a:ext cx="172" cy="117"/>
            </a:xfrm>
            <a:prstGeom prst="rect">
              <a:avLst/>
            </a:prstGeom>
            <a:solidFill>
              <a:srgbClr val="FFFF00"/>
            </a:solidFill>
            <a:ln w="19050">
              <a:solidFill>
                <a:schemeClr val="hlink"/>
              </a:solid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No</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9223372036854775808"/>
                                  </p:stCondLst>
                                  <p:childTnLst>
                                    <p:set>
                                      <p:cBhvr additive="base">
                                        <p:cTn id="6" dur="1" fill="hold">
                                          <p:stCondLst>
                                            <p:cond delay="0"/>
                                          </p:stCondLst>
                                        </p:cTn>
                                        <p:tgtEl>
                                          <p:spTgt spid="19462">
                                            <p:txEl>
                                              <p:charRg st="4" end="28"/>
                                            </p:txEl>
                                          </p:spTgt>
                                        </p:tgtEl>
                                        <p:attrNameLst>
                                          <p:attrName>style.visibility</p:attrName>
                                        </p:attrNameLst>
                                      </p:cBhvr>
                                      <p:to>
                                        <p:strVal val="visible"/>
                                      </p:to>
                                    </p:set>
                                    <p:animEffect transition="in" filter="wipe(left)">
                                      <p:cBhvr additive="base">
                                        <p:cTn id="7" dur="500"/>
                                        <p:tgtEl>
                                          <p:spTgt spid="19462">
                                            <p:txEl>
                                              <p:charRg st="4" end="28"/>
                                            </p:txEl>
                                          </p:spTgt>
                                        </p:tgtEl>
                                      </p:cBhvr>
                                    </p:animEffect>
                                  </p:childTnLst>
                                </p:cTn>
                              </p:par>
                            </p:childTnLst>
                          </p:cTn>
                        </p:par>
                      </p:childTnLst>
                    </p:cTn>
                  </p:par>
                  <p:par>
                    <p:cTn id="8" fill="hold">
                      <p:stCondLst>
                        <p:cond delay="indefinite"/>
                        <p:cond evt="onBegin" delay="0">
                          <p:tn val="7"/>
                        </p:cond>
                      </p:stCondLst>
                      <p:childTnLst>
                        <p:par>
                          <p:cTn id="9" fill="hold">
                            <p:stCondLst>
                              <p:cond delay="indefinite"/>
                            </p:stCondLst>
                          </p:cTn>
                        </p:par>
                        <p:par>
                          <p:cTn id="10" fill="hold">
                            <p:stCondLst>
                              <p:cond delay="0"/>
                            </p:stCondLst>
                            <p:childTnLst>
                              <p:par>
                                <p:cTn id="11" presetID="22" presetClass="entr" presetSubtype="8" fill="hold" nodeType="clickEffect">
                                  <p:stCondLst>
                                    <p:cond delay="-9223372036854775808"/>
                                  </p:stCondLst>
                                  <p:childTnLst>
                                    <p:set>
                                      <p:cBhvr additive="base">
                                        <p:cTn id="12" dur="1" fill="hold">
                                          <p:stCondLst>
                                            <p:cond delay="0"/>
                                          </p:stCondLst>
                                        </p:cTn>
                                        <p:tgtEl>
                                          <p:spTgt spid="19462">
                                            <p:txEl>
                                              <p:charRg st="28" end="42"/>
                                            </p:txEl>
                                          </p:spTgt>
                                        </p:tgtEl>
                                        <p:attrNameLst>
                                          <p:attrName>style.visibility</p:attrName>
                                        </p:attrNameLst>
                                      </p:cBhvr>
                                      <p:to>
                                        <p:strVal val="visible"/>
                                      </p:to>
                                    </p:set>
                                    <p:animEffect transition="in" filter="wipe(left)">
                                      <p:cBhvr additive="base">
                                        <p:cTn id="13" dur="500"/>
                                        <p:tgtEl>
                                          <p:spTgt spid="19462">
                                            <p:txEl>
                                              <p:charRg st="28" end="42"/>
                                            </p:txEl>
                                          </p:spTgt>
                                        </p:tgtEl>
                                      </p:cBhvr>
                                    </p:animEffect>
                                  </p:childTnLst>
                                </p:cTn>
                              </p:par>
                            </p:childTnLst>
                          </p:cTn>
                        </p:par>
                      </p:childTnLst>
                    </p:cTn>
                  </p:par>
                  <p:par>
                    <p:cTn id="14" fill="hold">
                      <p:stCondLst>
                        <p:cond delay="indefinite"/>
                        <p:cond evt="onBegin" delay="0">
                          <p:tn val="13"/>
                        </p:cond>
                      </p:stCondLst>
                      <p:childTnLst>
                        <p:par>
                          <p:cTn id="15" fill="hold">
                            <p:stCondLst>
                              <p:cond delay="indefinite"/>
                            </p:stCondLst>
                          </p:cTn>
                        </p:par>
                        <p:par>
                          <p:cTn id="16" fill="hold">
                            <p:stCondLst>
                              <p:cond delay="0"/>
                            </p:stCondLst>
                            <p:childTnLst>
                              <p:par>
                                <p:cTn id="17" presetID="22" presetClass="entr" presetSubtype="8" fill="hold" nodeType="clickEffect">
                                  <p:stCondLst>
                                    <p:cond delay="-9223372036854775808"/>
                                  </p:stCondLst>
                                  <p:childTnLst>
                                    <p:set>
                                      <p:cBhvr additive="base">
                                        <p:cTn id="18" dur="1" fill="hold">
                                          <p:stCondLst>
                                            <p:cond delay="0"/>
                                          </p:stCondLst>
                                        </p:cTn>
                                        <p:tgtEl>
                                          <p:spTgt spid="19462">
                                            <p:txEl>
                                              <p:charRg st="42" end="69"/>
                                            </p:txEl>
                                          </p:spTgt>
                                        </p:tgtEl>
                                        <p:attrNameLst>
                                          <p:attrName>style.visibility</p:attrName>
                                        </p:attrNameLst>
                                      </p:cBhvr>
                                      <p:to>
                                        <p:strVal val="visible"/>
                                      </p:to>
                                    </p:set>
                                    <p:animEffect transition="in" filter="wipe(left)">
                                      <p:cBhvr additive="base">
                                        <p:cTn id="19" dur="500"/>
                                        <p:tgtEl>
                                          <p:spTgt spid="19462">
                                            <p:txEl>
                                              <p:charRg st="42" end="69"/>
                                            </p:txEl>
                                          </p:spTgt>
                                        </p:tgtEl>
                                      </p:cBhvr>
                                    </p:animEffect>
                                  </p:childTnLst>
                                </p:cTn>
                              </p:par>
                            </p:childTnLst>
                          </p:cTn>
                        </p:par>
                      </p:childTnLst>
                    </p:cTn>
                  </p:par>
                  <p:par>
                    <p:cTn id="20" fill="hold">
                      <p:stCondLst>
                        <p:cond delay="indefinite"/>
                        <p:cond evt="onBegin" delay="0">
                          <p:tn val="19"/>
                        </p:cond>
                      </p:stCondLst>
                      <p:childTnLst>
                        <p:par>
                          <p:cTn id="21" fill="hold">
                            <p:stCondLst>
                              <p:cond delay="indefinite"/>
                            </p:stCondLst>
                          </p:cTn>
                        </p:par>
                        <p:par>
                          <p:cTn id="22" fill="hold">
                            <p:stCondLst>
                              <p:cond delay="0"/>
                            </p:stCondLst>
                            <p:childTnLst>
                              <p:par>
                                <p:cTn id="23" presetID="22" presetClass="entr" presetSubtype="8" fill="hold" nodeType="clickEffect">
                                  <p:stCondLst>
                                    <p:cond delay="-9223372036854775808"/>
                                  </p:stCondLst>
                                  <p:childTnLst>
                                    <p:set>
                                      <p:cBhvr additive="base">
                                        <p:cTn id="24" dur="1" fill="hold">
                                          <p:stCondLst>
                                            <p:cond delay="0"/>
                                          </p:stCondLst>
                                        </p:cTn>
                                        <p:tgtEl>
                                          <p:spTgt spid="19462">
                                            <p:txEl>
                                              <p:charRg st="69" end="99"/>
                                            </p:txEl>
                                          </p:spTgt>
                                        </p:tgtEl>
                                        <p:attrNameLst>
                                          <p:attrName>style.visibility</p:attrName>
                                        </p:attrNameLst>
                                      </p:cBhvr>
                                      <p:to>
                                        <p:strVal val="visible"/>
                                      </p:to>
                                    </p:set>
                                    <p:animEffect transition="in" filter="wipe(left)">
                                      <p:cBhvr additive="base">
                                        <p:cTn id="25" dur="500"/>
                                        <p:tgtEl>
                                          <p:spTgt spid="19462">
                                            <p:txEl>
                                              <p:charRg st="69" end="9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20482" name="日期占位符 4"/>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F963DA47-0FE2-4AC7-82DE-5798E12BD32B}" type="datetime1">
              <a:rPr lang="zh-CN" altLang="en-US" sz="1500">
                <a:effectLst/>
              </a:rPr>
              <a:t>2020-01-26</a:t>
            </a:fld>
            <a:endParaRPr lang="en-US" altLang="zh-CN" sz="1500">
              <a:effectLst/>
            </a:endParaRPr>
          </a:p>
        </p:txBody>
      </p:sp>
      <p:sp>
        <p:nvSpPr>
          <p:cNvPr id="20483" name="页脚占位符 5"/>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20484" name="灯片编号占位符 6"/>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58D83A09-FCA9-45A2-BB08-47BCD92BD81D}" type="slidenum">
              <a:rPr lang="en-US" altLang="zh-CN" sz="1500">
                <a:effectLst/>
              </a:rPr>
              <a:t>15</a:t>
            </a:fld>
            <a:r>
              <a:rPr lang="en-US" altLang="zh-CN" sz="1500">
                <a:effectLst/>
              </a:rPr>
              <a:t> / 34</a:t>
            </a:r>
          </a:p>
        </p:txBody>
      </p:sp>
      <p:grpSp>
        <p:nvGrpSpPr>
          <p:cNvPr id="20485" name="Group 2"/>
          <p:cNvGrpSpPr/>
          <p:nvPr/>
        </p:nvGrpSpPr>
        <p:grpSpPr>
          <a:xfrm>
            <a:off x="5872162" y="3213100"/>
            <a:ext cx="4157662" cy="2830512"/>
            <a:chOff x="3014" y="1920"/>
            <a:chExt cx="2091" cy="1595"/>
          </a:xfrm>
          <a:effectLst/>
        </p:grpSpPr>
        <p:sp>
          <p:nvSpPr>
            <p:cNvPr id="20490" name="Rectangle 3"/>
            <p:cNvSpPr/>
            <p:nvPr/>
          </p:nvSpPr>
          <p:spPr>
            <a:xfrm>
              <a:off x="3744" y="1920"/>
              <a:ext cx="672" cy="192"/>
            </a:xfrm>
            <a:prstGeom prst="rect">
              <a:avLst/>
            </a:prstGeom>
            <a:noFill/>
            <a:ln>
              <a:solidFill>
                <a:schemeClr val="tx1"/>
              </a:solidFill>
              <a:miter lim="800000"/>
            </a:ln>
            <a:effectLst/>
          </p:spPr>
          <p:txBody>
            <a:bodyPr wrap="none" anchor="ctr" anchorCtr="0">
              <a:no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cxnSp>
          <p:nvCxnSpPr>
            <p:cNvPr id="20491" name="Line 4"/>
            <p:cNvCxnSpPr/>
            <p:nvPr/>
          </p:nvCxnSpPr>
          <p:spPr>
            <a:xfrm flipH="1">
              <a:off x="4080" y="2112"/>
              <a:ext cx="0" cy="144"/>
            </a:xfrm>
            <a:prstGeom prst="line">
              <a:avLst/>
            </a:prstGeom>
            <a:noFill/>
            <a:ln>
              <a:solidFill>
                <a:schemeClr val="tx1"/>
              </a:solidFill>
              <a:miter lim="800000"/>
            </a:ln>
            <a:effectLst/>
          </p:spPr>
        </p:cxnSp>
        <p:cxnSp>
          <p:nvCxnSpPr>
            <p:cNvPr id="20492" name="Line 5"/>
            <p:cNvCxnSpPr/>
            <p:nvPr/>
          </p:nvCxnSpPr>
          <p:spPr>
            <a:xfrm flipH="1">
              <a:off x="3888" y="2112"/>
              <a:ext cx="144" cy="144"/>
            </a:xfrm>
            <a:prstGeom prst="line">
              <a:avLst/>
            </a:prstGeom>
            <a:noFill/>
            <a:ln>
              <a:solidFill>
                <a:schemeClr val="tx1"/>
              </a:solidFill>
              <a:miter lim="800000"/>
            </a:ln>
            <a:effectLst/>
          </p:spPr>
        </p:cxnSp>
        <p:cxnSp>
          <p:nvCxnSpPr>
            <p:cNvPr id="20493" name="Line 6"/>
            <p:cNvCxnSpPr/>
            <p:nvPr/>
          </p:nvCxnSpPr>
          <p:spPr>
            <a:xfrm>
              <a:off x="4176" y="2112"/>
              <a:ext cx="144" cy="144"/>
            </a:xfrm>
            <a:prstGeom prst="line">
              <a:avLst/>
            </a:prstGeom>
            <a:noFill/>
            <a:ln>
              <a:solidFill>
                <a:schemeClr val="tx1"/>
              </a:solidFill>
              <a:miter lim="800000"/>
            </a:ln>
            <a:effectLst/>
          </p:spPr>
        </p:cxnSp>
        <p:sp>
          <p:nvSpPr>
            <p:cNvPr id="20494" name="Text Box 7"/>
            <p:cNvSpPr/>
            <p:nvPr/>
          </p:nvSpPr>
          <p:spPr>
            <a:xfrm>
              <a:off x="3882" y="1920"/>
              <a:ext cx="92" cy="172"/>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zh-CN" sz="1400">
                <a:effectLst/>
                <a:latin typeface="Times New Roman" pitchFamily="18" charset="0"/>
              </a:endParaRPr>
            </a:p>
          </p:txBody>
        </p:sp>
        <p:sp>
          <p:nvSpPr>
            <p:cNvPr id="20495" name="Text Box 8"/>
            <p:cNvSpPr/>
            <p:nvPr/>
          </p:nvSpPr>
          <p:spPr>
            <a:xfrm>
              <a:off x="3888" y="1920"/>
              <a:ext cx="348" cy="155"/>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Outlook</a:t>
              </a:r>
            </a:p>
          </p:txBody>
        </p:sp>
        <p:sp>
          <p:nvSpPr>
            <p:cNvPr id="20496" name="Text Box 9"/>
            <p:cNvSpPr/>
            <p:nvPr/>
          </p:nvSpPr>
          <p:spPr>
            <a:xfrm>
              <a:off x="3552" y="2256"/>
              <a:ext cx="296" cy="155"/>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Sunny</a:t>
              </a:r>
            </a:p>
          </p:txBody>
        </p:sp>
        <p:sp>
          <p:nvSpPr>
            <p:cNvPr id="20497" name="Text Box 10"/>
            <p:cNvSpPr/>
            <p:nvPr/>
          </p:nvSpPr>
          <p:spPr>
            <a:xfrm>
              <a:off x="3840" y="2256"/>
              <a:ext cx="463" cy="155"/>
            </a:xfrm>
            <a:prstGeom prst="rect">
              <a:avLst/>
            </a:prstGeom>
            <a:noFill/>
            <a:ln>
              <a:noFill/>
              <a:miter lim="800000"/>
            </a:ln>
            <a:effectLst/>
          </p:spPr>
          <p:txBody>
            <a:bodyPr>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Overcast</a:t>
              </a:r>
            </a:p>
          </p:txBody>
        </p:sp>
        <p:sp>
          <p:nvSpPr>
            <p:cNvPr id="20498" name="Text Box 11"/>
            <p:cNvSpPr/>
            <p:nvPr/>
          </p:nvSpPr>
          <p:spPr>
            <a:xfrm>
              <a:off x="4320" y="2256"/>
              <a:ext cx="246" cy="155"/>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Rain</a:t>
              </a:r>
            </a:p>
          </p:txBody>
        </p:sp>
        <p:sp>
          <p:nvSpPr>
            <p:cNvPr id="20499" name="Rectangle 12"/>
            <p:cNvSpPr/>
            <p:nvPr/>
          </p:nvSpPr>
          <p:spPr>
            <a:xfrm>
              <a:off x="3120" y="2592"/>
              <a:ext cx="576" cy="192"/>
            </a:xfrm>
            <a:prstGeom prst="rect">
              <a:avLst/>
            </a:prstGeom>
            <a:noFill/>
            <a:ln>
              <a:solidFill>
                <a:schemeClr val="tx1"/>
              </a:solidFill>
              <a:miter lim="800000"/>
            </a:ln>
            <a:effectLst/>
          </p:spPr>
          <p:txBody>
            <a:bodyPr wrap="none" anchor="ctr" anchorCtr="0">
              <a:no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sp>
          <p:nvSpPr>
            <p:cNvPr id="20500" name="Text Box 13"/>
            <p:cNvSpPr/>
            <p:nvPr/>
          </p:nvSpPr>
          <p:spPr>
            <a:xfrm>
              <a:off x="3168" y="2592"/>
              <a:ext cx="392" cy="155"/>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Humidity</a:t>
              </a:r>
            </a:p>
          </p:txBody>
        </p:sp>
        <p:cxnSp>
          <p:nvCxnSpPr>
            <p:cNvPr id="20501" name="Line 14"/>
            <p:cNvCxnSpPr/>
            <p:nvPr/>
          </p:nvCxnSpPr>
          <p:spPr>
            <a:xfrm flipH="1">
              <a:off x="3504" y="2448"/>
              <a:ext cx="192" cy="144"/>
            </a:xfrm>
            <a:prstGeom prst="line">
              <a:avLst/>
            </a:prstGeom>
            <a:noFill/>
            <a:ln>
              <a:solidFill>
                <a:schemeClr val="tx1"/>
              </a:solidFill>
              <a:miter lim="800000"/>
            </a:ln>
            <a:effectLst/>
          </p:spPr>
        </p:cxnSp>
        <p:cxnSp>
          <p:nvCxnSpPr>
            <p:cNvPr id="20502" name="Line 15"/>
            <p:cNvCxnSpPr/>
            <p:nvPr/>
          </p:nvCxnSpPr>
          <p:spPr>
            <a:xfrm flipH="1">
              <a:off x="4080" y="2448"/>
              <a:ext cx="0" cy="144"/>
            </a:xfrm>
            <a:prstGeom prst="line">
              <a:avLst/>
            </a:prstGeom>
            <a:noFill/>
            <a:ln>
              <a:solidFill>
                <a:schemeClr val="tx1"/>
              </a:solidFill>
              <a:miter lim="800000"/>
            </a:ln>
            <a:effectLst/>
          </p:spPr>
        </p:cxnSp>
        <p:sp>
          <p:nvSpPr>
            <p:cNvPr id="20503" name="Text Box 16"/>
            <p:cNvSpPr/>
            <p:nvPr/>
          </p:nvSpPr>
          <p:spPr>
            <a:xfrm>
              <a:off x="3974" y="2567"/>
              <a:ext cx="346" cy="155"/>
            </a:xfrm>
            <a:prstGeom prst="rect">
              <a:avLst/>
            </a:prstGeom>
            <a:noFill/>
            <a:ln>
              <a:noFill/>
              <a:miter lim="800000"/>
            </a:ln>
            <a:effectLst/>
          </p:spPr>
          <p:txBody>
            <a:bodyPr>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Yes</a:t>
              </a:r>
            </a:p>
          </p:txBody>
        </p:sp>
        <p:sp>
          <p:nvSpPr>
            <p:cNvPr id="20504" name="Rectangle 17"/>
            <p:cNvSpPr/>
            <p:nvPr/>
          </p:nvSpPr>
          <p:spPr>
            <a:xfrm>
              <a:off x="4416" y="2592"/>
              <a:ext cx="528" cy="192"/>
            </a:xfrm>
            <a:prstGeom prst="rect">
              <a:avLst/>
            </a:prstGeom>
            <a:noFill/>
            <a:ln>
              <a:solidFill>
                <a:schemeClr val="tx1"/>
              </a:solidFill>
              <a:miter lim="800000"/>
            </a:ln>
            <a:effectLst/>
          </p:spPr>
          <p:txBody>
            <a:bodyPr wrap="none" anchor="ctr" anchorCtr="0">
              <a:no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sp>
          <p:nvSpPr>
            <p:cNvPr id="20505" name="Text Box 18"/>
            <p:cNvSpPr/>
            <p:nvPr/>
          </p:nvSpPr>
          <p:spPr>
            <a:xfrm>
              <a:off x="4550" y="2615"/>
              <a:ext cx="262" cy="155"/>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Wind</a:t>
              </a:r>
            </a:p>
          </p:txBody>
        </p:sp>
        <p:cxnSp>
          <p:nvCxnSpPr>
            <p:cNvPr id="20506" name="Line 19"/>
            <p:cNvCxnSpPr/>
            <p:nvPr/>
          </p:nvCxnSpPr>
          <p:spPr>
            <a:xfrm>
              <a:off x="4464" y="2400"/>
              <a:ext cx="192" cy="144"/>
            </a:xfrm>
            <a:prstGeom prst="line">
              <a:avLst/>
            </a:prstGeom>
            <a:noFill/>
            <a:ln>
              <a:solidFill>
                <a:schemeClr val="tx1"/>
              </a:solidFill>
              <a:miter lim="800000"/>
            </a:ln>
            <a:effectLst/>
          </p:spPr>
        </p:cxnSp>
        <p:cxnSp>
          <p:nvCxnSpPr>
            <p:cNvPr id="20507" name="Line 20"/>
            <p:cNvCxnSpPr/>
            <p:nvPr/>
          </p:nvCxnSpPr>
          <p:spPr>
            <a:xfrm flipH="1">
              <a:off x="3216" y="2784"/>
              <a:ext cx="144" cy="144"/>
            </a:xfrm>
            <a:prstGeom prst="line">
              <a:avLst/>
            </a:prstGeom>
            <a:noFill/>
            <a:ln>
              <a:solidFill>
                <a:schemeClr val="tx1"/>
              </a:solidFill>
              <a:miter lim="800000"/>
            </a:ln>
            <a:effectLst/>
          </p:spPr>
        </p:cxnSp>
        <p:cxnSp>
          <p:nvCxnSpPr>
            <p:cNvPr id="20508" name="Line 21"/>
            <p:cNvCxnSpPr/>
            <p:nvPr/>
          </p:nvCxnSpPr>
          <p:spPr>
            <a:xfrm>
              <a:off x="3408" y="2784"/>
              <a:ext cx="144" cy="144"/>
            </a:xfrm>
            <a:prstGeom prst="line">
              <a:avLst/>
            </a:prstGeom>
            <a:noFill/>
            <a:ln>
              <a:solidFill>
                <a:schemeClr val="tx1"/>
              </a:solidFill>
              <a:miter lim="800000"/>
            </a:ln>
            <a:effectLst/>
          </p:spPr>
        </p:cxnSp>
        <p:sp>
          <p:nvSpPr>
            <p:cNvPr id="20509" name="Text Box 22"/>
            <p:cNvSpPr/>
            <p:nvPr/>
          </p:nvSpPr>
          <p:spPr>
            <a:xfrm>
              <a:off x="3014" y="2951"/>
              <a:ext cx="254" cy="155"/>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High</a:t>
              </a:r>
            </a:p>
          </p:txBody>
        </p:sp>
        <p:sp>
          <p:nvSpPr>
            <p:cNvPr id="20510" name="Text Box 23"/>
            <p:cNvSpPr/>
            <p:nvPr/>
          </p:nvSpPr>
          <p:spPr>
            <a:xfrm>
              <a:off x="3408" y="2928"/>
              <a:ext cx="420" cy="155"/>
            </a:xfrm>
            <a:prstGeom prst="rect">
              <a:avLst/>
            </a:prstGeom>
            <a:noFill/>
            <a:ln>
              <a:noFill/>
              <a:miter lim="800000"/>
            </a:ln>
            <a:effectLst/>
          </p:spPr>
          <p:txBody>
            <a:bodyPr>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Normal</a:t>
              </a:r>
            </a:p>
          </p:txBody>
        </p:sp>
        <p:cxnSp>
          <p:nvCxnSpPr>
            <p:cNvPr id="20511" name="Line 24"/>
            <p:cNvCxnSpPr/>
            <p:nvPr/>
          </p:nvCxnSpPr>
          <p:spPr>
            <a:xfrm flipH="1">
              <a:off x="3168" y="3120"/>
              <a:ext cx="0" cy="192"/>
            </a:xfrm>
            <a:prstGeom prst="line">
              <a:avLst/>
            </a:prstGeom>
            <a:noFill/>
            <a:ln>
              <a:solidFill>
                <a:schemeClr val="tx1"/>
              </a:solidFill>
              <a:miter lim="800000"/>
            </a:ln>
            <a:effectLst/>
          </p:spPr>
        </p:cxnSp>
        <p:cxnSp>
          <p:nvCxnSpPr>
            <p:cNvPr id="20512" name="Line 25"/>
            <p:cNvCxnSpPr/>
            <p:nvPr/>
          </p:nvCxnSpPr>
          <p:spPr>
            <a:xfrm flipH="1">
              <a:off x="3648" y="3120"/>
              <a:ext cx="0" cy="192"/>
            </a:xfrm>
            <a:prstGeom prst="line">
              <a:avLst/>
            </a:prstGeom>
            <a:noFill/>
            <a:ln>
              <a:solidFill>
                <a:schemeClr val="tx1"/>
              </a:solidFill>
              <a:miter lim="800000"/>
            </a:ln>
            <a:effectLst/>
          </p:spPr>
        </p:cxnSp>
        <p:cxnSp>
          <p:nvCxnSpPr>
            <p:cNvPr id="20513" name="Line 26"/>
            <p:cNvCxnSpPr/>
            <p:nvPr/>
          </p:nvCxnSpPr>
          <p:spPr>
            <a:xfrm flipH="1">
              <a:off x="4512" y="2784"/>
              <a:ext cx="144" cy="144"/>
            </a:xfrm>
            <a:prstGeom prst="line">
              <a:avLst/>
            </a:prstGeom>
            <a:noFill/>
            <a:ln>
              <a:solidFill>
                <a:schemeClr val="tx1"/>
              </a:solidFill>
              <a:miter lim="800000"/>
            </a:ln>
            <a:effectLst/>
          </p:spPr>
        </p:cxnSp>
        <p:cxnSp>
          <p:nvCxnSpPr>
            <p:cNvPr id="20514" name="Line 27"/>
            <p:cNvCxnSpPr/>
            <p:nvPr/>
          </p:nvCxnSpPr>
          <p:spPr>
            <a:xfrm>
              <a:off x="4752" y="2784"/>
              <a:ext cx="144" cy="144"/>
            </a:xfrm>
            <a:prstGeom prst="line">
              <a:avLst/>
            </a:prstGeom>
            <a:noFill/>
            <a:ln>
              <a:solidFill>
                <a:schemeClr val="tx1"/>
              </a:solidFill>
              <a:miter lim="800000"/>
            </a:ln>
            <a:effectLst/>
          </p:spPr>
        </p:cxnSp>
        <p:sp>
          <p:nvSpPr>
            <p:cNvPr id="20515" name="Rectangle 28"/>
            <p:cNvSpPr/>
            <p:nvPr/>
          </p:nvSpPr>
          <p:spPr>
            <a:xfrm>
              <a:off x="3552" y="3360"/>
              <a:ext cx="203" cy="155"/>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Yes</a:t>
              </a:r>
            </a:p>
          </p:txBody>
        </p:sp>
        <p:sp>
          <p:nvSpPr>
            <p:cNvPr id="20516" name="Text Box 29"/>
            <p:cNvSpPr/>
            <p:nvPr/>
          </p:nvSpPr>
          <p:spPr>
            <a:xfrm>
              <a:off x="3072" y="3360"/>
              <a:ext cx="186" cy="155"/>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No</a:t>
              </a:r>
            </a:p>
          </p:txBody>
        </p:sp>
        <p:sp>
          <p:nvSpPr>
            <p:cNvPr id="20517" name="Text Box 30"/>
            <p:cNvSpPr/>
            <p:nvPr/>
          </p:nvSpPr>
          <p:spPr>
            <a:xfrm>
              <a:off x="4224" y="2928"/>
              <a:ext cx="442" cy="155"/>
            </a:xfrm>
            <a:prstGeom prst="rect">
              <a:avLst/>
            </a:prstGeom>
            <a:noFill/>
            <a:ln>
              <a:noFill/>
              <a:miter lim="800000"/>
            </a:ln>
            <a:effectLst/>
          </p:spPr>
          <p:txBody>
            <a:bodyPr>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Strong</a:t>
              </a:r>
            </a:p>
          </p:txBody>
        </p:sp>
        <p:sp>
          <p:nvSpPr>
            <p:cNvPr id="20518" name="Text Box 31"/>
            <p:cNvSpPr/>
            <p:nvPr/>
          </p:nvSpPr>
          <p:spPr>
            <a:xfrm>
              <a:off x="4800" y="2928"/>
              <a:ext cx="271" cy="155"/>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Weak</a:t>
              </a:r>
            </a:p>
          </p:txBody>
        </p:sp>
        <p:cxnSp>
          <p:nvCxnSpPr>
            <p:cNvPr id="20519" name="Line 32"/>
            <p:cNvCxnSpPr/>
            <p:nvPr/>
          </p:nvCxnSpPr>
          <p:spPr>
            <a:xfrm flipH="1">
              <a:off x="4416" y="3120"/>
              <a:ext cx="0" cy="192"/>
            </a:xfrm>
            <a:prstGeom prst="line">
              <a:avLst/>
            </a:prstGeom>
            <a:noFill/>
            <a:ln>
              <a:solidFill>
                <a:schemeClr val="tx1"/>
              </a:solidFill>
              <a:miter lim="800000"/>
            </a:ln>
            <a:effectLst/>
          </p:spPr>
        </p:cxnSp>
        <p:cxnSp>
          <p:nvCxnSpPr>
            <p:cNvPr id="20520" name="Line 33"/>
            <p:cNvCxnSpPr/>
            <p:nvPr/>
          </p:nvCxnSpPr>
          <p:spPr>
            <a:xfrm flipH="1">
              <a:off x="4992" y="3120"/>
              <a:ext cx="0" cy="192"/>
            </a:xfrm>
            <a:prstGeom prst="line">
              <a:avLst/>
            </a:prstGeom>
            <a:noFill/>
            <a:ln>
              <a:solidFill>
                <a:schemeClr val="tx1"/>
              </a:solidFill>
              <a:miter lim="800000"/>
            </a:ln>
            <a:effectLst/>
          </p:spPr>
        </p:cxnSp>
        <p:sp>
          <p:nvSpPr>
            <p:cNvPr id="20521" name="Rectangle 34"/>
            <p:cNvSpPr/>
            <p:nvPr/>
          </p:nvSpPr>
          <p:spPr>
            <a:xfrm>
              <a:off x="4848" y="3313"/>
              <a:ext cx="255" cy="155"/>
            </a:xfrm>
            <a:prstGeom prst="rect">
              <a:avLst/>
            </a:prstGeom>
            <a:noFill/>
            <a:ln>
              <a:noFill/>
              <a:miter lim="800000"/>
            </a:ln>
            <a:effectLst/>
          </p:spPr>
          <p:txBody>
            <a:bodyPr>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Yes</a:t>
              </a:r>
            </a:p>
          </p:txBody>
        </p:sp>
        <p:sp>
          <p:nvSpPr>
            <p:cNvPr id="20522" name="Text Box 35"/>
            <p:cNvSpPr/>
            <p:nvPr/>
          </p:nvSpPr>
          <p:spPr>
            <a:xfrm>
              <a:off x="4320" y="3313"/>
              <a:ext cx="186" cy="155"/>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r>
                <a:rPr lang="en-US" altLang="zh-CN" sz="1200" b="1" i="1">
                  <a:effectLst/>
                  <a:latin typeface="Times New Roman" pitchFamily="18" charset="0"/>
                </a:rPr>
                <a:t>No</a:t>
              </a:r>
            </a:p>
          </p:txBody>
        </p:sp>
      </p:grpSp>
      <p:sp>
        <p:nvSpPr>
          <p:cNvPr id="20486" name="Rectangle 36"/>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zh-CN" altLang="en-US">
                <a:effectLst/>
              </a:rPr>
              <a:t>决策树例图的逻辑表达式</a:t>
            </a:r>
          </a:p>
        </p:txBody>
      </p:sp>
      <p:sp>
        <p:nvSpPr>
          <p:cNvPr id="20487" name="Rectangle 37"/>
          <p:cNvSpPr/>
          <p:nvPr>
            <p:ph type="body" sz="half" idx="4294967295"/>
          </p:nvPr>
        </p:nvSpPr>
        <p:spPr>
          <a:xfrm>
            <a:off x="365125" y="1981200"/>
            <a:ext cx="7858125" cy="2816225"/>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366712" lvl="0" indent="-366712" eaLnBrk="1" hangingPunct="1">
              <a:lnSpc>
                <a:spcPct val="80000"/>
              </a:lnSpc>
            </a:pPr>
            <a:r>
              <a:rPr lang="zh-CN" altLang="zh-CN" sz="2500">
                <a:effectLst/>
              </a:rPr>
              <a:t>决策树代表实例属性值约束的合取的析取式。</a:t>
            </a:r>
          </a:p>
          <a:p>
            <a:pPr marL="796925" lvl="1" indent="-307975" eaLnBrk="1" hangingPunct="1">
              <a:lnSpc>
                <a:spcPct val="80000"/>
              </a:lnSpc>
            </a:pPr>
            <a:r>
              <a:rPr lang="zh-CN" altLang="zh-CN" sz="2100" b="1">
                <a:effectLst/>
              </a:rPr>
              <a:t>从树根到树叶的每一条路径对应一组属性测试的合取</a:t>
            </a:r>
          </a:p>
          <a:p>
            <a:pPr marL="796925" lvl="1" indent="-307975" eaLnBrk="1" hangingPunct="1">
              <a:lnSpc>
                <a:spcPct val="80000"/>
              </a:lnSpc>
            </a:pPr>
            <a:r>
              <a:rPr lang="zh-CN" altLang="zh-CN" sz="2100" b="1">
                <a:effectLst/>
              </a:rPr>
              <a:t>树本身对应这些合取的析取。</a:t>
            </a:r>
            <a:endParaRPr lang="zh-CN" altLang="en-US" sz="2100" b="1">
              <a:effectLst/>
            </a:endParaRPr>
          </a:p>
          <a:p>
            <a:pPr marL="366712" lvl="0" indent="-366712" eaLnBrk="1" hangingPunct="1">
              <a:lnSpc>
                <a:spcPct val="80000"/>
              </a:lnSpc>
            </a:pPr>
            <a:r>
              <a:rPr lang="zh-CN" altLang="en-US" sz="2500">
                <a:effectLst/>
              </a:rPr>
              <a:t> </a:t>
            </a:r>
            <a:r>
              <a:rPr lang="en-US" altLang="zh-CN" sz="2500" b="1">
                <a:solidFill>
                  <a:srgbClr val="FF0000"/>
                </a:solidFill>
                <a:effectLst/>
              </a:rPr>
              <a:t>(Outlook=Sunny ∧</a:t>
            </a:r>
            <a:r>
              <a:rPr lang="en-US" altLang="zh-CN" sz="2500" b="1">
                <a:solidFill>
                  <a:schemeClr val="folHlink"/>
                </a:solidFill>
                <a:effectLst/>
              </a:rPr>
              <a:t>Humidity=High</a:t>
            </a:r>
            <a:r>
              <a:rPr lang="en-US" altLang="zh-CN" sz="2500" b="1">
                <a:solidFill>
                  <a:srgbClr val="FF0000"/>
                </a:solidFill>
                <a:effectLst/>
              </a:rPr>
              <a:t>)</a:t>
            </a:r>
            <a:br>
              <a:rPr lang="en-US" altLang="zh-CN" sz="2500" b="1">
                <a:solidFill>
                  <a:srgbClr val="FF0000"/>
                </a:solidFill>
                <a:effectLst/>
              </a:rPr>
            </a:br>
            <a:r>
              <a:rPr lang="en-US" altLang="zh-CN" sz="2500">
                <a:effectLst/>
              </a:rPr>
              <a:t> ∨</a:t>
            </a:r>
            <a:r>
              <a:rPr lang="en-US" altLang="zh-CN" sz="2500" b="1">
                <a:solidFill>
                  <a:srgbClr val="0000FF"/>
                </a:solidFill>
                <a:effectLst/>
              </a:rPr>
              <a:t>(</a:t>
            </a:r>
            <a:r>
              <a:rPr lang="en-US" altLang="zh-CN" sz="2500" b="1">
                <a:solidFill>
                  <a:schemeClr val="hlink"/>
                </a:solidFill>
                <a:effectLst/>
              </a:rPr>
              <a:t>Outlook=Sunny</a:t>
            </a:r>
            <a:r>
              <a:rPr lang="en-US" altLang="zh-CN" sz="2500" b="1">
                <a:solidFill>
                  <a:srgbClr val="0000FF"/>
                </a:solidFill>
                <a:effectLst/>
              </a:rPr>
              <a:t> ∧Humidity=Normal)</a:t>
            </a:r>
            <a:br>
              <a:rPr lang="en-US" altLang="zh-CN" sz="2500">
                <a:effectLst/>
              </a:rPr>
            </a:br>
            <a:r>
              <a:rPr lang="en-US" altLang="zh-CN" sz="2500">
                <a:effectLst/>
              </a:rPr>
              <a:t>∨(</a:t>
            </a:r>
            <a:r>
              <a:rPr lang="en-US" altLang="zh-CN" sz="2500" b="1">
                <a:solidFill>
                  <a:srgbClr val="006600"/>
                </a:solidFill>
                <a:effectLst/>
              </a:rPr>
              <a:t>Outlook=Overcast</a:t>
            </a:r>
            <a:r>
              <a:rPr lang="en-US" altLang="zh-CN" sz="2500">
                <a:effectLst/>
              </a:rPr>
              <a:t>)</a:t>
            </a:r>
            <a:br>
              <a:rPr lang="en-US" altLang="zh-CN" sz="2500">
                <a:effectLst/>
              </a:rPr>
            </a:br>
            <a:r>
              <a:rPr lang="en-US" altLang="zh-CN" sz="2500">
                <a:effectLst/>
              </a:rPr>
              <a:t> ∨</a:t>
            </a:r>
            <a:r>
              <a:rPr lang="en-US" altLang="zh-CN" sz="2500" b="1">
                <a:solidFill>
                  <a:srgbClr val="0000FF"/>
                </a:solidFill>
                <a:effectLst/>
              </a:rPr>
              <a:t>(Outlook=Rain ∧</a:t>
            </a:r>
            <a:r>
              <a:rPr lang="en-US" altLang="zh-CN" sz="2500" b="1">
                <a:solidFill>
                  <a:schemeClr val="tx1"/>
                </a:solidFill>
                <a:effectLst/>
              </a:rPr>
              <a:t>Wind=Weak</a:t>
            </a:r>
            <a:r>
              <a:rPr lang="en-US" altLang="zh-CN" sz="2500" b="1">
                <a:solidFill>
                  <a:srgbClr val="0000FF"/>
                </a:solidFill>
                <a:effectLst/>
              </a:rPr>
              <a:t>)</a:t>
            </a:r>
            <a:br>
              <a:rPr lang="en-US" altLang="zh-CN" sz="2500" b="1">
                <a:solidFill>
                  <a:srgbClr val="0000FF"/>
                </a:solidFill>
                <a:effectLst/>
              </a:rPr>
            </a:br>
            <a:r>
              <a:rPr lang="en-US" altLang="zh-CN" sz="2500">
                <a:effectLst/>
              </a:rPr>
              <a:t> ∨</a:t>
            </a:r>
            <a:r>
              <a:rPr lang="en-US" altLang="zh-CN" sz="2500" b="1">
                <a:effectLst/>
              </a:rPr>
              <a:t>(</a:t>
            </a:r>
            <a:r>
              <a:rPr lang="en-US" altLang="zh-CN" sz="2500" b="1">
                <a:solidFill>
                  <a:schemeClr val="folHlink"/>
                </a:solidFill>
                <a:effectLst/>
              </a:rPr>
              <a:t>Outlook=Rain</a:t>
            </a:r>
            <a:r>
              <a:rPr lang="en-US" altLang="zh-CN" sz="2500" b="1">
                <a:effectLst/>
              </a:rPr>
              <a:t> ∧</a:t>
            </a:r>
            <a:r>
              <a:rPr lang="en-US" altLang="zh-CN" sz="2500" b="1">
                <a:solidFill>
                  <a:schemeClr val="tx1"/>
                </a:solidFill>
                <a:effectLst/>
              </a:rPr>
              <a:t>Wind=Strong</a:t>
            </a:r>
            <a:r>
              <a:rPr lang="en-US" altLang="zh-CN" sz="2500" b="1">
                <a:effectLst/>
              </a:rPr>
              <a:t>)</a:t>
            </a:r>
          </a:p>
        </p:txBody>
      </p:sp>
      <p:sp>
        <p:nvSpPr>
          <p:cNvPr id="20488" name="Freeform 38"/>
          <p:cNvSpPr/>
          <p:nvPr/>
        </p:nvSpPr>
        <p:spPr>
          <a:xfrm>
            <a:off x="6176962" y="3598862"/>
            <a:ext cx="1741488" cy="2178050"/>
          </a:xfrm>
          <a:custGeom>
            <a:cxnLst>
              <a:cxn ang="0">
                <a:pos x="1741487" y="0"/>
              </a:cxn>
              <a:cxn ang="0">
                <a:pos x="1546798" y="73025"/>
              </a:cxn>
              <a:cxn ang="0">
                <a:pos x="1480710" y="247650"/>
              </a:cxn>
              <a:cxn ang="0">
                <a:pos x="1366397" y="349250"/>
              </a:cxn>
              <a:cxn ang="0">
                <a:pos x="1268160" y="465138"/>
              </a:cxn>
              <a:cxn ang="0">
                <a:pos x="1089546" y="493713"/>
              </a:cxn>
              <a:cxn ang="0">
                <a:pos x="909146" y="581025"/>
              </a:cxn>
              <a:cxn ang="0">
                <a:pos x="778757" y="682625"/>
              </a:cxn>
              <a:cxn ang="0">
                <a:pos x="632294" y="798513"/>
              </a:cxn>
              <a:cxn ang="0">
                <a:pos x="566207" y="871538"/>
              </a:cxn>
              <a:cxn ang="0">
                <a:pos x="435818" y="944563"/>
              </a:cxn>
              <a:cxn ang="0">
                <a:pos x="255418" y="1046163"/>
              </a:cxn>
              <a:cxn ang="0">
                <a:pos x="108955" y="1176338"/>
              </a:cxn>
              <a:cxn ang="0">
                <a:pos x="42867" y="1263650"/>
              </a:cxn>
              <a:cxn ang="0">
                <a:pos x="42867" y="1509713"/>
              </a:cxn>
              <a:cxn ang="0">
                <a:pos x="42867" y="2178050"/>
              </a:cxn>
            </a:cxnLst>
            <a:pathLst>
              <a:path w="975" h="1372">
                <a:moveTo>
                  <a:pt x="975" y="0"/>
                </a:moveTo>
                <a:cubicBezTo>
                  <a:pt x="937" y="14"/>
                  <a:pt x="904" y="33"/>
                  <a:pt x="866" y="46"/>
                </a:cubicBezTo>
                <a:cubicBezTo>
                  <a:pt x="829" y="81"/>
                  <a:pt x="844" y="105"/>
                  <a:pt x="829" y="156"/>
                </a:cubicBezTo>
                <a:cubicBezTo>
                  <a:pt x="821" y="185"/>
                  <a:pt x="788" y="205"/>
                  <a:pt x="765" y="220"/>
                </a:cubicBezTo>
                <a:cubicBezTo>
                  <a:pt x="752" y="240"/>
                  <a:pt x="728" y="278"/>
                  <a:pt x="710" y="293"/>
                </a:cubicBezTo>
                <a:cubicBezTo>
                  <a:pt x="684" y="314"/>
                  <a:pt x="644" y="307"/>
                  <a:pt x="610" y="311"/>
                </a:cubicBezTo>
                <a:cubicBezTo>
                  <a:pt x="570" y="324"/>
                  <a:pt x="547" y="353"/>
                  <a:pt x="509" y="366"/>
                </a:cubicBezTo>
                <a:cubicBezTo>
                  <a:pt x="455" y="420"/>
                  <a:pt x="481" y="400"/>
                  <a:pt x="436" y="430"/>
                </a:cubicBezTo>
                <a:cubicBezTo>
                  <a:pt x="417" y="488"/>
                  <a:pt x="395" y="470"/>
                  <a:pt x="354" y="503"/>
                </a:cubicBezTo>
                <a:cubicBezTo>
                  <a:pt x="305" y="542"/>
                  <a:pt x="366" y="500"/>
                  <a:pt x="317" y="549"/>
                </a:cubicBezTo>
                <a:cubicBezTo>
                  <a:pt x="295" y="571"/>
                  <a:pt x="270" y="581"/>
                  <a:pt x="244" y="595"/>
                </a:cubicBezTo>
                <a:cubicBezTo>
                  <a:pt x="207" y="615"/>
                  <a:pt x="182" y="647"/>
                  <a:pt x="143" y="659"/>
                </a:cubicBezTo>
                <a:cubicBezTo>
                  <a:pt x="116" y="686"/>
                  <a:pt x="88" y="714"/>
                  <a:pt x="61" y="741"/>
                </a:cubicBezTo>
                <a:cubicBezTo>
                  <a:pt x="45" y="757"/>
                  <a:pt x="24" y="796"/>
                  <a:pt x="24" y="796"/>
                </a:cubicBezTo>
                <a:cubicBezTo>
                  <a:pt x="0" y="868"/>
                  <a:pt x="21" y="792"/>
                  <a:pt x="24" y="951"/>
                </a:cubicBezTo>
                <a:cubicBezTo>
                  <a:pt x="26" y="1091"/>
                  <a:pt x="24" y="1232"/>
                  <a:pt x="24" y="1372"/>
                </a:cubicBezTo>
              </a:path>
            </a:pathLst>
          </a:custGeom>
          <a:noFill/>
          <a:ln w="38100">
            <a:solidFill>
              <a:srgbClr val="FF0000"/>
            </a:solidFill>
            <a:round/>
            <a:tailEnd type="stealth" w="lg" len="lg"/>
          </a:ln>
          <a:effectLst/>
        </p:spPr>
        <p:txBody>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p:txBody>
      </p:sp>
      <p:sp>
        <p:nvSpPr>
          <p:cNvPr id="20489" name="Text Box 39"/>
          <p:cNvSpPr/>
          <p:nvPr/>
        </p:nvSpPr>
        <p:spPr>
          <a:xfrm>
            <a:off x="687388" y="4797425"/>
            <a:ext cx="4784742" cy="1189909"/>
          </a:xfrm>
          <a:prstGeom prst="rect">
            <a:avLst/>
          </a:prstGeom>
          <a:noFill/>
          <a:ln>
            <a:noFill/>
            <a:miter lim="800000"/>
          </a:ln>
          <a:effectLst/>
        </p:spPr>
        <p:txBody>
          <a:bodyPr>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spcBef>
                <a:spcPct val="50000"/>
              </a:spcBef>
            </a:pPr>
            <a:r>
              <a:rPr kumimoji="1" lang="zh-CN" altLang="en-US" sz="2400" b="1">
                <a:effectLst/>
                <a:latin typeface="Times New Roman" pitchFamily="18" charset="0"/>
              </a:rPr>
              <a:t>注意</a:t>
            </a:r>
            <a:r>
              <a:rPr kumimoji="1" lang="zh-CN" altLang="en-US" sz="2400">
                <a:effectLst/>
                <a:latin typeface="Times New Roman" pitchFamily="18" charset="0"/>
              </a:rPr>
              <a:t>：右面的决策树中没有</a:t>
            </a:r>
            <a:r>
              <a:rPr kumimoji="1" lang="en-US" altLang="zh-CN" sz="2400">
                <a:effectLst/>
                <a:latin typeface="Times New Roman" pitchFamily="18" charset="0"/>
              </a:rPr>
              <a:t>Temperature </a:t>
            </a:r>
            <a:r>
              <a:rPr kumimoji="1" lang="zh-CN" altLang="en-US" sz="2400">
                <a:effectLst/>
                <a:latin typeface="Times New Roman" pitchFamily="18" charset="0"/>
              </a:rPr>
              <a:t>（温度）属性；而</a:t>
            </a:r>
            <a:r>
              <a:rPr kumimoji="1" lang="en-US" altLang="zh-CN" sz="2400">
                <a:effectLst/>
                <a:latin typeface="Times New Roman" pitchFamily="18" charset="0"/>
              </a:rPr>
              <a:t>Outlook</a:t>
            </a:r>
            <a:r>
              <a:rPr kumimoji="1" lang="zh-CN" altLang="en-US" sz="2400">
                <a:effectLst/>
                <a:latin typeface="Times New Roman" pitchFamily="18" charset="0"/>
              </a:rPr>
              <a:t>的属性值有三个。</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9223372036854775808"/>
                                  </p:stCondLst>
                                  <p:childTnLst>
                                    <p:set>
                                      <p:cBhvr additive="base">
                                        <p:cTn id="6" dur="1" fill="hold">
                                          <p:stCondLst>
                                            <p:cond delay="0"/>
                                          </p:stCondLst>
                                        </p:cTn>
                                        <p:tgtEl>
                                          <p:spTgt spid="20487">
                                            <p:txEl>
                                              <p:charRg st="59" end="204"/>
                                            </p:txEl>
                                          </p:spTgt>
                                        </p:tgtEl>
                                        <p:attrNameLst>
                                          <p:attrName>style.visibility</p:attrName>
                                        </p:attrNameLst>
                                      </p:cBhvr>
                                      <p:to>
                                        <p:strVal val="visible"/>
                                      </p:to>
                                    </p:set>
                                    <p:animEffect transition="in" filter="wipe(up)">
                                      <p:cBhvr additive="base">
                                        <p:cTn id="7" dur="500"/>
                                        <p:tgtEl>
                                          <p:spTgt spid="20487">
                                            <p:txEl>
                                              <p:charRg st="59" end="204"/>
                                            </p:txEl>
                                          </p:spTgt>
                                        </p:tgtEl>
                                      </p:cBhvr>
                                    </p:animEffect>
                                  </p:childTnLst>
                                </p:cTn>
                              </p:par>
                            </p:childTnLst>
                          </p:cTn>
                        </p:par>
                        <p:par>
                          <p:cTn id="8" fill="hold">
                            <p:stCondLst>
                              <p:cond delay="500"/>
                            </p:stCondLst>
                            <p:childTnLst>
                              <p:par>
                                <p:cTn id="9" presetID="22" presetClass="entr" presetSubtype="1" fill="hold" nodeType="afterEffect">
                                  <p:stCondLst>
                                    <p:cond delay="-9223372036854775808"/>
                                  </p:stCondLst>
                                  <p:childTnLst>
                                    <p:set>
                                      <p:cBhvr additive="base">
                                        <p:cTn id="10" dur="1" fill="hold">
                                          <p:stCondLst>
                                            <p:cond delay="0"/>
                                          </p:stCondLst>
                                        </p:cTn>
                                        <p:tgtEl>
                                          <p:spTgt spid="20488"/>
                                        </p:tgtEl>
                                        <p:attrNameLst>
                                          <p:attrName>style.visibility</p:attrName>
                                        </p:attrNameLst>
                                      </p:cBhvr>
                                      <p:to>
                                        <p:strVal val="visible"/>
                                      </p:to>
                                    </p:set>
                                    <p:animEffect transition="in" filter="wipe(up)">
                                      <p:cBhvr additive="base">
                                        <p:cTn id="11" dur="2000"/>
                                        <p:tgtEl>
                                          <p:spTgt spid="20488"/>
                                        </p:tgtEl>
                                      </p:cBhvr>
                                    </p:animEffect>
                                  </p:childTnLst>
                                </p:cTn>
                              </p:par>
                            </p:childTnLst>
                          </p:cTn>
                        </p:par>
                      </p:childTnLst>
                    </p:cTn>
                  </p:par>
                  <p:par>
                    <p:cTn id="12" fill="hold">
                      <p:stCondLst>
                        <p:cond delay="indefinite"/>
                      </p:stCondLst>
                      <p:childTnLst>
                        <p:par>
                          <p:cTn id="13" fill="hold">
                            <p:stCondLst>
                              <p:cond delay="indefinite"/>
                            </p:stCondLst>
                          </p:cTn>
                        </p:par>
                        <p:par>
                          <p:cTn id="14" fill="hold">
                            <p:stCondLst>
                              <p:cond delay="0"/>
                            </p:stCondLst>
                            <p:childTnLst>
                              <p:par>
                                <p:cTn id="15" presetID="4" presetClass="entr" presetSubtype="16" fill="hold" grpId="1" nodeType="clickEffect">
                                  <p:stCondLst>
                                    <p:cond delay="-9223372036854775808"/>
                                  </p:stCondLst>
                                  <p:childTnLst>
                                    <p:set>
                                      <p:cBhvr additive="base">
                                        <p:cTn id="16" dur="1" fill="hold">
                                          <p:stCondLst>
                                            <p:cond delay="0"/>
                                          </p:stCondLst>
                                        </p:cTn>
                                        <p:tgtEl>
                                          <p:spTgt spid="20489"/>
                                        </p:tgtEl>
                                        <p:attrNameLst>
                                          <p:attrName>style.visibility</p:attrName>
                                        </p:attrNameLst>
                                      </p:cBhvr>
                                      <p:to>
                                        <p:strVal val="visible"/>
                                      </p:to>
                                    </p:set>
                                    <p:animEffect transition="in" filter="box(in)">
                                      <p:cBhvr additive="base">
                                        <p:cTn id="17" dur="500"/>
                                        <p:tgtEl>
                                          <p:spTgt spid="20489"/>
                                        </p:tgtEl>
                                      </p:cBhvr>
                                    </p:animEffect>
                                  </p:childTnLst>
                                </p:cTn>
                              </p:par>
                            </p:childTnLst>
                          </p:cTn>
                        </p:par>
                      </p:childTnLst>
                    </p:cTn>
                  </p:par>
                  <p:par>
                    <p:cTn id="18" fill="hold">
                      <p:stCondLst>
                        <p:cond delay="indefinite"/>
                      </p:stCondLst>
                      <p:childTnLst>
                        <p:par>
                          <p:cTn id="19" fill="hold">
                            <p:stCondLst>
                              <p:cond delay="indefinite"/>
                            </p:stCondLst>
                          </p:cTn>
                        </p:par>
                        <p:par>
                          <p:cTn id="20" fill="hold">
                            <p:stCondLst>
                              <p:cond delay="0"/>
                            </p:stCondLst>
                            <p:childTnLst>
                              <p:par>
                                <p:cTn id="21" presetID="6" presetClass="emph" presetSubtype="0" fill="hold" grpId="1" nodeType="clickEffect">
                                  <p:stCondLst>
                                    <p:cond delay="-9223372036854775808"/>
                                  </p:stCondLst>
                                  <p:childTnLst>
                                    <p:animScale>
                                      <p:cBhvr additive="base">
                                        <p:cTn id="22" dur="2000" fill="hold"/>
                                        <p:tgtEl>
                                          <p:spTgt spid="20489"/>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9" grpId="0"/>
      <p:bldP spid="20489" grpId="1"/>
    </p:bldLst>
  </p:timing>
</p:sld>
</file>

<file path=ppt/slides/slide1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21506"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0B2BF59E-A865-4D25-834F-DDA1D8F42BD0}" type="datetime1">
              <a:rPr lang="zh-CN" altLang="en-US" sz="1500">
                <a:effectLst/>
              </a:rPr>
              <a:t>2020-01-26</a:t>
            </a:fld>
            <a:endParaRPr lang="en-US" altLang="zh-CN" sz="1500">
              <a:effectLst/>
            </a:endParaRPr>
          </a:p>
        </p:txBody>
      </p:sp>
      <p:sp>
        <p:nvSpPr>
          <p:cNvPr id="21507"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21508"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C3CB2017-A18D-4512-A10A-C707A560C851}" type="slidenum">
              <a:rPr lang="en-US" altLang="zh-CN" sz="1500">
                <a:effectLst/>
              </a:rPr>
              <a:t>16</a:t>
            </a:fld>
            <a:r>
              <a:rPr lang="en-US" altLang="zh-CN" sz="1500">
                <a:effectLst/>
              </a:rPr>
              <a:t> / 34</a:t>
            </a:r>
          </a:p>
        </p:txBody>
      </p:sp>
      <p:sp>
        <p:nvSpPr>
          <p:cNvPr id="21509" name="Rectangle 2"/>
          <p:cNvSpPr/>
          <p:nvPr>
            <p:ph type="title" idx="4294967295"/>
          </p:nvPr>
        </p:nvSpPr>
        <p:spPr>
          <a:xfrm>
            <a:off x="769938" y="333375"/>
            <a:ext cx="8743950" cy="1143000"/>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a:effectLst/>
              </a:rPr>
              <a:t>3.2  </a:t>
            </a:r>
            <a:r>
              <a:rPr lang="zh-CN" altLang="en-US">
                <a:effectLst/>
              </a:rPr>
              <a:t>决策树学习的适用问题</a:t>
            </a:r>
          </a:p>
        </p:txBody>
      </p:sp>
      <p:sp>
        <p:nvSpPr>
          <p:cNvPr id="21510" name="Rectangle 3"/>
          <p:cNvSpPr/>
          <p:nvPr>
            <p:ph type="body" idx="4294967295"/>
          </p:nvPr>
        </p:nvSpPr>
        <p:spPr>
          <a:xfrm>
            <a:off x="463550" y="1989138"/>
            <a:ext cx="9205912" cy="4103688"/>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lnSpc>
                <a:spcPct val="90000"/>
              </a:lnSpc>
            </a:pPr>
            <a:r>
              <a:rPr lang="zh-CN" altLang="en-US" sz="2800" b="1">
                <a:effectLst/>
              </a:rPr>
              <a:t>适用问题的特征</a:t>
            </a:r>
          </a:p>
          <a:p>
            <a:pPr marL="796925" lvl="1" indent="-307975" eaLnBrk="1" hangingPunct="1">
              <a:lnSpc>
                <a:spcPct val="120000"/>
              </a:lnSpc>
            </a:pPr>
            <a:r>
              <a:rPr lang="zh-CN" altLang="en-US" sz="2400" b="1">
                <a:effectLst/>
              </a:rPr>
              <a:t>实例由</a:t>
            </a:r>
            <a:r>
              <a:rPr lang="zh-CN" altLang="en-US" sz="2400" b="1">
                <a:effectLst/>
                <a:latin typeface="Arial"/>
              </a:rPr>
              <a:t>“</a:t>
            </a:r>
            <a:r>
              <a:rPr lang="zh-CN" altLang="en-US" sz="2400" b="1">
                <a:effectLst/>
              </a:rPr>
              <a:t>属性</a:t>
            </a:r>
            <a:r>
              <a:rPr lang="en-US" altLang="zh-CN" sz="2400" b="1">
                <a:effectLst/>
              </a:rPr>
              <a:t>-</a:t>
            </a:r>
            <a:r>
              <a:rPr lang="zh-CN" altLang="en-US" sz="2400" b="1">
                <a:effectLst/>
              </a:rPr>
              <a:t>值</a:t>
            </a:r>
            <a:r>
              <a:rPr lang="zh-CN" altLang="en-US" sz="2400" b="1">
                <a:effectLst/>
                <a:latin typeface="Arial"/>
              </a:rPr>
              <a:t>”</a:t>
            </a:r>
            <a:r>
              <a:rPr lang="zh-CN" altLang="en-US" sz="2400" b="1">
                <a:effectLst/>
              </a:rPr>
              <a:t>对表示</a:t>
            </a:r>
            <a:r>
              <a:rPr lang="zh-CN" altLang="en-US" sz="2400">
                <a:effectLst/>
              </a:rPr>
              <a:t>（传统的</a:t>
            </a:r>
            <a:r>
              <a:rPr lang="zh-CN" altLang="en-US" sz="2400" b="1">
                <a:solidFill>
                  <a:srgbClr val="0000FF"/>
                </a:solidFill>
                <a:effectLst/>
              </a:rPr>
              <a:t>数据库记录属性</a:t>
            </a:r>
            <a:r>
              <a:rPr lang="zh-CN" altLang="en-US" sz="2400">
                <a:effectLst/>
              </a:rPr>
              <a:t>）</a:t>
            </a:r>
          </a:p>
          <a:p>
            <a:pPr marL="796925" lvl="1" indent="-307975" eaLnBrk="1" hangingPunct="1">
              <a:lnSpc>
                <a:spcPct val="120000"/>
              </a:lnSpc>
            </a:pPr>
            <a:r>
              <a:rPr lang="zh-CN" altLang="en-US" sz="2400">
                <a:effectLst/>
              </a:rPr>
              <a:t>目标函数具有离散的输出值</a:t>
            </a:r>
          </a:p>
          <a:p>
            <a:pPr marL="796925" lvl="1" indent="-307975" eaLnBrk="1" hangingPunct="1">
              <a:lnSpc>
                <a:spcPct val="120000"/>
              </a:lnSpc>
            </a:pPr>
            <a:r>
              <a:rPr lang="zh-CN" altLang="en-US" sz="2400" b="1">
                <a:effectLst/>
              </a:rPr>
              <a:t>可能需要析取的描述</a:t>
            </a:r>
          </a:p>
          <a:p>
            <a:pPr marL="796925" lvl="1" indent="-307975" eaLnBrk="1" hangingPunct="1">
              <a:lnSpc>
                <a:spcPct val="120000"/>
              </a:lnSpc>
            </a:pPr>
            <a:r>
              <a:rPr lang="zh-CN" altLang="en-US" sz="2400">
                <a:effectLst/>
              </a:rPr>
              <a:t>训练数据可以包含错误</a:t>
            </a:r>
            <a:r>
              <a:rPr lang="en-US" altLang="zh-CN" sz="2400">
                <a:effectLst/>
              </a:rPr>
              <a:t>/</a:t>
            </a:r>
            <a:r>
              <a:rPr lang="zh-CN" altLang="en-US" sz="2400" b="1">
                <a:effectLst/>
              </a:rPr>
              <a:t>训练数据可以包含缺少属性值的实例</a:t>
            </a:r>
          </a:p>
          <a:p>
            <a:pPr marL="366712" lvl="0" indent="-366712" eaLnBrk="1" hangingPunct="1">
              <a:lnSpc>
                <a:spcPct val="90000"/>
              </a:lnSpc>
            </a:pPr>
            <a:r>
              <a:rPr lang="zh-CN" altLang="en-US" sz="2800" b="1">
                <a:effectLst/>
              </a:rPr>
              <a:t>问题举例</a:t>
            </a:r>
          </a:p>
          <a:p>
            <a:pPr marL="366712" lvl="0" indent="-366712" eaLnBrk="1" hangingPunct="1">
              <a:lnSpc>
                <a:spcPct val="90000"/>
              </a:lnSpc>
            </a:pPr>
            <a:r>
              <a:rPr lang="zh-CN" altLang="en-US" sz="2800" b="1">
                <a:effectLst/>
              </a:rPr>
              <a:t>分类问题</a:t>
            </a:r>
          </a:p>
          <a:p>
            <a:pPr marL="796925" lvl="1" indent="-307975" eaLnBrk="1" hangingPunct="1">
              <a:lnSpc>
                <a:spcPct val="90000"/>
              </a:lnSpc>
            </a:pPr>
            <a:r>
              <a:rPr lang="zh-CN" altLang="en-US" sz="2400" b="1">
                <a:effectLst/>
              </a:rPr>
              <a:t>核心任务是把新</a:t>
            </a:r>
            <a:r>
              <a:rPr lang="en-US" altLang="zh-CN" sz="2400" b="1">
                <a:effectLst/>
              </a:rPr>
              <a:t>(</a:t>
            </a:r>
            <a:r>
              <a:rPr lang="zh-CN" altLang="en-US" sz="2400" b="1">
                <a:effectLst/>
              </a:rPr>
              <a:t>旧</a:t>
            </a:r>
            <a:r>
              <a:rPr lang="en-US" altLang="zh-CN" sz="2400" b="1">
                <a:effectLst/>
              </a:rPr>
              <a:t>)</a:t>
            </a:r>
            <a:r>
              <a:rPr lang="zh-CN" altLang="en-US" sz="2400" b="1">
                <a:effectLst/>
              </a:rPr>
              <a:t>样例分派到各可能的离散值对应的类别</a:t>
            </a:r>
          </a:p>
        </p:txBody>
      </p:sp>
    </p:spTree>
  </p:cSld>
  <p:clrMapOvr>
    <a:masterClrMapping/>
  </p:clrMapOvr>
  <p:transition/>
  <p:timing/>
</p:sld>
</file>

<file path=ppt/slides/slide1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22530"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B0A96141-8379-46E7-8CF7-164F48F9BA10}" type="datetime1">
              <a:rPr lang="zh-CN" altLang="en-US" sz="1500">
                <a:effectLst/>
              </a:rPr>
              <a:t>2020-01-26</a:t>
            </a:fld>
            <a:endParaRPr lang="en-US" altLang="zh-CN" sz="1500">
              <a:effectLst/>
            </a:endParaRPr>
          </a:p>
        </p:txBody>
      </p:sp>
      <p:sp>
        <p:nvSpPr>
          <p:cNvPr id="22531"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22532"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9791DC67-F287-4E4E-94B3-4394C2C0F80C}" type="slidenum">
              <a:rPr lang="en-US" altLang="zh-CN" sz="1500">
                <a:effectLst/>
              </a:rPr>
              <a:t>17</a:t>
            </a:fld>
            <a:r>
              <a:rPr lang="en-US" altLang="zh-CN" sz="1500">
                <a:effectLst/>
              </a:rPr>
              <a:t> / 34</a:t>
            </a:r>
          </a:p>
        </p:txBody>
      </p:sp>
      <p:sp>
        <p:nvSpPr>
          <p:cNvPr id="22533" name="Rectangle 2"/>
          <p:cNvSpPr/>
          <p:nvPr>
            <p:ph type="title" idx="4294967295"/>
          </p:nvPr>
        </p:nvSpPr>
        <p:spPr>
          <a:xfrm>
            <a:off x="1223962" y="557212"/>
            <a:ext cx="8743950" cy="1143000"/>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a:effectLst/>
              </a:rPr>
              <a:t>3.2  </a:t>
            </a:r>
            <a:r>
              <a:rPr lang="zh-CN" altLang="en-US">
                <a:effectLst/>
              </a:rPr>
              <a:t>决策树方法的适用问题</a:t>
            </a:r>
          </a:p>
        </p:txBody>
      </p:sp>
      <p:sp>
        <p:nvSpPr>
          <p:cNvPr id="22534" name="Rectangle 3"/>
          <p:cNvSpPr/>
          <p:nvPr>
            <p:ph type="body" idx="4294967295"/>
          </p:nvPr>
        </p:nvSpPr>
        <p:spPr>
          <a:xfrm>
            <a:off x="534988" y="2132012"/>
            <a:ext cx="9288462" cy="3744912"/>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lnSpc>
                <a:spcPct val="90000"/>
              </a:lnSpc>
            </a:pPr>
            <a:r>
              <a:rPr lang="zh-CN" altLang="en-US" sz="2800" b="1">
                <a:effectLst/>
              </a:rPr>
              <a:t>适用问题的特征</a:t>
            </a:r>
          </a:p>
          <a:p>
            <a:pPr marL="366712" lvl="0" indent="-366712" eaLnBrk="1" hangingPunct="1">
              <a:lnSpc>
                <a:spcPct val="90000"/>
              </a:lnSpc>
            </a:pPr>
            <a:r>
              <a:rPr lang="zh-CN" altLang="en-US" sz="2800" b="1">
                <a:effectLst/>
              </a:rPr>
              <a:t>问题举例</a:t>
            </a:r>
          </a:p>
          <a:p>
            <a:pPr marL="796925" lvl="1" indent="-307975" eaLnBrk="1" hangingPunct="1">
              <a:lnSpc>
                <a:spcPct val="120000"/>
              </a:lnSpc>
            </a:pPr>
            <a:r>
              <a:rPr lang="zh-CN" altLang="en-US" sz="2400" b="1">
                <a:effectLst/>
              </a:rPr>
              <a:t>根据疾病分类患者</a:t>
            </a:r>
            <a:r>
              <a:rPr lang="en-US" altLang="zh-CN" sz="2400" b="1">
                <a:effectLst/>
              </a:rPr>
              <a:t>/</a:t>
            </a:r>
            <a:r>
              <a:rPr lang="zh-CN" altLang="en-US" sz="2400" b="1">
                <a:effectLst/>
              </a:rPr>
              <a:t>根据起因分类设备故障</a:t>
            </a:r>
          </a:p>
          <a:p>
            <a:pPr marL="796925" lvl="1" indent="-307975" eaLnBrk="1" hangingPunct="1">
              <a:lnSpc>
                <a:spcPct val="120000"/>
              </a:lnSpc>
            </a:pPr>
            <a:r>
              <a:rPr lang="zh-CN" altLang="en-US" sz="2400" b="1">
                <a:effectLst/>
              </a:rPr>
              <a:t>根据拖欠支付的可能性</a:t>
            </a:r>
            <a:r>
              <a:rPr lang="zh-CN" altLang="en-US" sz="2400" b="1">
                <a:solidFill>
                  <a:srgbClr val="0000FF"/>
                </a:solidFill>
                <a:effectLst/>
              </a:rPr>
              <a:t>分类贷款申请</a:t>
            </a:r>
            <a:r>
              <a:rPr lang="en-US" altLang="zh-CN" sz="2400" b="1">
                <a:effectLst/>
              </a:rPr>
              <a:t>(</a:t>
            </a:r>
            <a:r>
              <a:rPr lang="zh-CN" altLang="en-US" sz="2400" b="1">
                <a:effectLst/>
              </a:rPr>
              <a:t>是否拒绝</a:t>
            </a:r>
            <a:r>
              <a:rPr lang="en-US" altLang="zh-CN" sz="2400" b="1">
                <a:effectLst/>
              </a:rPr>
              <a:t>)</a:t>
            </a:r>
          </a:p>
          <a:p>
            <a:pPr marL="796925" lvl="1" indent="-307975" eaLnBrk="1" hangingPunct="1">
              <a:lnSpc>
                <a:spcPct val="120000"/>
              </a:lnSpc>
            </a:pPr>
            <a:r>
              <a:rPr lang="zh-CN" altLang="en-US" sz="2400" b="1">
                <a:solidFill>
                  <a:srgbClr val="008000"/>
                </a:solidFill>
                <a:effectLst/>
                <a:hlinkClick r:id="rId3"/>
              </a:rPr>
              <a:t>根据人员分类情形更新数据库记录数据</a:t>
            </a:r>
            <a:r>
              <a:rPr lang="zh-CN" altLang="en-US" sz="2400" b="1">
                <a:solidFill>
                  <a:srgbClr val="008000"/>
                </a:solidFill>
                <a:effectLst/>
                <a:sym typeface="Wingdings" pitchFamily="2" charset="2"/>
                <a:hlinkClick r:id="rId3"/>
              </a:rPr>
              <a:t>创新点？大型稀疏库</a:t>
            </a:r>
            <a:endParaRPr lang="zh-CN" altLang="en-US" sz="2400" b="1">
              <a:solidFill>
                <a:srgbClr val="008000"/>
              </a:solidFill>
              <a:effectLst/>
            </a:endParaRPr>
          </a:p>
          <a:p>
            <a:pPr marL="366712" lvl="0" indent="-366712" eaLnBrk="1" hangingPunct="1">
              <a:lnSpc>
                <a:spcPct val="90000"/>
              </a:lnSpc>
            </a:pPr>
            <a:r>
              <a:rPr lang="zh-CN" altLang="en-US" sz="2800" b="1">
                <a:effectLst/>
              </a:rPr>
              <a:t>分类问题</a:t>
            </a:r>
          </a:p>
          <a:p>
            <a:pPr marL="796925" lvl="1" indent="-307975" eaLnBrk="1" hangingPunct="1">
              <a:lnSpc>
                <a:spcPct val="90000"/>
              </a:lnSpc>
            </a:pPr>
            <a:r>
              <a:rPr lang="zh-CN" altLang="en-US" sz="2400" b="1">
                <a:effectLst/>
              </a:rPr>
              <a:t>核心任务是把新</a:t>
            </a:r>
            <a:r>
              <a:rPr lang="en-US" altLang="zh-CN" sz="2400" b="1">
                <a:effectLst/>
              </a:rPr>
              <a:t>(</a:t>
            </a:r>
            <a:r>
              <a:rPr lang="zh-CN" altLang="en-US" sz="2400" b="1">
                <a:effectLst/>
              </a:rPr>
              <a:t>旧</a:t>
            </a:r>
            <a:r>
              <a:rPr lang="en-US" altLang="zh-CN" sz="2400" b="1">
                <a:effectLst/>
              </a:rPr>
              <a:t>)</a:t>
            </a:r>
            <a:r>
              <a:rPr lang="zh-CN" altLang="en-US" sz="2400" b="1">
                <a:effectLst/>
              </a:rPr>
              <a:t>样例分派到各可能的离散值对应的类别</a:t>
            </a:r>
          </a:p>
        </p:txBody>
      </p:sp>
    </p:spTree>
  </p:cSld>
  <p:clrMapOvr>
    <a:masterClrMapping/>
  </p:clrMapOvr>
  <p:transition/>
  <p:timing/>
</p:sld>
</file>

<file path=ppt/slides/slide1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23554"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E3F65359-EB83-4DEC-8F34-3C535686B7DB}" type="datetime1">
              <a:rPr lang="zh-CN" altLang="en-US" sz="1500">
                <a:effectLst/>
              </a:rPr>
              <a:t>2020-01-26</a:t>
            </a:fld>
            <a:endParaRPr lang="en-US" altLang="zh-CN" sz="1500">
              <a:effectLst/>
            </a:endParaRPr>
          </a:p>
        </p:txBody>
      </p:sp>
      <p:sp>
        <p:nvSpPr>
          <p:cNvPr id="23555"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23556"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B67F8B05-C825-4539-A1E0-C61D38944C4F}" type="slidenum">
              <a:rPr lang="en-US" altLang="zh-CN" sz="1500">
                <a:effectLst/>
              </a:rPr>
              <a:t>18</a:t>
            </a:fld>
            <a:r>
              <a:rPr lang="en-US" altLang="zh-CN" sz="1500">
                <a:effectLst/>
              </a:rPr>
              <a:t> / 34</a:t>
            </a:r>
          </a:p>
        </p:txBody>
      </p:sp>
      <p:sp>
        <p:nvSpPr>
          <p:cNvPr id="23557"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a:effectLst/>
              </a:rPr>
              <a:t>4.  C5.0</a:t>
            </a:r>
            <a:r>
              <a:rPr lang="zh-CN" altLang="en-US">
                <a:effectLst/>
              </a:rPr>
              <a:t>算法</a:t>
            </a:r>
          </a:p>
        </p:txBody>
      </p:sp>
      <p:sp>
        <p:nvSpPr>
          <p:cNvPr id="23558" name="Rectangle 7"/>
          <p:cNvSpPr/>
          <p:nvPr>
            <p:ph type="body" idx="4294967295"/>
          </p:nvPr>
        </p:nvSpPr>
        <p:spPr>
          <a:xfrm>
            <a:off x="679450" y="1844675"/>
            <a:ext cx="9001125" cy="4537075"/>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lnSpc>
                <a:spcPct val="90000"/>
              </a:lnSpc>
            </a:pPr>
            <a:r>
              <a:rPr lang="zh-CN" altLang="en-US" sz="2900">
                <a:effectLst/>
              </a:rPr>
              <a:t>大多数决策树学习算法是一种核心算法的变体</a:t>
            </a:r>
          </a:p>
          <a:p>
            <a:pPr marL="796925" lvl="1" indent="-307975" eaLnBrk="1" hangingPunct="1">
              <a:lnSpc>
                <a:spcPct val="90000"/>
              </a:lnSpc>
            </a:pPr>
            <a:r>
              <a:rPr lang="zh-CN" altLang="en-US" sz="2500" b="1">
                <a:effectLst/>
                <a:sym typeface="Wingdings" pitchFamily="2" charset="2"/>
              </a:rPr>
              <a:t>采用自顶向下的贪婪搜索 遍历</a:t>
            </a:r>
            <a:br>
              <a:rPr lang="zh-CN" altLang="en-US" sz="2500" b="1">
                <a:effectLst/>
                <a:sym typeface="Wingdings" pitchFamily="2" charset="2"/>
              </a:rPr>
            </a:br>
            <a:r>
              <a:rPr lang="zh-CN" altLang="en-US" sz="2500" b="1">
                <a:effectLst/>
                <a:sym typeface="Wingdings" pitchFamily="2" charset="2"/>
              </a:rPr>
              <a:t>                                           可能的决策树空间</a:t>
            </a:r>
            <a:endParaRPr lang="zh-CN" altLang="en-US" sz="2500" b="1">
              <a:effectLst/>
            </a:endParaRPr>
          </a:p>
          <a:p>
            <a:pPr marL="796925" lvl="1" indent="-307975" eaLnBrk="1" hangingPunct="1">
              <a:lnSpc>
                <a:spcPct val="90000"/>
              </a:lnSpc>
            </a:pPr>
            <a:r>
              <a:rPr lang="en-US" altLang="zh-CN" sz="2500" b="1">
                <a:effectLst/>
              </a:rPr>
              <a:t>ID3 Iterative Dichotomiser 3</a:t>
            </a:r>
            <a:r>
              <a:rPr lang="zh-CN" altLang="en-US" sz="2500" b="1">
                <a:effectLst/>
              </a:rPr>
              <a:t>是这种算法的代表</a:t>
            </a:r>
            <a:r>
              <a:rPr lang="en-US" altLang="zh-CN" sz="2500" b="1">
                <a:effectLst/>
              </a:rPr>
              <a:t>, ID3</a:t>
            </a:r>
            <a:r>
              <a:rPr lang="en-US" altLang="zh-CN" sz="2500" b="1">
                <a:effectLst/>
                <a:sym typeface="Wingdings" pitchFamily="2" charset="2"/>
              </a:rPr>
              <a:t>C4.5C5.0</a:t>
            </a:r>
          </a:p>
          <a:p>
            <a:pPr marL="366712" lvl="0" indent="-366712" eaLnBrk="1" hangingPunct="1"/>
            <a:r>
              <a:rPr lang="zh-CN" altLang="en-US" sz="2900">
                <a:effectLst/>
              </a:rPr>
              <a:t>如何安排节点在树中的顺序</a:t>
            </a:r>
          </a:p>
          <a:p>
            <a:pPr marL="366712" lvl="0" indent="-366712" eaLnBrk="1" hangingPunct="1"/>
            <a:r>
              <a:rPr lang="zh-CN" altLang="en-US" sz="2900">
                <a:effectLst/>
              </a:rPr>
              <a:t>树（堆）结构排序，需要树中节点具有相同属性，比较其属性值大小；而后移动节点</a:t>
            </a:r>
          </a:p>
          <a:p>
            <a:pPr marL="366712" lvl="0" indent="-366712" eaLnBrk="1" hangingPunct="1"/>
            <a:r>
              <a:rPr lang="zh-CN" altLang="en-US" sz="2900">
                <a:effectLst/>
              </a:rPr>
              <a:t>如何定义这个可以在决策树中进行比较的属性？</a:t>
            </a:r>
            <a:br>
              <a:rPr lang="zh-CN" altLang="en-US" sz="2900">
                <a:effectLst/>
              </a:rPr>
            </a:br>
            <a:r>
              <a:rPr lang="zh-CN" altLang="en-US" sz="2900">
                <a:effectLst/>
              </a:rPr>
              <a:t>换言之，该属性测度如何计算以便于比较？</a:t>
            </a:r>
          </a:p>
        </p:txBody>
      </p:sp>
    </p:spTree>
  </p:cSld>
  <p:clrMapOvr>
    <a:masterClrMapping/>
  </p:clrMapOvr>
  <p:transition/>
  <p:timing/>
</p:sld>
</file>

<file path=ppt/slides/slide1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24578"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698AF708-7F69-40A9-A8CE-D724B0570862}" type="datetime1">
              <a:rPr lang="zh-CN" altLang="en-US" sz="1500">
                <a:effectLst/>
              </a:rPr>
              <a:t>2020-01-26</a:t>
            </a:fld>
            <a:endParaRPr lang="en-US" altLang="zh-CN" sz="1500">
              <a:effectLst/>
            </a:endParaRPr>
          </a:p>
        </p:txBody>
      </p:sp>
      <p:sp>
        <p:nvSpPr>
          <p:cNvPr id="24579"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24580"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B141C13D-8869-4EFA-AB06-DCFE45A31E27}" type="slidenum">
              <a:rPr lang="en-US" altLang="zh-CN" sz="1500">
                <a:effectLst/>
              </a:rPr>
              <a:t>19</a:t>
            </a:fld>
            <a:r>
              <a:rPr lang="en-US" altLang="zh-CN" sz="1500">
                <a:effectLst/>
              </a:rPr>
              <a:t> / 34</a:t>
            </a:r>
          </a:p>
        </p:txBody>
      </p:sp>
      <p:sp>
        <p:nvSpPr>
          <p:cNvPr id="24581" name="Rectangle 2"/>
          <p:cNvSpPr/>
          <p:nvPr>
            <p:ph type="title" idx="4294967295"/>
          </p:nvPr>
        </p:nvSpPr>
        <p:spPr>
          <a:xfrm>
            <a:off x="1152525" y="485775"/>
            <a:ext cx="7735888" cy="1143000"/>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a:effectLst/>
              </a:rPr>
              <a:t>4.1  ID3</a:t>
            </a:r>
            <a:r>
              <a:rPr lang="zh-CN" altLang="en-US">
                <a:effectLst/>
              </a:rPr>
              <a:t>算法</a:t>
            </a:r>
          </a:p>
        </p:txBody>
      </p:sp>
      <p:sp>
        <p:nvSpPr>
          <p:cNvPr id="24582" name="Rectangle 3"/>
          <p:cNvSpPr/>
          <p:nvPr>
            <p:ph type="body" idx="4294967295"/>
          </p:nvPr>
        </p:nvSpPr>
        <p:spPr>
          <a:xfrm>
            <a:off x="290512" y="1987550"/>
            <a:ext cx="9748838" cy="4249738"/>
          </a:xfrm>
          <a:prstGeom prst="rect">
            <a:avLst/>
          </a:prstGeom>
          <a:noFill/>
          <a:ln>
            <a:miter lim="800000"/>
          </a:ln>
          <a:effectLst/>
        </p:spPr>
        <p:txBody>
          <a:bodyPr vert="horz" wrap="square" lIns="97953" tIns="48976" rIns="97953" bIns="48976" anchor="t" anchorCtr="0">
            <a:noAutofit/>
          </a:bodyPr>
          <a:lstStyle>
            <a:lvl1pPr marL="609600" indent="-609600" algn="l"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990600" indent="-533400" algn="l"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609600" lvl="0" indent="-609600" defTabSz="914400" eaLnBrk="1" hangingPunct="1">
              <a:lnSpc>
                <a:spcPct val="80000"/>
              </a:lnSpc>
            </a:pPr>
            <a:r>
              <a:rPr lang="zh-CN" altLang="en-US" sz="2900">
                <a:effectLst/>
              </a:rPr>
              <a:t>算法思想：</a:t>
            </a:r>
            <a:r>
              <a:rPr lang="zh-CN" altLang="en-US" sz="2900" b="1">
                <a:solidFill>
                  <a:srgbClr val="0000FF"/>
                </a:solidFill>
                <a:effectLst/>
              </a:rPr>
              <a:t>如何安排节点在树中的顺序</a:t>
            </a:r>
          </a:p>
          <a:p>
            <a:pPr marL="990600" lvl="1" indent="-533400" defTabSz="914400" eaLnBrk="1" hangingPunct="1">
              <a:lnSpc>
                <a:spcPct val="80000"/>
              </a:lnSpc>
            </a:pPr>
            <a:r>
              <a:rPr lang="zh-CN" altLang="en-US" sz="2500">
                <a:effectLst/>
              </a:rPr>
              <a:t>自顶向下构造决策树</a:t>
            </a:r>
          </a:p>
          <a:p>
            <a:pPr marL="990600" lvl="1" indent="-533400" defTabSz="914400" eaLnBrk="1" hangingPunct="1">
              <a:lnSpc>
                <a:spcPct val="80000"/>
              </a:lnSpc>
            </a:pPr>
            <a:r>
              <a:rPr lang="zh-CN" altLang="en-US" sz="2500">
                <a:effectLst/>
              </a:rPr>
              <a:t>从</a:t>
            </a:r>
            <a:r>
              <a:rPr lang="zh-CN" altLang="en-US" sz="2500">
                <a:effectLst/>
                <a:latin typeface="Arial"/>
              </a:rPr>
              <a:t>“</a:t>
            </a:r>
            <a:r>
              <a:rPr lang="zh-CN" altLang="en-US" sz="2500" b="1" u="sng">
                <a:solidFill>
                  <a:srgbClr val="0000FF"/>
                </a:solidFill>
                <a:effectLst/>
              </a:rPr>
              <a:t>哪一个属性将在树的根节点被测试</a:t>
            </a:r>
            <a:r>
              <a:rPr lang="zh-CN" altLang="en-US" sz="2500">
                <a:effectLst/>
                <a:latin typeface="Arial"/>
              </a:rPr>
              <a:t>”</a:t>
            </a:r>
            <a:r>
              <a:rPr lang="zh-CN" altLang="en-US" sz="2500">
                <a:effectLst/>
              </a:rPr>
              <a:t>开始</a:t>
            </a:r>
            <a:r>
              <a:rPr lang="zh-CN" altLang="en-US" sz="2500" b="1">
                <a:solidFill>
                  <a:srgbClr val="FF0000"/>
                </a:solidFill>
                <a:effectLst/>
              </a:rPr>
              <a:t>？</a:t>
            </a:r>
          </a:p>
          <a:p>
            <a:pPr marL="990600" lvl="1" indent="-533400" defTabSz="914400" eaLnBrk="1" hangingPunct="1">
              <a:lnSpc>
                <a:spcPct val="80000"/>
              </a:lnSpc>
              <a:buClr>
                <a:srgbClr val="FF0000"/>
              </a:buClr>
              <a:buFont typeface="Wingdings" pitchFamily="2" charset="2"/>
              <a:buChar char="ü"/>
            </a:pPr>
            <a:r>
              <a:rPr lang="zh-CN" altLang="en-US" sz="2500">
                <a:effectLst/>
              </a:rPr>
              <a:t>使用</a:t>
            </a:r>
            <a:r>
              <a:rPr lang="zh-CN" altLang="en-US" sz="2500" b="1">
                <a:effectLst/>
              </a:rPr>
              <a:t>统计测试</a:t>
            </a:r>
            <a:r>
              <a:rPr lang="zh-CN" altLang="en-US" sz="2500">
                <a:effectLst/>
              </a:rPr>
              <a:t>来确定每一个实例属性</a:t>
            </a:r>
            <a:r>
              <a:rPr lang="zh-CN" altLang="en-US" sz="2500" b="1">
                <a:effectLst/>
              </a:rPr>
              <a:t>单独</a:t>
            </a:r>
            <a:r>
              <a:rPr lang="zh-CN" altLang="en-US" sz="2500">
                <a:effectLst/>
              </a:rPr>
              <a:t>分类</a:t>
            </a:r>
            <a:br>
              <a:rPr lang="zh-CN" altLang="en-US" sz="2500">
                <a:effectLst/>
              </a:rPr>
            </a:br>
            <a:r>
              <a:rPr lang="zh-CN" altLang="en-US" sz="2500">
                <a:effectLst/>
              </a:rPr>
              <a:t>                                                               训练样例的能力</a:t>
            </a:r>
          </a:p>
          <a:p>
            <a:pPr marL="609600" lvl="0" indent="-609600" defTabSz="914400" eaLnBrk="1" hangingPunct="1">
              <a:lnSpc>
                <a:spcPct val="80000"/>
              </a:lnSpc>
            </a:pPr>
            <a:r>
              <a:rPr lang="en-US" altLang="zh-CN" sz="2900">
                <a:effectLst/>
              </a:rPr>
              <a:t>ID3</a:t>
            </a:r>
            <a:r>
              <a:rPr lang="zh-CN" altLang="en-US" sz="2900">
                <a:effectLst/>
              </a:rPr>
              <a:t>的算法执行过程</a:t>
            </a:r>
          </a:p>
          <a:p>
            <a:pPr marL="990600" lvl="1" indent="-533400" defTabSz="914400" eaLnBrk="1" hangingPunct="1">
              <a:lnSpc>
                <a:spcPct val="80000"/>
              </a:lnSpc>
              <a:buClr>
                <a:srgbClr val="0000FF"/>
              </a:buClr>
              <a:buFontTx/>
              <a:buAutoNum type="circleNumDbPlain"/>
            </a:pPr>
            <a:r>
              <a:rPr lang="zh-CN" altLang="en-US" sz="2500" b="1" u="sng">
                <a:solidFill>
                  <a:srgbClr val="0000FF"/>
                </a:solidFill>
                <a:effectLst/>
              </a:rPr>
              <a:t>对样例集合</a:t>
            </a:r>
            <a:r>
              <a:rPr lang="en-US" altLang="zh-CN" sz="2500" b="1" i="1" u="sng">
                <a:solidFill>
                  <a:srgbClr val="0000FF"/>
                </a:solidFill>
                <a:effectLst/>
              </a:rPr>
              <a:t>S </a:t>
            </a:r>
            <a:r>
              <a:rPr lang="zh-CN" altLang="en-US" sz="2500" b="1" u="sng">
                <a:solidFill>
                  <a:srgbClr val="0000FF"/>
                </a:solidFill>
                <a:effectLst/>
              </a:rPr>
              <a:t>分类能力</a:t>
            </a:r>
            <a:r>
              <a:rPr lang="zh-CN" altLang="en-US" sz="2500" u="sng">
                <a:effectLst/>
              </a:rPr>
              <a:t>最好的</a:t>
            </a:r>
            <a:r>
              <a:rPr lang="zh-CN" altLang="en-US" sz="2500" b="1" u="sng">
                <a:solidFill>
                  <a:srgbClr val="0000FF"/>
                </a:solidFill>
                <a:effectLst/>
              </a:rPr>
              <a:t>属性</a:t>
            </a:r>
            <a:r>
              <a:rPr lang="zh-CN" altLang="en-US" sz="2500">
                <a:effectLst/>
              </a:rPr>
              <a:t>被选作树的根节点</a:t>
            </a:r>
          </a:p>
          <a:p>
            <a:pPr marL="990600" lvl="1" indent="-533400" defTabSz="914400" eaLnBrk="1" hangingPunct="1">
              <a:lnSpc>
                <a:spcPct val="80000"/>
              </a:lnSpc>
              <a:buClr>
                <a:srgbClr val="0000FF"/>
              </a:buClr>
              <a:buFontTx/>
              <a:buAutoNum type="circleNumDbPlain"/>
            </a:pPr>
            <a:r>
              <a:rPr lang="zh-CN" altLang="en-US" sz="2500">
                <a:effectLst/>
              </a:rPr>
              <a:t>根节点的每个可能值产生一个分支</a:t>
            </a:r>
          </a:p>
          <a:p>
            <a:pPr marL="990600" lvl="1" indent="-533400" defTabSz="914400" eaLnBrk="1" hangingPunct="1">
              <a:lnSpc>
                <a:spcPct val="80000"/>
              </a:lnSpc>
              <a:buClr>
                <a:srgbClr val="0000FF"/>
              </a:buClr>
              <a:buFontTx/>
              <a:buAutoNum type="circleNumDbPlain"/>
            </a:pPr>
            <a:r>
              <a:rPr lang="zh-CN" altLang="en-US" sz="2500" b="1">
                <a:effectLst/>
              </a:rPr>
              <a:t>训练样例排列到适当的分支</a:t>
            </a:r>
          </a:p>
          <a:p>
            <a:pPr marL="990600" lvl="1" indent="-533400" defTabSz="914400" eaLnBrk="1" hangingPunct="1">
              <a:lnSpc>
                <a:spcPct val="80000"/>
              </a:lnSpc>
              <a:buClr>
                <a:schemeClr val="tx1"/>
              </a:buClr>
            </a:pPr>
            <a:r>
              <a:rPr lang="zh-CN" altLang="en-US" sz="2500">
                <a:effectLst/>
              </a:rPr>
              <a:t>重复上面的过程，直到训练样例被安排到适当的叶子上确定对应的分类</a:t>
            </a:r>
          </a:p>
        </p:txBody>
      </p:sp>
    </p:spTree>
  </p:cSld>
  <p:clrMapOvr>
    <a:masterClrMapping/>
  </p:clrMapOvr>
  <p:transition/>
  <p:timing/>
</p:sld>
</file>

<file path=ppt/slides/slide2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25602"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A5FAECC9-04B5-4FA1-AEDD-725E2412A1CA}" type="datetime1">
              <a:rPr lang="zh-CN" altLang="en-US" sz="1500">
                <a:effectLst/>
              </a:rPr>
              <a:t>2020-01-26</a:t>
            </a:fld>
            <a:endParaRPr lang="en-US" altLang="zh-CN" sz="1500">
              <a:effectLst/>
            </a:endParaRPr>
          </a:p>
        </p:txBody>
      </p:sp>
      <p:sp>
        <p:nvSpPr>
          <p:cNvPr id="25603"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25604"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9D80558A-B477-4071-B9B0-3F8377455511}" type="slidenum">
              <a:rPr lang="en-US" altLang="zh-CN" sz="1500">
                <a:effectLst/>
              </a:rPr>
              <a:t>20</a:t>
            </a:fld>
            <a:r>
              <a:rPr lang="en-US" altLang="zh-CN" sz="1500">
                <a:effectLst/>
              </a:rPr>
              <a:t> / 34</a:t>
            </a:r>
          </a:p>
        </p:txBody>
      </p:sp>
      <p:sp>
        <p:nvSpPr>
          <p:cNvPr id="25605" name="Rectangle 2"/>
          <p:cNvSpPr/>
          <p:nvPr>
            <p:ph type="title" idx="4294967295"/>
          </p:nvPr>
        </p:nvSpPr>
        <p:spPr>
          <a:xfrm>
            <a:off x="1295400" y="557212"/>
            <a:ext cx="8743950" cy="1143000"/>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a:effectLst/>
              </a:rPr>
              <a:t>4.1.1  </a:t>
            </a:r>
            <a:r>
              <a:rPr lang="zh-CN" altLang="en-US">
                <a:effectLst/>
              </a:rPr>
              <a:t>最佳分类属性</a:t>
            </a:r>
          </a:p>
        </p:txBody>
      </p:sp>
      <p:sp>
        <p:nvSpPr>
          <p:cNvPr id="25606" name="Rectangle 3"/>
          <p:cNvSpPr>
            <a:spLocks noGrp="1" noChangeArrowheads="1"/>
          </p:cNvSpPr>
          <p:nvPr>
            <p:ph type="body" idx="4294967295"/>
          </p:nvPr>
        </p:nvSpPr>
        <p:spPr>
          <a:xfrm>
            <a:off x="769938" y="1978025"/>
            <a:ext cx="8743950" cy="4330700"/>
          </a:xfrm>
          <a:effectLst/>
        </p:spPr>
        <p:txBody>
          <a:bodyPr vert="horz" wrap="square" lIns="97953" tIns="48976" rIns="97953" bIns="48976" anchor="t" anchorCtr="0" compatLnSpc="1">
            <a:prstTxWarp prst="textNoShape">
              <a:avLst/>
            </a:prstTxWarp>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3" marR="0" lvl="0" indent="-366713" eaLnBrk="1" hangingPunct="1">
              <a:lnSpc>
                <a:spcPct val="120000"/>
              </a:lnSpc>
            </a:pPr>
            <a:r>
              <a:rPr lang="zh-CN" altLang="en-US" sz="2800" b="1">
                <a:effectLst/>
              </a:rPr>
              <a:t>信息增益</a:t>
            </a:r>
          </a:p>
          <a:p>
            <a:pPr marL="796925" marR="0" lvl="1" indent="-307975" eaLnBrk="1" hangingPunct="1">
              <a:lnSpc>
                <a:spcPct val="120000"/>
              </a:lnSpc>
            </a:pPr>
            <a:r>
              <a:rPr lang="zh-CN" altLang="en-US" sz="2400" b="1">
                <a:effectLst/>
              </a:rPr>
              <a:t>用来衡量给定的属性区分训练样例的能力，</a:t>
            </a:r>
            <a:r>
              <a:rPr lang="zh-CN" altLang="en-US" sz="2400" b="1">
                <a:solidFill>
                  <a:srgbClr val="0000FF"/>
                </a:solidFill>
                <a:effectLst>
                  <a:outerShdw blurRad="38100" dist="38100" dir="2700000" algn="tl">
                    <a:schemeClr val="bg2"/>
                  </a:outerShdw>
                </a:effectLst>
              </a:rPr>
              <a:t>中间（间接）表示属性</a:t>
            </a:r>
            <a:endParaRPr lang="zh-CN" altLang="en-US" sz="2400" b="1">
              <a:solidFill>
                <a:srgbClr val="0000FF"/>
              </a:solidFill>
              <a:effectLst>
                <a:outerShdw blurRad="38100" dist="38100" dir="2700000" algn="tl">
                  <a:schemeClr val="bg2"/>
                </a:outerShdw>
              </a:effectLst>
            </a:endParaRPr>
          </a:p>
          <a:p>
            <a:pPr marL="796925" marR="0" lvl="1" indent="-307975" eaLnBrk="1" hangingPunct="1">
              <a:lnSpc>
                <a:spcPct val="120000"/>
              </a:lnSpc>
            </a:pPr>
            <a:r>
              <a:rPr lang="en-US" altLang="zh-CN" sz="2400" b="1">
                <a:effectLst/>
              </a:rPr>
              <a:t>ID3</a:t>
            </a:r>
            <a:r>
              <a:rPr lang="zh-CN" altLang="en-US" sz="2400" b="1">
                <a:effectLst/>
              </a:rPr>
              <a:t>算法在生成 树  的每一步使用</a:t>
            </a:r>
            <a:r>
              <a:rPr lang="zh-CN" altLang="en-US" sz="2400" b="1" u="sng">
                <a:solidFill>
                  <a:srgbClr val="0000FF"/>
                </a:solidFill>
                <a:effectLst/>
              </a:rPr>
              <a:t>信息增益</a:t>
            </a:r>
            <a:r>
              <a:rPr lang="zh-CN" altLang="en-US" sz="2400" b="1">
                <a:effectLst/>
              </a:rPr>
              <a:t>从候选属性中选择属性</a:t>
            </a:r>
          </a:p>
          <a:p>
            <a:pPr marL="366713" marR="0" lvl="0" indent="-366713" eaLnBrk="1" hangingPunct="1">
              <a:lnSpc>
                <a:spcPct val="120000"/>
              </a:lnSpc>
            </a:pPr>
            <a:r>
              <a:rPr lang="zh-CN" altLang="en-US" sz="2800" b="1">
                <a:effectLst/>
              </a:rPr>
              <a:t>用熵度量样例的均一性</a:t>
            </a:r>
          </a:p>
          <a:p>
            <a:pPr marL="796925" marR="0" lvl="1" indent="-307975" eaLnBrk="1" hangingPunct="1">
              <a:lnSpc>
                <a:spcPct val="80000"/>
              </a:lnSpc>
              <a:buNone/>
            </a:pPr>
            <a:r>
              <a:rPr lang="zh-CN" altLang="en-US" sz="1900">
                <a:effectLst/>
              </a:rPr>
              <a:t>	</a:t>
            </a:r>
          </a:p>
        </p:txBody>
      </p:sp>
    </p:spTree>
  </p:cSld>
  <p:clrMapOvr>
    <a:masterClrMapping/>
  </p:clrMapOvr>
  <p:transition/>
  <p:timing/>
</p:sld>
</file>

<file path=ppt/slides/slide2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26626"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277CC829-B357-4EAC-AFE2-17DD5E478C1D}" type="datetime1">
              <a:rPr lang="zh-CN" altLang="en-US" sz="1500">
                <a:effectLst/>
              </a:rPr>
              <a:t>2020-01-26</a:t>
            </a:fld>
            <a:endParaRPr lang="en-US" altLang="zh-CN" sz="1500">
              <a:effectLst/>
            </a:endParaRPr>
          </a:p>
        </p:txBody>
      </p:sp>
      <p:sp>
        <p:nvSpPr>
          <p:cNvPr id="26627"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26628"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D92FA1E8-2869-4137-8D56-4F34A61BA93C}" type="slidenum">
              <a:rPr lang="en-US" altLang="zh-CN" sz="1500">
                <a:effectLst/>
              </a:rPr>
              <a:t>21</a:t>
            </a:fld>
            <a:r>
              <a:rPr lang="en-US" altLang="zh-CN" sz="1500">
                <a:effectLst/>
              </a:rPr>
              <a:t> / 34</a:t>
            </a:r>
          </a:p>
        </p:txBody>
      </p:sp>
      <p:sp>
        <p:nvSpPr>
          <p:cNvPr id="26629" name="Rectangle 2"/>
          <p:cNvSpPr/>
          <p:nvPr>
            <p:ph type="title" idx="4294967295"/>
          </p:nvPr>
        </p:nvSpPr>
        <p:spPr>
          <a:xfrm>
            <a:off x="1223962" y="630238"/>
            <a:ext cx="7448550" cy="1143000"/>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a:effectLst/>
              </a:rPr>
              <a:t>4.1.1  </a:t>
            </a:r>
            <a:r>
              <a:rPr lang="zh-CN" altLang="en-US">
                <a:effectLst/>
              </a:rPr>
              <a:t>最佳分类属性</a:t>
            </a:r>
          </a:p>
        </p:txBody>
      </p:sp>
      <p:sp>
        <p:nvSpPr>
          <p:cNvPr id="26630" name="Rectangle 3"/>
          <p:cNvSpPr/>
          <p:nvPr>
            <p:ph type="body" idx="4294967295"/>
          </p:nvPr>
        </p:nvSpPr>
        <p:spPr>
          <a:xfrm>
            <a:off x="769938" y="1978025"/>
            <a:ext cx="8743950" cy="4330700"/>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lnSpc>
                <a:spcPct val="80000"/>
              </a:lnSpc>
            </a:pPr>
            <a:r>
              <a:rPr lang="zh-CN" altLang="en-US" sz="2400" b="1">
                <a:effectLst/>
              </a:rPr>
              <a:t>信息增益</a:t>
            </a:r>
          </a:p>
          <a:p>
            <a:pPr marL="366712" lvl="0" indent="-366712" eaLnBrk="1" hangingPunct="1">
              <a:lnSpc>
                <a:spcPct val="80000"/>
              </a:lnSpc>
            </a:pPr>
            <a:r>
              <a:rPr lang="zh-CN" altLang="en-US" sz="2400" b="1">
                <a:effectLst/>
              </a:rPr>
              <a:t>用熵度量样例的均一性</a:t>
            </a:r>
          </a:p>
          <a:p>
            <a:pPr marL="796925" lvl="1" indent="-307975" eaLnBrk="1" hangingPunct="1">
              <a:lnSpc>
                <a:spcPct val="90000"/>
              </a:lnSpc>
            </a:pPr>
            <a:r>
              <a:rPr lang="zh-CN" altLang="en-US" sz="2400" b="1">
                <a:solidFill>
                  <a:srgbClr val="0000FF"/>
                </a:solidFill>
                <a:effectLst/>
              </a:rPr>
              <a:t>熵刻画了任意样例集合 </a:t>
            </a:r>
            <a:r>
              <a:rPr lang="en-US" altLang="zh-CN" sz="2400" b="1" i="1">
                <a:solidFill>
                  <a:srgbClr val="0000FF"/>
                </a:solidFill>
                <a:effectLst/>
              </a:rPr>
              <a:t>S </a:t>
            </a:r>
            <a:r>
              <a:rPr lang="zh-CN" altLang="en-US" sz="2400" b="1">
                <a:solidFill>
                  <a:srgbClr val="0000FF"/>
                </a:solidFill>
                <a:effectLst/>
              </a:rPr>
              <a:t>的纯度</a:t>
            </a:r>
          </a:p>
          <a:p>
            <a:pPr marL="796925" lvl="1" indent="-307975" eaLnBrk="1" hangingPunct="1">
              <a:lnSpc>
                <a:spcPct val="90000"/>
              </a:lnSpc>
            </a:pPr>
            <a:r>
              <a:rPr lang="zh-CN" altLang="en-US" sz="2400" b="1">
                <a:effectLst/>
              </a:rPr>
              <a:t>给定包含关于某个目标概念的正反样例的样例集</a:t>
            </a:r>
            <a:r>
              <a:rPr lang="en-US" altLang="zh-CN" sz="2400" b="1" i="1">
                <a:effectLst/>
              </a:rPr>
              <a:t>S</a:t>
            </a:r>
            <a:r>
              <a:rPr lang="zh-CN" altLang="en-US" sz="2400" b="1">
                <a:effectLst/>
              </a:rPr>
              <a:t>，那么 </a:t>
            </a:r>
            <a:r>
              <a:rPr lang="en-US" altLang="zh-CN" sz="2400" b="1" i="1">
                <a:effectLst/>
              </a:rPr>
              <a:t>S </a:t>
            </a:r>
            <a:r>
              <a:rPr lang="zh-CN" altLang="en-US" sz="2400" b="1">
                <a:effectLst/>
              </a:rPr>
              <a:t>相对这个布尔型分类（函数）的熵为</a:t>
            </a:r>
          </a:p>
          <a:p>
            <a:pPr marL="796925" lvl="1" indent="-307975" eaLnBrk="1" hangingPunct="1">
              <a:lnSpc>
                <a:spcPct val="90000"/>
              </a:lnSpc>
              <a:buNone/>
            </a:pPr>
            <a:r>
              <a:rPr lang="zh-CN" altLang="en-US" sz="2400" b="1">
                <a:effectLst/>
              </a:rPr>
              <a:t>	</a:t>
            </a:r>
          </a:p>
          <a:p>
            <a:pPr marL="796925" lvl="1" indent="-307975" eaLnBrk="1" hangingPunct="1">
              <a:lnSpc>
                <a:spcPct val="90000"/>
              </a:lnSpc>
            </a:pPr>
            <a:r>
              <a:rPr lang="zh-CN" altLang="en-US" sz="2400" b="1">
                <a:effectLst/>
              </a:rPr>
              <a:t>信息论中对熵的一种解释：</a:t>
            </a:r>
            <a:r>
              <a:rPr lang="zh-CN" altLang="en-US" sz="2400" b="1">
                <a:solidFill>
                  <a:srgbClr val="0000FF"/>
                </a:solidFill>
                <a:effectLst/>
              </a:rPr>
              <a:t>熵</a:t>
            </a:r>
            <a:r>
              <a:rPr lang="zh-CN" altLang="en-US" sz="2400" b="1">
                <a:effectLst/>
              </a:rPr>
              <a:t>确定了</a:t>
            </a:r>
            <a:r>
              <a:rPr lang="zh-CN" altLang="en-US" sz="2400" b="1" u="sng">
                <a:solidFill>
                  <a:srgbClr val="0000FF"/>
                </a:solidFill>
                <a:effectLst/>
              </a:rPr>
              <a:t>要编码集合</a:t>
            </a:r>
            <a:r>
              <a:rPr lang="en-US" altLang="zh-CN" sz="2400" b="1" i="1" u="sng">
                <a:solidFill>
                  <a:srgbClr val="0000FF"/>
                </a:solidFill>
                <a:effectLst/>
              </a:rPr>
              <a:t>S</a:t>
            </a:r>
            <a:r>
              <a:rPr lang="zh-CN" altLang="en-US" sz="2400" b="1" u="sng">
                <a:solidFill>
                  <a:srgbClr val="0000FF"/>
                </a:solidFill>
                <a:effectLst/>
              </a:rPr>
              <a:t>中任意成员的分类所需要的最少二进制位数；熵值越大，需要的位数越多</a:t>
            </a:r>
            <a:r>
              <a:rPr lang="zh-CN" altLang="en-US" sz="2400" b="1" u="sng">
                <a:effectLst/>
              </a:rPr>
              <a:t>。</a:t>
            </a:r>
          </a:p>
          <a:p>
            <a:pPr marL="796925" lvl="1" indent="-307975" eaLnBrk="1" hangingPunct="1">
              <a:lnSpc>
                <a:spcPct val="90000"/>
              </a:lnSpc>
            </a:pPr>
            <a:r>
              <a:rPr lang="zh-CN" altLang="en-US" sz="2400" b="1">
                <a:effectLst/>
              </a:rPr>
              <a:t>更一般地，如果目标属性具有</a:t>
            </a:r>
            <a:r>
              <a:rPr lang="en-US" altLang="zh-CN" sz="2400" b="1">
                <a:effectLst/>
              </a:rPr>
              <a:t>c</a:t>
            </a:r>
            <a:r>
              <a:rPr lang="zh-CN" altLang="en-US" sz="2400" b="1">
                <a:effectLst/>
              </a:rPr>
              <a:t>个不同的值，那么 </a:t>
            </a:r>
            <a:r>
              <a:rPr lang="en-US" altLang="zh-CN" sz="2400" b="1" i="1">
                <a:effectLst/>
              </a:rPr>
              <a:t>S </a:t>
            </a:r>
            <a:r>
              <a:rPr lang="zh-CN" altLang="en-US" sz="2400" b="1">
                <a:effectLst/>
              </a:rPr>
              <a:t>相对于</a:t>
            </a:r>
            <a:r>
              <a:rPr lang="en-US" altLang="zh-CN" sz="2400" b="1">
                <a:effectLst/>
              </a:rPr>
              <a:t>c</a:t>
            </a:r>
            <a:r>
              <a:rPr lang="zh-CN" altLang="en-US" sz="2400" b="1">
                <a:effectLst/>
              </a:rPr>
              <a:t>个状态的分类的熵定义为</a:t>
            </a:r>
          </a:p>
          <a:p>
            <a:pPr marL="796925" lvl="1" indent="-307975" eaLnBrk="1" hangingPunct="1">
              <a:lnSpc>
                <a:spcPct val="80000"/>
              </a:lnSpc>
              <a:buNone/>
            </a:pPr>
            <a:r>
              <a:rPr lang="zh-CN" altLang="en-US" sz="1900">
                <a:effectLst/>
              </a:rPr>
              <a:t>	</a:t>
            </a:r>
          </a:p>
        </p:txBody>
      </p:sp>
      <p:graphicFrame>
        <p:nvGraphicFramePr>
          <p:cNvPr id="26631" name="Object 4"/>
          <p:cNvGraphicFramePr>
            <a:graphicFrameLocks noChangeAspect="1"/>
          </p:cNvGraphicFramePr>
          <p:nvPr/>
        </p:nvGraphicFramePr>
        <p:xfrm>
          <a:off x="5575300" y="5589588"/>
          <a:ext cx="4127500" cy="677862"/>
        </p:xfrm>
        <a:graphic>
          <a:graphicData uri="http://schemas.openxmlformats.org/presentationml/2006/ole">
            <mc:AlternateContent xmlns:mc="http://schemas.openxmlformats.org/markup-compatibility/2006">
              <mc:Choice xmlns:v="urn:schemas-microsoft-com:vml" Requires="v">
                <p:oleObj spid="_x0000_s1038" name="Formula" r:id="rId3" progId="Equation.Ribbit">
                  <p:embed/>
                </p:oleObj>
              </mc:Choice>
              <mc:Fallback>
                <p:oleObj spid="_x0000_s1038" name="Formula" r:id="rId3" progId="Equation.Ribbit">
                  <p:embed/>
                  <p:pic>
                    <p:nvPicPr>
                      <p:cNvPr id="0" name="OLE substitute image"/>
                      <p:cNvPicPr/>
                      <p:nvPr/>
                    </p:nvPicPr>
                    <p:blipFill>
                      <a:blip r:embed="rId4"/>
                      <a:stretch/>
                    </p:blipFill>
                    <p:spPr>
                      <a:xfrm>
                        <a:off x="5575300" y="5589588"/>
                        <a:ext cx="4127500" cy="677862"/>
                      </a:xfrm>
                      <a:prstGeom prst="rect">
                        <a:avLst/>
                      </a:prstGeom>
                      <a:noFill/>
                      <a:effectLst/>
                    </p:spPr>
                  </p:pic>
                </p:oleObj>
              </mc:Fallback>
            </mc:AlternateContent>
          </a:graphicData>
        </a:graphic>
      </p:graphicFrame>
      <p:graphicFrame>
        <p:nvGraphicFramePr>
          <p:cNvPr id="26632" name="Object 5"/>
          <p:cNvGraphicFramePr>
            <a:graphicFrameLocks noChangeAspect="1"/>
          </p:cNvGraphicFramePr>
          <p:nvPr/>
        </p:nvGraphicFramePr>
        <p:xfrm>
          <a:off x="3198812" y="3860800"/>
          <a:ext cx="5419725" cy="349250"/>
        </p:xfrm>
        <a:graphic>
          <a:graphicData uri="http://schemas.openxmlformats.org/presentationml/2006/ole">
            <mc:AlternateContent xmlns:mc="http://schemas.openxmlformats.org/markup-compatibility/2006">
              <mc:Choice xmlns:v="urn:schemas-microsoft-com:vml" Requires="v">
                <p:oleObj spid="_x0000_s1039" name="Formula" r:id="rId5" progId="Equation.Ribbit">
                  <p:embed/>
                </p:oleObj>
              </mc:Choice>
              <mc:Fallback>
                <p:oleObj spid="_x0000_s1039" name="Formula" r:id="rId5" progId="Equation.Ribbit">
                  <p:embed/>
                  <p:pic>
                    <p:nvPicPr>
                      <p:cNvPr id="0" name="OLE substitute image"/>
                      <p:cNvPicPr/>
                      <p:nvPr/>
                    </p:nvPicPr>
                    <p:blipFill>
                      <a:blip r:embed="rId6"/>
                      <a:stretch/>
                    </p:blipFill>
                    <p:spPr>
                      <a:xfrm>
                        <a:off x="3198812" y="3860800"/>
                        <a:ext cx="5419725" cy="349250"/>
                      </a:xfrm>
                      <a:prstGeom prst="rect">
                        <a:avLst/>
                      </a:prstGeom>
                      <a:noFill/>
                      <a:effectLst/>
                    </p:spPr>
                  </p:pic>
                </p:oleObj>
              </mc:Fallback>
            </mc:AlternateContent>
          </a:graphicData>
        </a:graphic>
      </p:graphicFrame>
    </p:spTree>
  </p:cSld>
  <p:clrMapOvr>
    <a:masterClrMapping/>
  </p:clrMapOvr>
  <p:transition/>
  <p:timing/>
</p:sld>
</file>

<file path=ppt/slides/slide2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27650"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E95E15C3-ED95-44CE-8999-A42DD8228474}" type="datetime1">
              <a:rPr lang="zh-CN" altLang="en-US" sz="1500">
                <a:effectLst/>
              </a:rPr>
              <a:t>2020-01-26</a:t>
            </a:fld>
            <a:endParaRPr lang="en-US" altLang="zh-CN" sz="1500">
              <a:effectLst/>
            </a:endParaRPr>
          </a:p>
        </p:txBody>
      </p:sp>
      <p:sp>
        <p:nvSpPr>
          <p:cNvPr id="27651"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27652"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59960669-151F-4838-81DD-0FFF26CC8636}" type="slidenum">
              <a:rPr lang="en-US" altLang="zh-CN" sz="1500">
                <a:effectLst/>
              </a:rPr>
              <a:t>22</a:t>
            </a:fld>
            <a:r>
              <a:rPr lang="en-US" altLang="zh-CN" sz="1500">
                <a:effectLst/>
              </a:rPr>
              <a:t> / 34</a:t>
            </a:r>
          </a:p>
        </p:txBody>
      </p:sp>
      <p:sp>
        <p:nvSpPr>
          <p:cNvPr id="27653"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a:effectLst/>
              </a:rPr>
              <a:t>4.1.1  </a:t>
            </a:r>
            <a:r>
              <a:rPr lang="zh-CN" altLang="en-US">
                <a:effectLst/>
              </a:rPr>
              <a:t>最佳分类属性（</a:t>
            </a:r>
            <a:r>
              <a:rPr lang="en-US" altLang="zh-CN">
                <a:effectLst/>
              </a:rPr>
              <a:t>2</a:t>
            </a:r>
            <a:r>
              <a:rPr lang="zh-CN" altLang="en-US">
                <a:effectLst/>
              </a:rPr>
              <a:t>）</a:t>
            </a:r>
          </a:p>
        </p:txBody>
      </p:sp>
      <p:sp>
        <p:nvSpPr>
          <p:cNvPr id="27654" name="Rectangle 3"/>
          <p:cNvSpPr/>
          <p:nvPr>
            <p:ph type="body" idx="4294967295"/>
          </p:nvPr>
        </p:nvSpPr>
        <p:spPr>
          <a:xfrm>
            <a:off x="444500" y="1981200"/>
            <a:ext cx="9307512" cy="4114800"/>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r>
              <a:rPr lang="zh-CN" altLang="en-US">
                <a:effectLst/>
              </a:rPr>
              <a:t>用</a:t>
            </a:r>
            <a:r>
              <a:rPr lang="zh-CN" altLang="en-US">
                <a:solidFill>
                  <a:srgbClr val="0000FF"/>
                </a:solidFill>
                <a:effectLst/>
              </a:rPr>
              <a:t>信息增益</a:t>
            </a:r>
            <a:r>
              <a:rPr lang="zh-CN" altLang="en-US">
                <a:effectLst/>
              </a:rPr>
              <a:t>度量</a:t>
            </a:r>
            <a:r>
              <a:rPr lang="zh-CN" altLang="en-US" b="1" u="sng">
                <a:effectLst/>
              </a:rPr>
              <a:t>熵的降低程度</a:t>
            </a:r>
          </a:p>
          <a:p>
            <a:pPr marL="796925" lvl="1" indent="-307975" eaLnBrk="1" hangingPunct="1"/>
            <a:r>
              <a:rPr lang="zh-CN" altLang="en-US">
                <a:effectLst/>
              </a:rPr>
              <a:t>属性</a:t>
            </a:r>
            <a:r>
              <a:rPr lang="en-US" altLang="zh-CN" b="1" i="1">
                <a:effectLst/>
              </a:rPr>
              <a:t>A </a:t>
            </a:r>
            <a:r>
              <a:rPr lang="zh-CN" altLang="en-US">
                <a:effectLst/>
              </a:rPr>
              <a:t>的</a:t>
            </a:r>
            <a:r>
              <a:rPr lang="zh-CN" altLang="en-US">
                <a:solidFill>
                  <a:srgbClr val="0000FF"/>
                </a:solidFill>
                <a:effectLst/>
              </a:rPr>
              <a:t>信息增益</a:t>
            </a:r>
            <a:r>
              <a:rPr lang="zh-CN" altLang="en-US">
                <a:effectLst/>
              </a:rPr>
              <a:t>，使用属性</a:t>
            </a:r>
            <a:r>
              <a:rPr lang="en-US" altLang="zh-CN" b="1" i="1">
                <a:effectLst/>
              </a:rPr>
              <a:t>A</a:t>
            </a:r>
            <a:r>
              <a:rPr lang="zh-CN" altLang="en-US">
                <a:effectLst/>
              </a:rPr>
              <a:t>分割样例集合</a:t>
            </a:r>
            <a:r>
              <a:rPr lang="en-US" altLang="zh-CN" b="1" i="1">
                <a:effectLst/>
              </a:rPr>
              <a:t>S  </a:t>
            </a:r>
            <a:r>
              <a:rPr lang="zh-CN" altLang="en-US">
                <a:effectLst/>
              </a:rPr>
              <a:t>而导致的熵的降低程度</a:t>
            </a:r>
          </a:p>
          <a:p>
            <a:pPr marL="796925" lvl="1" indent="-307975" eaLnBrk="1" hangingPunct="1">
              <a:buNone/>
            </a:pPr>
            <a:r>
              <a:rPr lang="zh-CN" altLang="en-US">
                <a:effectLst/>
              </a:rPr>
              <a:t>	</a:t>
            </a:r>
          </a:p>
          <a:p>
            <a:pPr marL="796925" lvl="1" indent="-307975" eaLnBrk="1" hangingPunct="1">
              <a:buNone/>
            </a:pPr>
            <a:endParaRPr lang="zh-CN" altLang="en-US">
              <a:effectLst/>
            </a:endParaRPr>
          </a:p>
          <a:p>
            <a:pPr marL="796925" lvl="1" indent="-307975" eaLnBrk="1" hangingPunct="1"/>
            <a:r>
              <a:rPr lang="en-US" altLang="zh-CN" i="1">
                <a:effectLst/>
              </a:rPr>
              <a:t>Gain (</a:t>
            </a:r>
            <a:r>
              <a:rPr lang="en-US" altLang="zh-CN" b="1" i="1">
                <a:effectLst/>
              </a:rPr>
              <a:t>S, A</a:t>
            </a:r>
            <a:r>
              <a:rPr lang="en-US" altLang="zh-CN" i="1">
                <a:effectLst/>
              </a:rPr>
              <a:t>)</a:t>
            </a:r>
            <a:r>
              <a:rPr lang="zh-CN" altLang="en-US">
                <a:effectLst/>
              </a:rPr>
              <a:t>是</a:t>
            </a:r>
            <a:br>
              <a:rPr lang="zh-CN" altLang="en-US">
                <a:effectLst/>
              </a:rPr>
            </a:br>
            <a:r>
              <a:rPr lang="zh-CN" altLang="en-US" b="1">
                <a:solidFill>
                  <a:srgbClr val="0000FF"/>
                </a:solidFill>
                <a:effectLst/>
              </a:rPr>
              <a:t>在知道属性</a:t>
            </a:r>
            <a:r>
              <a:rPr lang="en-US" altLang="zh-CN" b="1">
                <a:solidFill>
                  <a:srgbClr val="0000FF"/>
                </a:solidFill>
                <a:effectLst/>
              </a:rPr>
              <a:t>A</a:t>
            </a:r>
            <a:r>
              <a:rPr lang="zh-CN" altLang="en-US" b="1">
                <a:solidFill>
                  <a:srgbClr val="0000FF"/>
                </a:solidFill>
                <a:effectLst/>
              </a:rPr>
              <a:t>的值后可以节省的二进制位数</a:t>
            </a:r>
          </a:p>
          <a:p>
            <a:pPr marL="796925" lvl="1" indent="-307975" eaLnBrk="1" hangingPunct="1"/>
            <a:r>
              <a:rPr lang="zh-CN" altLang="en-US">
                <a:effectLst/>
              </a:rPr>
              <a:t>例子，注意是对当前样例集合计算上式</a:t>
            </a:r>
          </a:p>
        </p:txBody>
      </p:sp>
      <p:graphicFrame>
        <p:nvGraphicFramePr>
          <p:cNvPr id="27655" name="Object 4"/>
          <p:cNvGraphicFramePr>
            <a:graphicFrameLocks noChangeAspect="1"/>
          </p:cNvGraphicFramePr>
          <p:nvPr/>
        </p:nvGraphicFramePr>
        <p:xfrm>
          <a:off x="1660525" y="3573462"/>
          <a:ext cx="7862888" cy="1009650"/>
        </p:xfrm>
        <a:graphic>
          <a:graphicData uri="http://schemas.openxmlformats.org/presentationml/2006/ole">
            <mc:AlternateContent xmlns:mc="http://schemas.openxmlformats.org/markup-compatibility/2006">
              <mc:Choice xmlns:v="urn:schemas-microsoft-com:vml" Requires="v">
                <p:oleObj spid="_x0000_s1040" name="Equation" r:id="rId3" progId="Equation.DSMT4">
                  <p:embed/>
                </p:oleObj>
              </mc:Choice>
              <mc:Fallback>
                <p:oleObj spid="_x0000_s1040" name="Equation" r:id="rId3" progId="Equation.DSMT4">
                  <p:embed/>
                  <p:pic>
                    <p:nvPicPr>
                      <p:cNvPr id="0" name="OLE substitute image"/>
                      <p:cNvPicPr/>
                      <p:nvPr/>
                    </p:nvPicPr>
                    <p:blipFill>
                      <a:blip r:embed="rId4"/>
                      <a:stretch/>
                    </p:blipFill>
                    <p:spPr>
                      <a:xfrm>
                        <a:off x="1660525" y="3573462"/>
                        <a:ext cx="7862888" cy="1009650"/>
                      </a:xfrm>
                      <a:prstGeom prst="rect">
                        <a:avLst/>
                      </a:prstGeom>
                      <a:noFill/>
                      <a:effectLst/>
                    </p:spPr>
                  </p:pic>
                </p:oleObj>
              </mc:Fallback>
            </mc:AlternateContent>
          </a:graphicData>
        </a:graphic>
      </p:graphicFrame>
    </p:spTree>
  </p:cSld>
  <p:clrMapOvr>
    <a:masterClrMapping/>
  </p:clrMapOvr>
  <p:transition/>
  <p:timing/>
</p:sld>
</file>

<file path=ppt/slides/slide2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28674" name="日期占位符 4"/>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D1D1B6BD-8A9D-4857-9CEA-E451092A6B75}" type="datetime1">
              <a:rPr lang="zh-CN" altLang="en-US" sz="1500">
                <a:effectLst/>
              </a:rPr>
              <a:t>2020-01-26</a:t>
            </a:fld>
            <a:endParaRPr lang="en-US" altLang="zh-CN" sz="1500">
              <a:effectLst/>
            </a:endParaRPr>
          </a:p>
        </p:txBody>
      </p:sp>
      <p:sp>
        <p:nvSpPr>
          <p:cNvPr id="28675" name="页脚占位符 5"/>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28676" name="灯片编号占位符 6"/>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AE5F03DB-84BF-40EE-B48B-B0C6AF942C7C}" type="slidenum">
              <a:rPr lang="en-US" altLang="zh-CN" sz="1500">
                <a:effectLst/>
              </a:rPr>
              <a:t>23</a:t>
            </a:fld>
            <a:r>
              <a:rPr lang="en-US" altLang="zh-CN" sz="1500">
                <a:effectLst/>
              </a:rPr>
              <a:t> / 34</a:t>
            </a:r>
          </a:p>
        </p:txBody>
      </p:sp>
      <p:graphicFrame>
        <p:nvGraphicFramePr>
          <p:cNvPr id="28677" name="Object 2"/>
          <p:cNvGraphicFramePr>
            <a:graphicFrameLocks noChangeAspect="1"/>
          </p:cNvGraphicFramePr>
          <p:nvPr/>
        </p:nvGraphicFramePr>
        <p:xfrm>
          <a:off x="1416050" y="908050"/>
          <a:ext cx="7631112" cy="849312"/>
        </p:xfrm>
        <a:graphic>
          <a:graphicData uri="http://schemas.openxmlformats.org/presentationml/2006/ole">
            <mc:AlternateContent xmlns:mc="http://schemas.openxmlformats.org/markup-compatibility/2006">
              <mc:Choice xmlns:v="urn:schemas-microsoft-com:vml" Requires="v">
                <p:oleObj spid="_x0000_s1041" name="Formula" r:id="rId3" progId="Equation.Ribbit">
                  <p:embed/>
                </p:oleObj>
              </mc:Choice>
              <mc:Fallback>
                <p:oleObj spid="_x0000_s1041" name="Formula" r:id="rId3" progId="Equation.Ribbit">
                  <p:embed/>
                  <p:pic>
                    <p:nvPicPr>
                      <p:cNvPr id="0" name="OLE substitute image"/>
                      <p:cNvPicPr/>
                      <p:nvPr/>
                    </p:nvPicPr>
                    <p:blipFill>
                      <a:blip r:embed="rId4"/>
                      <a:stretch/>
                    </p:blipFill>
                    <p:spPr>
                      <a:xfrm>
                        <a:off x="1416050" y="908050"/>
                        <a:ext cx="7631112" cy="849312"/>
                      </a:xfrm>
                      <a:prstGeom prst="rect">
                        <a:avLst/>
                      </a:prstGeom>
                      <a:noFill/>
                      <a:effectLst/>
                    </p:spPr>
                  </p:pic>
                </p:oleObj>
              </mc:Fallback>
            </mc:AlternateContent>
          </a:graphicData>
        </a:graphic>
      </p:graphicFrame>
      <p:sp>
        <p:nvSpPr>
          <p:cNvPr id="28678" name="Rectangle 3"/>
          <p:cNvSpPr/>
          <p:nvPr>
            <p:ph type="title" idx="4294967295"/>
          </p:nvPr>
        </p:nvSpPr>
        <p:spPr>
          <a:xfrm>
            <a:off x="769938" y="188912"/>
            <a:ext cx="9269412" cy="863600"/>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sz="4400">
                <a:effectLst/>
              </a:rPr>
              <a:t>PlayTennis</a:t>
            </a:r>
            <a:r>
              <a:rPr lang="zh-CN" altLang="en-US" sz="4400">
                <a:effectLst/>
              </a:rPr>
              <a:t>的</a:t>
            </a:r>
            <a:r>
              <a:rPr lang="en-US" altLang="zh-CN" sz="4400">
                <a:effectLst/>
              </a:rPr>
              <a:t>14</a:t>
            </a:r>
            <a:r>
              <a:rPr lang="zh-CN" altLang="en-US" sz="4400">
                <a:effectLst/>
              </a:rPr>
              <a:t>个训练样例</a:t>
            </a:r>
          </a:p>
        </p:txBody>
      </p:sp>
      <p:graphicFrame>
        <p:nvGraphicFramePr>
          <p:cNvPr id="28679" name="Group 4"/>
          <p:cNvGraphicFramePr>
            <a:graphicFrameLocks noGrp="1"/>
          </p:cNvGraphicFramePr>
          <p:nvPr>
            <p:ph sz="half" idx="4294967295"/>
          </p:nvPr>
        </p:nvGraphicFramePr>
        <p:xfrm>
          <a:off x="444500" y="1844675"/>
          <a:ext cx="9478961" cy="4321178"/>
        </p:xfrm>
        <a:graphic>
          <a:graphicData uri="http://schemas.openxmlformats.org/drawingml/2006/table">
            <a:tbl>
              <a:tblPr>
                <a:effectLst/>
              </a:tblPr>
              <a:tblGrid>
                <a:gridCol w="1624012"/>
                <a:gridCol w="1625600"/>
                <a:gridCol w="1624012"/>
                <a:gridCol w="1624012"/>
                <a:gridCol w="1625600"/>
                <a:gridCol w="1355725"/>
              </a:tblGrid>
              <a:tr h="287338">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Day</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Outlook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rgbClr val="FF0000"/>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Temperature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Humidity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solidFill>
                            <a:srgbClr val="FFFF00"/>
                          </a:solidFill>
                          <a:effectLst/>
                          <a:ea typeface="Times New Roman" pitchFamily="18" charset="0"/>
                        </a:rPr>
                        <a:t>Wind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tx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PlayTennis</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285750">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D1</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Sunny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Hot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Weak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No</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r>
              <a:tr h="287338">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D2</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Sunny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Hot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Strong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No</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285750">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D3</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Overcast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Hot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Weak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solidFill>
                            <a:srgbClr val="FF0066"/>
                          </a:solidFill>
                          <a:effectLst/>
                          <a:ea typeface="Times New Roman" pitchFamily="18" charset="0"/>
                        </a:rPr>
                        <a:t>Yes</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r>
              <a:tr h="287338">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D4</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Rain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Mild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Weak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solidFill>
                            <a:srgbClr val="FF0066"/>
                          </a:solidFill>
                          <a:effectLst/>
                          <a:ea typeface="Times New Roman" pitchFamily="18" charset="0"/>
                        </a:rPr>
                        <a:t>Yes</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285750">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D5</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Rain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Cool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Normal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Weak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solidFill>
                            <a:srgbClr val="FF0066"/>
                          </a:solidFill>
                          <a:effectLst/>
                          <a:ea typeface="Times New Roman" pitchFamily="18" charset="0"/>
                        </a:rPr>
                        <a:t>Yes</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r>
              <a:tr h="287338">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D6</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Rain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Cool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Normal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Strong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No</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285750">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D7</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Overcast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Cool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Normal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Strong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solidFill>
                            <a:srgbClr val="FF0066"/>
                          </a:solidFill>
                          <a:effectLst/>
                          <a:ea typeface="Times New Roman" pitchFamily="18" charset="0"/>
                        </a:rPr>
                        <a:t>Yes</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r>
              <a:tr h="309562">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D8</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Sunny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Mild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Weak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No</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285750">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D9</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Sunny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Cool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Normal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Weak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solidFill>
                            <a:srgbClr val="FF0066"/>
                          </a:solidFill>
                          <a:effectLst/>
                          <a:ea typeface="Times New Roman" pitchFamily="18" charset="0"/>
                        </a:rPr>
                        <a:t>Yes</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r>
              <a:tr h="287338">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D10</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Rain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Mild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Normal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Weak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solidFill>
                            <a:srgbClr val="FF0066"/>
                          </a:solidFill>
                          <a:effectLst/>
                          <a:ea typeface="Times New Roman" pitchFamily="18" charset="0"/>
                        </a:rPr>
                        <a:t>Yes</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285750">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D11</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Sunny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Mild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Normal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Strong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solidFill>
                            <a:srgbClr val="FF0066"/>
                          </a:solidFill>
                          <a:effectLst/>
                          <a:ea typeface="Times New Roman" pitchFamily="18" charset="0"/>
                        </a:rPr>
                        <a:t>Yes</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r>
              <a:tr h="287338">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D12</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Overcast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Mild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Strong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solidFill>
                            <a:srgbClr val="FF0066"/>
                          </a:solidFill>
                          <a:effectLst/>
                          <a:ea typeface="Times New Roman" pitchFamily="18" charset="0"/>
                        </a:rPr>
                        <a:t>Yes</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r h="285750">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D13</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Overcast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Hot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Normal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Weak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solidFill>
                            <a:srgbClr val="FF0066"/>
                          </a:solidFill>
                          <a:effectLst/>
                          <a:ea typeface="Times New Roman" pitchFamily="18" charset="0"/>
                        </a:rPr>
                        <a:t>Yes</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solidFill>
                      <a:schemeClr val="accent1"/>
                    </a:solidFill>
                  </a:tcPr>
                </a:tc>
              </a:tr>
              <a:tr h="287338">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D14</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Rain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Mild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Strong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c>
                  <a:txBody>
                    <a:bodyPr anchor="ctr"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201862" indent="-244475" algn="l" defTabSz="979488"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0" lvl="0" indent="0" algn="ctr" defTabSz="914400" eaLnBrk="1" hangingPunct="1">
                        <a:buNone/>
                      </a:pPr>
                      <a:r>
                        <a:rPr lang="en-US" altLang="zh-CN" sz="1200" b="1">
                          <a:effectLst/>
                          <a:ea typeface="Times New Roman" pitchFamily="18" charset="0"/>
                        </a:rPr>
                        <a:t>No</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cap="flat" cmpd="sng" algn="ctr">
                      <a:noFill/>
                      <a:prstDash val="solid"/>
                      <a:round/>
                      <a:headEnd type="none" w="med" len="med"/>
                      <a:tailEnd type="none" w="med" len="med"/>
                    </a:lnTlToBr>
                    <a:lnBlToTr cap="flat" cmpd="sng" algn="ctr">
                      <a:noFill/>
                      <a:prstDash val="solid"/>
                      <a:round/>
                      <a:headEnd type="none" w="med" len="med"/>
                      <a:tailEnd type="none" w="med" len="med"/>
                    </a:lnBlToTr>
                    <a:noFill/>
                  </a:tcPr>
                </a:tc>
              </a:tr>
            </a:tbl>
          </a:graphicData>
        </a:graphic>
      </p:graphicFrame>
      <p:cxnSp>
        <p:nvCxnSpPr>
          <p:cNvPr id="28793" name="Line 118"/>
          <p:cNvCxnSpPr/>
          <p:nvPr/>
        </p:nvCxnSpPr>
        <p:spPr>
          <a:xfrm flipH="1">
            <a:off x="3038475" y="1412875"/>
            <a:ext cx="79375" cy="360362"/>
          </a:xfrm>
          <a:prstGeom prst="line">
            <a:avLst/>
          </a:prstGeom>
          <a:noFill/>
          <a:ln w="38100">
            <a:solidFill>
              <a:srgbClr val="FF0000"/>
            </a:solidFill>
            <a:miter lim="800000"/>
            <a:tailEnd type="stealth" w="lg" len="lg"/>
          </a:ln>
          <a:effectLst/>
        </p:spPr>
      </p:cxnSp>
    </p:spTree>
  </p:cSld>
  <p:clrMapOvr>
    <a:masterClrMapping/>
  </p:clrMapOvr>
  <p:transition/>
  <p:timing/>
</p:sld>
</file>

<file path=ppt/slides/slide2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29698"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4C3A0ECA-8E5C-4A9D-B80F-384AF89F6B84}" type="datetime1">
              <a:rPr lang="zh-CN" altLang="en-US" sz="1500">
                <a:effectLst/>
              </a:rPr>
              <a:t>2020-01-26</a:t>
            </a:fld>
            <a:endParaRPr lang="en-US" altLang="zh-CN" sz="1500">
              <a:effectLst/>
            </a:endParaRPr>
          </a:p>
        </p:txBody>
      </p:sp>
      <p:sp>
        <p:nvSpPr>
          <p:cNvPr id="29699"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29700"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674F8A61-98D8-4D0B-B281-17CF6904F6F9}" type="slidenum">
              <a:rPr lang="en-US" altLang="zh-CN" sz="1500">
                <a:effectLst/>
              </a:rPr>
              <a:t>24</a:t>
            </a:fld>
            <a:r>
              <a:rPr lang="en-US" altLang="zh-CN" sz="1500">
                <a:effectLst/>
              </a:rPr>
              <a:t> / 34</a:t>
            </a:r>
          </a:p>
        </p:txBody>
      </p:sp>
      <p:pic>
        <p:nvPicPr>
          <p:cNvPr id="29701" name="Picture 2"/>
          <p:cNvPicPr/>
          <p:nvPr>
            <p:ph idx="4294967295"/>
          </p:nvPr>
        </p:nvPicPr>
        <p:blipFill>
          <a:blip r:embed="rId3"/>
          <a:stretch/>
        </p:blipFill>
        <p:spPr>
          <a:xfrm>
            <a:off x="527050" y="1341438"/>
            <a:ext cx="9396412" cy="4319588"/>
          </a:xfrm>
          <a:prstGeom prst="rect">
            <a:avLst/>
          </a:prstGeom>
          <a:noFill/>
          <a:ln>
            <a:miter lim="800000"/>
          </a:ln>
          <a:effectLst/>
        </p:spPr>
      </p:pic>
      <p:sp>
        <p:nvSpPr>
          <p:cNvPr id="29702" name="Rectangle 3"/>
          <p:cNvSpPr/>
          <p:nvPr>
            <p:ph type="title" idx="4294967295"/>
          </p:nvPr>
        </p:nvSpPr>
        <p:spPr>
          <a:xfrm>
            <a:off x="527050" y="260350"/>
            <a:ext cx="9232900" cy="1143000"/>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zh-CN" altLang="en-US">
                <a:effectLst/>
              </a:rPr>
              <a:t>当前样例集合中的最佳分类属性</a:t>
            </a:r>
          </a:p>
        </p:txBody>
      </p:sp>
      <p:sp>
        <p:nvSpPr>
          <p:cNvPr id="29703" name="Rectangle 4"/>
          <p:cNvSpPr/>
          <p:nvPr/>
        </p:nvSpPr>
        <p:spPr>
          <a:xfrm>
            <a:off x="5629275" y="5734050"/>
            <a:ext cx="3356471" cy="457657"/>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spcBef>
                <a:spcPct val="30000"/>
              </a:spcBef>
            </a:pPr>
            <a:r>
              <a:rPr kumimoji="1" lang="en-US" altLang="zh-CN" sz="2400" b="1">
                <a:solidFill>
                  <a:srgbClr val="008000"/>
                </a:solidFill>
                <a:effectLst/>
                <a:latin typeface="Times New Roman" pitchFamily="18" charset="0"/>
              </a:rPr>
              <a:t>Gain (S, Outlook)=0.246</a:t>
            </a:r>
          </a:p>
        </p:txBody>
      </p:sp>
      <p:sp>
        <p:nvSpPr>
          <p:cNvPr id="29704" name="Rectangle 5"/>
          <p:cNvSpPr/>
          <p:nvPr/>
        </p:nvSpPr>
        <p:spPr>
          <a:xfrm>
            <a:off x="850900" y="5734050"/>
            <a:ext cx="3791881" cy="457657"/>
          </a:xfrm>
          <a:prstGeom prst="rect">
            <a:avLst/>
          </a:prstGeom>
          <a:noFill/>
          <a:ln>
            <a:noFill/>
            <a:miter lim="800000"/>
          </a:ln>
          <a:effectLst/>
        </p:spPr>
        <p:txBody>
          <a:bodyPr wrap="none">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spcBef>
                <a:spcPct val="30000"/>
              </a:spcBef>
            </a:pPr>
            <a:r>
              <a:rPr kumimoji="1" lang="en-US" altLang="zh-CN" sz="2400">
                <a:effectLst/>
                <a:latin typeface="Times New Roman" pitchFamily="18" charset="0"/>
              </a:rPr>
              <a:t>Gain (S, Temperature)=0.029</a:t>
            </a:r>
          </a:p>
        </p:txBody>
      </p:sp>
    </p:spTree>
  </p:cSld>
  <p:clrMapOvr>
    <a:masterClrMapping/>
  </p:clrMapOvr>
  <p:transition/>
  <p:timing/>
</p:sld>
</file>

<file path=ppt/slides/slide2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30722"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0CEC00A2-E93A-446D-931F-095799E61599}" type="datetime1">
              <a:rPr lang="zh-CN" altLang="en-US" sz="1500">
                <a:effectLst/>
              </a:rPr>
              <a:t>2020-01-26</a:t>
            </a:fld>
            <a:endParaRPr lang="en-US" altLang="zh-CN" sz="1500">
              <a:effectLst/>
            </a:endParaRPr>
          </a:p>
        </p:txBody>
      </p:sp>
      <p:sp>
        <p:nvSpPr>
          <p:cNvPr id="30723"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30724"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CD165A5C-BA76-4F03-814E-6F2254A3B4C3}" type="slidenum">
              <a:rPr lang="en-US" altLang="zh-CN" sz="1500">
                <a:effectLst/>
              </a:rPr>
              <a:t>25</a:t>
            </a:fld>
            <a:r>
              <a:rPr lang="en-US" altLang="zh-CN" sz="1500">
                <a:effectLst/>
              </a:rPr>
              <a:t> / 34</a:t>
            </a:r>
          </a:p>
        </p:txBody>
      </p:sp>
      <p:sp>
        <p:nvSpPr>
          <p:cNvPr id="30725"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zh-CN" altLang="en-US">
                <a:effectLst/>
              </a:rPr>
              <a:t>然后呢？</a:t>
            </a:r>
          </a:p>
        </p:txBody>
      </p:sp>
      <p:sp>
        <p:nvSpPr>
          <p:cNvPr id="30726" name="Rectangle 3"/>
          <p:cNvSpPr/>
          <p:nvPr>
            <p:ph type="body" idx="4294967295"/>
          </p:nvPr>
        </p:nvSpPr>
        <p:spPr>
          <a:xfrm>
            <a:off x="750888" y="2117725"/>
            <a:ext cx="8742362" cy="4119562"/>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r>
              <a:rPr lang="zh-CN" altLang="en-US">
                <a:effectLst/>
              </a:rPr>
              <a:t>类别值较多的输入变量更容易成为当前最佳</a:t>
            </a:r>
          </a:p>
          <a:p>
            <a:pPr marL="796925" lvl="1" indent="-307975" eaLnBrk="1" hangingPunct="1"/>
            <a:r>
              <a:rPr lang="en-US" altLang="zh-CN" b="1">
                <a:solidFill>
                  <a:srgbClr val="006600"/>
                </a:solidFill>
                <a:effectLst/>
              </a:rPr>
              <a:t>GainsR(U,V)=</a:t>
            </a:r>
            <a:r>
              <a:rPr lang="en-US" altLang="zh-CN" b="1">
                <a:effectLst/>
              </a:rPr>
              <a:t>Gains(U,V)</a:t>
            </a:r>
            <a:r>
              <a:rPr lang="en-US" altLang="zh-CN">
                <a:effectLst/>
              </a:rPr>
              <a:t>/</a:t>
            </a:r>
            <a:r>
              <a:rPr lang="en-US" altLang="zh-CN" b="1">
                <a:solidFill>
                  <a:srgbClr val="800000"/>
                </a:solidFill>
                <a:effectLst/>
              </a:rPr>
              <a:t>Entropy(V)</a:t>
            </a:r>
          </a:p>
          <a:p>
            <a:pPr marL="366712" lvl="0" indent="-366712" eaLnBrk="1" hangingPunct="1"/>
            <a:r>
              <a:rPr lang="zh-CN" altLang="en-US">
                <a:effectLst/>
              </a:rPr>
              <a:t>是不是再比较剩余的几个信息增益值？</a:t>
            </a:r>
          </a:p>
          <a:p>
            <a:pPr marL="796925" lvl="1" indent="-307975" eaLnBrk="1" hangingPunct="1"/>
            <a:endParaRPr lang="zh-CN" altLang="en-US">
              <a:effectLst/>
            </a:endParaRPr>
          </a:p>
          <a:p>
            <a:pPr marL="366712" lvl="0" indent="-366712" eaLnBrk="1" hangingPunct="1"/>
            <a:r>
              <a:rPr lang="zh-CN" altLang="en-US">
                <a:effectLst/>
              </a:rPr>
              <a:t>应该怎么办？</a:t>
            </a:r>
          </a:p>
          <a:p>
            <a:pPr marL="796925" lvl="1" indent="-307975" eaLnBrk="1" hangingPunct="1"/>
            <a:r>
              <a:rPr lang="zh-CN" altLang="en-US">
                <a:effectLst/>
              </a:rPr>
              <a:t>注意决策树每个分支上属性间的关系</a:t>
            </a:r>
          </a:p>
        </p:txBody>
      </p:sp>
    </p:spTree>
  </p:cSld>
  <p:clrMapOvr>
    <a:masterClrMapping/>
  </p:clrMapOvr>
  <p:transition/>
  <p:timing/>
</p:sld>
</file>

<file path=ppt/slides/slide2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31746"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FF79D8F2-3A63-42E4-8AEB-E4E2B622C419}" type="datetime1">
              <a:rPr lang="zh-CN" altLang="en-US" sz="1500">
                <a:effectLst/>
              </a:rPr>
              <a:t>2020-01-26</a:t>
            </a:fld>
            <a:endParaRPr lang="en-US" altLang="zh-CN" sz="1500">
              <a:effectLst/>
            </a:endParaRPr>
          </a:p>
        </p:txBody>
      </p:sp>
      <p:sp>
        <p:nvSpPr>
          <p:cNvPr id="31747"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31748"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BF57671E-F869-4B5F-AF15-67137ABC4211}" type="slidenum">
              <a:rPr lang="en-US" altLang="zh-CN" sz="1500">
                <a:effectLst/>
              </a:rPr>
              <a:t>26</a:t>
            </a:fld>
            <a:r>
              <a:rPr lang="en-US" altLang="zh-CN" sz="1500">
                <a:effectLst/>
              </a:rPr>
              <a:t> / 34</a:t>
            </a:r>
          </a:p>
        </p:txBody>
      </p:sp>
      <p:sp>
        <p:nvSpPr>
          <p:cNvPr id="31749" name="Rectangle 2"/>
          <p:cNvSpPr/>
          <p:nvPr>
            <p:ph type="title" idx="4294967295"/>
          </p:nvPr>
        </p:nvSpPr>
        <p:spPr>
          <a:xfrm>
            <a:off x="1295400" y="260350"/>
            <a:ext cx="8743950" cy="1143000"/>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zh-CN" altLang="en-US">
                <a:effectLst/>
              </a:rPr>
              <a:t>根节点的左右孩子顺序</a:t>
            </a:r>
          </a:p>
        </p:txBody>
      </p:sp>
      <p:pic>
        <p:nvPicPr>
          <p:cNvPr id="31750" name="Picture 3"/>
          <p:cNvPicPr/>
          <p:nvPr/>
        </p:nvPicPr>
        <p:blipFill>
          <a:blip r:embed="rId3"/>
          <a:stretch/>
        </p:blipFill>
        <p:spPr>
          <a:xfrm>
            <a:off x="850900" y="4437062"/>
            <a:ext cx="8505825" cy="1655762"/>
          </a:xfrm>
          <a:prstGeom prst="rect">
            <a:avLst/>
          </a:prstGeom>
          <a:noFill/>
          <a:ln>
            <a:noFill/>
            <a:miter lim="800000"/>
          </a:ln>
          <a:effectLst/>
        </p:spPr>
      </p:pic>
      <p:pic>
        <p:nvPicPr>
          <p:cNvPr id="31751" name="Picture 4"/>
          <p:cNvPicPr/>
          <p:nvPr>
            <p:ph idx="4294967295"/>
          </p:nvPr>
        </p:nvPicPr>
        <p:blipFill>
          <a:blip r:embed="rId4"/>
          <a:stretch/>
        </p:blipFill>
        <p:spPr>
          <a:xfrm>
            <a:off x="606425" y="1412875"/>
            <a:ext cx="9072562" cy="2952750"/>
          </a:xfrm>
          <a:prstGeom prst="rect">
            <a:avLst/>
          </a:prstGeom>
          <a:noFill/>
          <a:ln>
            <a:miter lim="800000"/>
          </a:ln>
          <a:effectLst/>
        </p:spPr>
      </p:pic>
      <p:sp>
        <p:nvSpPr>
          <p:cNvPr id="31752" name="Text Box 5"/>
          <p:cNvSpPr/>
          <p:nvPr/>
        </p:nvSpPr>
        <p:spPr>
          <a:xfrm>
            <a:off x="5143500" y="4581525"/>
            <a:ext cx="3486458" cy="457657"/>
          </a:xfrm>
          <a:prstGeom prst="rect">
            <a:avLst/>
          </a:prstGeom>
          <a:noFill/>
          <a:ln>
            <a:noFill/>
            <a:miter lim="800000"/>
          </a:ln>
          <a:effectLst/>
        </p:spPr>
        <p:txBody>
          <a:bodyPr>
            <a:sp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spcBef>
                <a:spcPct val="50000"/>
              </a:spcBef>
            </a:pPr>
            <a:r>
              <a:rPr kumimoji="1" lang="zh-CN" altLang="en-US" sz="2400">
                <a:effectLst/>
                <a:latin typeface="Times New Roman" pitchFamily="18" charset="0"/>
              </a:rPr>
              <a:t>全正例、全负例</a:t>
            </a:r>
          </a:p>
        </p:txBody>
      </p:sp>
    </p:spTree>
  </p:cSld>
  <p:clrMapOvr>
    <a:masterClrMapping/>
  </p:clrMapOvr>
  <p:transition/>
  <p:timing/>
</p:sld>
</file>

<file path=ppt/slides/slide2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32770"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7CF00E1B-8EA5-4FF3-94D5-0BA5548A3438}" type="datetime1">
              <a:rPr lang="zh-CN" altLang="en-US" sz="1500">
                <a:effectLst/>
              </a:rPr>
              <a:t>2020-01-26</a:t>
            </a:fld>
            <a:endParaRPr lang="en-US" altLang="zh-CN" sz="1500">
              <a:effectLst/>
            </a:endParaRPr>
          </a:p>
        </p:txBody>
      </p:sp>
      <p:sp>
        <p:nvSpPr>
          <p:cNvPr id="32771"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32772"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931C2E97-7DD1-4268-B34B-FA31E41D4B73}" type="slidenum">
              <a:rPr lang="en-US" altLang="zh-CN" sz="1500">
                <a:effectLst/>
              </a:rPr>
              <a:t>27</a:t>
            </a:fld>
            <a:r>
              <a:rPr lang="en-US" altLang="zh-CN" sz="1500">
                <a:effectLst/>
              </a:rPr>
              <a:t> / 34</a:t>
            </a:r>
          </a:p>
        </p:txBody>
      </p:sp>
      <p:sp>
        <p:nvSpPr>
          <p:cNvPr id="32773" name="Rectangle 2"/>
          <p:cNvSpPr/>
          <p:nvPr>
            <p:ph type="title" idx="4294967295"/>
          </p:nvPr>
        </p:nvSpPr>
        <p:spPr>
          <a:xfrm>
            <a:off x="966788" y="214312"/>
            <a:ext cx="9094788" cy="1485900"/>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zh-CN" altLang="en-US">
                <a:effectLst/>
              </a:rPr>
              <a:t>用于学习布尔函数的</a:t>
            </a:r>
            <a:r>
              <a:rPr lang="en-US" altLang="zh-CN">
                <a:effectLst/>
              </a:rPr>
              <a:t>ID3</a:t>
            </a:r>
            <a:r>
              <a:rPr lang="zh-CN" altLang="en-US">
                <a:effectLst/>
              </a:rPr>
              <a:t>算法概要</a:t>
            </a:r>
          </a:p>
        </p:txBody>
      </p:sp>
      <p:sp>
        <p:nvSpPr>
          <p:cNvPr id="32774" name="Rectangle 3"/>
          <p:cNvSpPr>
            <a:spLocks noGrp="1" noChangeArrowheads="1"/>
          </p:cNvSpPr>
          <p:nvPr>
            <p:ph type="body" idx="4294967295"/>
          </p:nvPr>
        </p:nvSpPr>
        <p:spPr>
          <a:xfrm>
            <a:off x="750888" y="1989138"/>
            <a:ext cx="8745537" cy="4249737"/>
          </a:xfrm>
          <a:effectLst/>
        </p:spPr>
        <p:txBody>
          <a:bodyPr vert="horz" wrap="square" lIns="97953" tIns="48976" rIns="97953" bIns="48976" anchor="t" anchorCtr="0" compatLnSpc="1">
            <a:prstTxWarp prst="textNoShape">
              <a:avLst/>
            </a:prstTxWarp>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3" marR="0" lvl="0" indent="-366713" eaLnBrk="1" hangingPunct="1">
              <a:lnSpc>
                <a:spcPct val="90000"/>
              </a:lnSpc>
            </a:pPr>
            <a:r>
              <a:rPr lang="en-US" altLang="zh-CN" sz="1400">
                <a:effectLst/>
              </a:rPr>
              <a:t>ID3(Examples, Target_attribute, Attributes)</a:t>
            </a:r>
          </a:p>
          <a:p>
            <a:pPr marL="366713" marR="0" lvl="0" indent="-366713" eaLnBrk="1" hangingPunct="1">
              <a:lnSpc>
                <a:spcPct val="90000"/>
              </a:lnSpc>
            </a:pPr>
            <a:r>
              <a:rPr lang="zh-CN" altLang="en-US" sz="1400">
                <a:effectLst/>
              </a:rPr>
              <a:t>创建树的</a:t>
            </a:r>
            <a:r>
              <a:rPr lang="en-US" altLang="zh-CN" sz="1400">
                <a:effectLst/>
              </a:rPr>
              <a:t>root</a:t>
            </a:r>
            <a:r>
              <a:rPr lang="zh-CN" altLang="en-US" sz="1400">
                <a:effectLst/>
              </a:rPr>
              <a:t>节点，整棵树的指针</a:t>
            </a:r>
          </a:p>
          <a:p>
            <a:pPr marL="366713" marR="0" lvl="0" indent="-366713" eaLnBrk="1" hangingPunct="1">
              <a:lnSpc>
                <a:spcPct val="90000"/>
              </a:lnSpc>
            </a:pPr>
            <a:r>
              <a:rPr lang="zh-CN" altLang="en-US" sz="1400">
                <a:effectLst/>
              </a:rPr>
              <a:t>如果</a:t>
            </a:r>
            <a:r>
              <a:rPr lang="en-US" altLang="zh-CN" sz="1400">
                <a:effectLst/>
              </a:rPr>
              <a:t>Examples</a:t>
            </a:r>
            <a:r>
              <a:rPr lang="zh-CN" altLang="en-US" sz="1400">
                <a:effectLst/>
              </a:rPr>
              <a:t>都为正</a:t>
            </a:r>
            <a:r>
              <a:rPr lang="en-US" altLang="zh-CN" sz="1400">
                <a:effectLst/>
              </a:rPr>
              <a:t>,</a:t>
            </a:r>
            <a:r>
              <a:rPr lang="zh-CN" altLang="en-US" sz="1400">
                <a:effectLst/>
              </a:rPr>
              <a:t>返回</a:t>
            </a:r>
            <a:r>
              <a:rPr lang="en-US" altLang="zh-CN" sz="1400">
                <a:effectLst/>
              </a:rPr>
              <a:t>label=+</a:t>
            </a:r>
            <a:r>
              <a:rPr lang="zh-CN" altLang="en-US" sz="1400">
                <a:effectLst/>
              </a:rPr>
              <a:t>的单节点树</a:t>
            </a:r>
            <a:r>
              <a:rPr lang="en-US" altLang="zh-CN" sz="1400">
                <a:effectLst/>
              </a:rPr>
              <a:t>root; %</a:t>
            </a:r>
            <a:r>
              <a:rPr lang="zh-CN" altLang="en-US" sz="1400">
                <a:effectLst/>
              </a:rPr>
              <a:t>原因在例子中说明</a:t>
            </a:r>
          </a:p>
          <a:p>
            <a:pPr marL="366713" marR="0" lvl="0" indent="-366713" eaLnBrk="1" hangingPunct="1">
              <a:lnSpc>
                <a:spcPct val="90000"/>
              </a:lnSpc>
            </a:pPr>
            <a:r>
              <a:rPr lang="zh-CN" altLang="en-US" sz="1400">
                <a:effectLst/>
              </a:rPr>
              <a:t>如果</a:t>
            </a:r>
            <a:r>
              <a:rPr lang="en-US" altLang="zh-CN" sz="1400">
                <a:effectLst/>
              </a:rPr>
              <a:t>Examples</a:t>
            </a:r>
            <a:r>
              <a:rPr lang="zh-CN" altLang="en-US" sz="1400">
                <a:effectLst/>
              </a:rPr>
              <a:t>都为反</a:t>
            </a:r>
            <a:r>
              <a:rPr lang="en-US" altLang="zh-CN" sz="1400">
                <a:effectLst/>
              </a:rPr>
              <a:t>,</a:t>
            </a:r>
            <a:r>
              <a:rPr lang="zh-CN" altLang="en-US" sz="1400">
                <a:effectLst/>
              </a:rPr>
              <a:t>返回</a:t>
            </a:r>
            <a:r>
              <a:rPr lang="en-US" altLang="zh-CN" sz="1400">
                <a:effectLst/>
              </a:rPr>
              <a:t>label=-</a:t>
            </a:r>
            <a:r>
              <a:rPr lang="zh-CN" altLang="en-US" sz="1400">
                <a:effectLst/>
              </a:rPr>
              <a:t>的单节点树</a:t>
            </a:r>
            <a:r>
              <a:rPr lang="en-US" altLang="zh-CN" sz="1400">
                <a:effectLst/>
              </a:rPr>
              <a:t>root</a:t>
            </a:r>
          </a:p>
          <a:p>
            <a:pPr marL="366713" marR="0" lvl="0" indent="-366713" eaLnBrk="1" hangingPunct="1">
              <a:lnSpc>
                <a:spcPct val="90000"/>
              </a:lnSpc>
            </a:pPr>
            <a:r>
              <a:rPr lang="zh-CN" altLang="en-US" sz="1400">
                <a:effectLst/>
              </a:rPr>
              <a:t>如果</a:t>
            </a:r>
            <a:r>
              <a:rPr lang="en-US" altLang="zh-CN" sz="1400">
                <a:effectLst/>
              </a:rPr>
              <a:t>Attributes</a:t>
            </a:r>
            <a:r>
              <a:rPr lang="zh-CN" altLang="en-US" sz="1400">
                <a:effectLst/>
              </a:rPr>
              <a:t>为空，那么返回单节点</a:t>
            </a:r>
            <a:r>
              <a:rPr lang="en-US" altLang="zh-CN" sz="1400">
                <a:effectLst/>
              </a:rPr>
              <a:t>root</a:t>
            </a:r>
            <a:r>
              <a:rPr lang="zh-CN" altLang="en-US" sz="1400">
                <a:effectLst/>
              </a:rPr>
              <a:t>，</a:t>
            </a:r>
            <a:r>
              <a:rPr lang="en-US" altLang="zh-CN" sz="1400">
                <a:effectLst/>
              </a:rPr>
              <a:t>label=Examples</a:t>
            </a:r>
            <a:r>
              <a:rPr lang="zh-CN" altLang="en-US" sz="1400">
                <a:effectLst/>
              </a:rPr>
              <a:t>中最普遍的</a:t>
            </a:r>
            <a:r>
              <a:rPr lang="en-US" altLang="zh-CN" sz="1400">
                <a:effectLst/>
              </a:rPr>
              <a:t>Target_attribute</a:t>
            </a:r>
            <a:r>
              <a:rPr lang="zh-CN" altLang="en-US" sz="1400">
                <a:effectLst/>
              </a:rPr>
              <a:t>值</a:t>
            </a:r>
          </a:p>
          <a:p>
            <a:pPr marL="366713" marR="0" lvl="0" indent="-366713" eaLnBrk="1" hangingPunct="1">
              <a:lnSpc>
                <a:spcPct val="90000"/>
              </a:lnSpc>
            </a:pPr>
            <a:r>
              <a:rPr lang="zh-CN" altLang="en-US" sz="1400">
                <a:effectLst/>
              </a:rPr>
              <a:t>否则开始</a:t>
            </a:r>
          </a:p>
          <a:p>
            <a:pPr marL="796925" marR="0" lvl="1" indent="-307975" eaLnBrk="1" hangingPunct="1">
              <a:lnSpc>
                <a:spcPct val="90000"/>
              </a:lnSpc>
            </a:pPr>
            <a:r>
              <a:rPr lang="en-US" altLang="zh-CN" sz="1500">
                <a:effectLst/>
              </a:rPr>
              <a:t>A</a:t>
            </a:r>
            <a:r>
              <a:rPr lang="en-US" altLang="zh-CN" sz="1500">
                <a:effectLst/>
                <a:sym typeface="Symbol" pitchFamily="18" charset="2"/>
              </a:rPr>
              <a:t></a:t>
            </a:r>
            <a:r>
              <a:rPr lang="en-US" altLang="zh-CN" sz="1500">
                <a:effectLst/>
              </a:rPr>
              <a:t>Attributes</a:t>
            </a:r>
            <a:r>
              <a:rPr lang="zh-CN" altLang="en-US" sz="1500">
                <a:effectLst/>
                <a:latin typeface="宋体" pitchFamily="2" charset="-122"/>
              </a:rPr>
              <a:t>中</a:t>
            </a:r>
            <a:r>
              <a:rPr lang="zh-CN" altLang="en-US" sz="1500" b="1">
                <a:solidFill>
                  <a:srgbClr val="0000FF"/>
                </a:solidFill>
                <a:effectLst/>
                <a:latin typeface="宋体" pitchFamily="2" charset="-122"/>
              </a:rPr>
              <a:t>分类</a:t>
            </a:r>
            <a:r>
              <a:rPr lang="en-US" altLang="zh-CN" sz="1500" b="1">
                <a:solidFill>
                  <a:srgbClr val="0000FF"/>
                </a:solidFill>
                <a:effectLst/>
              </a:rPr>
              <a:t>examples</a:t>
            </a:r>
            <a:r>
              <a:rPr lang="zh-CN" altLang="en-US" sz="1500" b="1">
                <a:solidFill>
                  <a:srgbClr val="0000FF"/>
                </a:solidFill>
                <a:effectLst/>
                <a:latin typeface="宋体" pitchFamily="2" charset="-122"/>
              </a:rPr>
              <a:t>能力最好的属性</a:t>
            </a:r>
          </a:p>
          <a:p>
            <a:pPr marL="796925" marR="0" lvl="1" indent="-307975" eaLnBrk="1" hangingPunct="1">
              <a:lnSpc>
                <a:spcPct val="90000"/>
              </a:lnSpc>
            </a:pPr>
            <a:r>
              <a:rPr lang="en-US" altLang="zh-CN" sz="1500">
                <a:effectLst/>
              </a:rPr>
              <a:t>root</a:t>
            </a:r>
            <a:r>
              <a:rPr lang="zh-CN" altLang="en-US" sz="1500">
                <a:effectLst/>
              </a:rPr>
              <a:t>的决策属性</a:t>
            </a:r>
            <a:r>
              <a:rPr lang="zh-CN" altLang="en-US" sz="1500">
                <a:effectLst/>
                <a:sym typeface="Symbol" pitchFamily="18" charset="2"/>
              </a:rPr>
              <a:t></a:t>
            </a:r>
            <a:r>
              <a:rPr lang="en-US" altLang="zh-CN" sz="1500">
                <a:effectLst/>
                <a:sym typeface="Symbol" pitchFamily="18" charset="2"/>
              </a:rPr>
              <a:t>A</a:t>
            </a:r>
          </a:p>
          <a:p>
            <a:pPr marL="796925" marR="0" lvl="1" indent="-307975" eaLnBrk="1" hangingPunct="1">
              <a:lnSpc>
                <a:spcPct val="90000"/>
              </a:lnSpc>
            </a:pPr>
            <a:r>
              <a:rPr lang="zh-CN" altLang="en-US" sz="1500">
                <a:effectLst/>
                <a:sym typeface="Symbol" pitchFamily="18" charset="2"/>
              </a:rPr>
              <a:t>对于</a:t>
            </a:r>
            <a:r>
              <a:rPr lang="en-US" altLang="zh-CN" sz="1500">
                <a:effectLst/>
                <a:sym typeface="Symbol" pitchFamily="18" charset="2"/>
              </a:rPr>
              <a:t>A</a:t>
            </a:r>
            <a:r>
              <a:rPr lang="zh-CN" altLang="en-US" sz="1500">
                <a:effectLst/>
                <a:sym typeface="Symbol" pitchFamily="18" charset="2"/>
              </a:rPr>
              <a:t>的每个可能值</a:t>
            </a:r>
            <a:r>
              <a:rPr lang="en-US" altLang="zh-CN" sz="1500">
                <a:effectLst/>
                <a:sym typeface="Symbol" pitchFamily="18" charset="2"/>
              </a:rPr>
              <a:t>v</a:t>
            </a:r>
            <a:r>
              <a:rPr lang="en-US" altLang="zh-CN" sz="1500" baseline="-25000">
                <a:effectLst/>
                <a:sym typeface="Symbol" pitchFamily="18" charset="2"/>
              </a:rPr>
              <a:t>i</a:t>
            </a:r>
            <a:r>
              <a:rPr lang="zh-CN" altLang="en-US" sz="1500" u="sng">
                <a:effectLst>
                  <a:outerShdw blurRad="38100" dist="38100" dir="2700000" algn="tl">
                    <a:schemeClr val="bg2"/>
                  </a:outerShdw>
                </a:effectLst>
                <a:sym typeface="Symbol" pitchFamily="18" charset="2"/>
              </a:rPr>
              <a:t>（当前子树，根节点的每一个孩子节点）</a:t>
            </a:r>
            <a:endParaRPr lang="zh-CN" altLang="en-US" sz="1500" u="sng">
              <a:effectLst>
                <a:outerShdw blurRad="38100" dist="38100" dir="2700000" algn="tl">
                  <a:schemeClr val="bg2"/>
                </a:outerShdw>
              </a:effectLst>
              <a:sym typeface="Symbol" pitchFamily="18" charset="2"/>
            </a:endParaRPr>
          </a:p>
          <a:p>
            <a:pPr marL="1223963" marR="0" lvl="2" indent="-244475" eaLnBrk="1" hangingPunct="1">
              <a:lnSpc>
                <a:spcPct val="90000"/>
              </a:lnSpc>
            </a:pPr>
            <a:r>
              <a:rPr lang="zh-CN" altLang="en-US" sz="1500">
                <a:effectLst/>
                <a:sym typeface="Symbol" pitchFamily="18" charset="2"/>
              </a:rPr>
              <a:t>在</a:t>
            </a:r>
            <a:r>
              <a:rPr lang="en-US" altLang="zh-CN" sz="1500">
                <a:effectLst/>
                <a:sym typeface="Symbol" pitchFamily="18" charset="2"/>
              </a:rPr>
              <a:t>root</a:t>
            </a:r>
            <a:r>
              <a:rPr lang="zh-CN" altLang="en-US" sz="1500">
                <a:effectLst/>
                <a:sym typeface="Symbol" pitchFamily="18" charset="2"/>
              </a:rPr>
              <a:t>下加一个新的分支对应测试</a:t>
            </a:r>
            <a:r>
              <a:rPr lang="en-US" altLang="zh-CN" sz="1500">
                <a:effectLst/>
                <a:sym typeface="Symbol" pitchFamily="18" charset="2"/>
              </a:rPr>
              <a:t>A=v</a:t>
            </a:r>
            <a:r>
              <a:rPr lang="en-US" altLang="zh-CN" sz="1500" baseline="-25000">
                <a:effectLst/>
                <a:sym typeface="Symbol" pitchFamily="18" charset="2"/>
              </a:rPr>
              <a:t>i</a:t>
            </a:r>
          </a:p>
          <a:p>
            <a:pPr marL="1223963" marR="0" lvl="2" indent="-244475" eaLnBrk="1" hangingPunct="1">
              <a:lnSpc>
                <a:spcPct val="90000"/>
              </a:lnSpc>
            </a:pPr>
            <a:r>
              <a:rPr lang="zh-CN" altLang="en-US" sz="1500">
                <a:effectLst/>
                <a:sym typeface="Symbol" pitchFamily="18" charset="2"/>
              </a:rPr>
              <a:t>令</a:t>
            </a:r>
            <a:r>
              <a:rPr lang="en-US" altLang="zh-CN" sz="1500">
                <a:effectLst/>
                <a:sym typeface="Symbol" pitchFamily="18" charset="2"/>
              </a:rPr>
              <a:t>Examples</a:t>
            </a:r>
            <a:r>
              <a:rPr lang="en-US" altLang="zh-CN" sz="1500" baseline="-25000">
                <a:effectLst/>
                <a:sym typeface="Symbol" pitchFamily="18" charset="2"/>
              </a:rPr>
              <a:t>vi</a:t>
            </a:r>
            <a:r>
              <a:rPr lang="zh-CN" altLang="en-US" sz="1500">
                <a:effectLst/>
                <a:sym typeface="Symbol" pitchFamily="18" charset="2"/>
              </a:rPr>
              <a:t>为</a:t>
            </a:r>
            <a:r>
              <a:rPr lang="en-US" altLang="zh-CN" sz="1500">
                <a:effectLst/>
                <a:sym typeface="Symbol" pitchFamily="18" charset="2"/>
              </a:rPr>
              <a:t>Examples</a:t>
            </a:r>
            <a:r>
              <a:rPr lang="zh-CN" altLang="en-US" sz="1500">
                <a:effectLst/>
                <a:sym typeface="Symbol" pitchFamily="18" charset="2"/>
              </a:rPr>
              <a:t>中满足</a:t>
            </a:r>
            <a:r>
              <a:rPr lang="en-US" altLang="zh-CN" sz="1500">
                <a:effectLst/>
                <a:sym typeface="Symbol" pitchFamily="18" charset="2"/>
              </a:rPr>
              <a:t>A</a:t>
            </a:r>
            <a:r>
              <a:rPr lang="zh-CN" altLang="en-US" sz="1500">
                <a:effectLst/>
                <a:sym typeface="Symbol" pitchFamily="18" charset="2"/>
              </a:rPr>
              <a:t>属性值为</a:t>
            </a:r>
            <a:r>
              <a:rPr lang="en-US" altLang="zh-CN" sz="1500">
                <a:effectLst/>
                <a:sym typeface="Symbol" pitchFamily="18" charset="2"/>
              </a:rPr>
              <a:t>v</a:t>
            </a:r>
            <a:r>
              <a:rPr lang="en-US" altLang="zh-CN" sz="1500" baseline="-25000">
                <a:effectLst/>
                <a:sym typeface="Symbol" pitchFamily="18" charset="2"/>
              </a:rPr>
              <a:t>i</a:t>
            </a:r>
            <a:r>
              <a:rPr lang="zh-CN" altLang="en-US" sz="1500">
                <a:effectLst/>
                <a:sym typeface="Symbol" pitchFamily="18" charset="2"/>
              </a:rPr>
              <a:t>的子集</a:t>
            </a:r>
          </a:p>
          <a:p>
            <a:pPr marL="1223963" marR="0" lvl="2" indent="-244475" eaLnBrk="1" hangingPunct="1">
              <a:lnSpc>
                <a:spcPct val="90000"/>
              </a:lnSpc>
            </a:pPr>
            <a:r>
              <a:rPr lang="zh-CN" altLang="en-US" sz="1500">
                <a:effectLst/>
                <a:sym typeface="Symbol" pitchFamily="18" charset="2"/>
              </a:rPr>
              <a:t>如果</a:t>
            </a:r>
            <a:r>
              <a:rPr lang="en-US" altLang="zh-CN" sz="1500">
                <a:effectLst/>
                <a:sym typeface="Symbol" pitchFamily="18" charset="2"/>
              </a:rPr>
              <a:t>Examples</a:t>
            </a:r>
            <a:r>
              <a:rPr lang="en-US" altLang="zh-CN" sz="1500" baseline="-25000">
                <a:effectLst/>
                <a:sym typeface="Symbol" pitchFamily="18" charset="2"/>
              </a:rPr>
              <a:t>vi</a:t>
            </a:r>
            <a:r>
              <a:rPr lang="zh-CN" altLang="en-US" sz="1500">
                <a:effectLst/>
                <a:sym typeface="Symbol" pitchFamily="18" charset="2"/>
              </a:rPr>
              <a:t>为空</a:t>
            </a:r>
          </a:p>
          <a:p>
            <a:pPr marL="1712913" marR="0" lvl="3" indent="-244475" eaLnBrk="1" hangingPunct="1">
              <a:lnSpc>
                <a:spcPct val="90000"/>
              </a:lnSpc>
            </a:pPr>
            <a:r>
              <a:rPr lang="zh-CN" altLang="en-US" sz="1500">
                <a:effectLst/>
                <a:sym typeface="Symbol" pitchFamily="18" charset="2"/>
              </a:rPr>
              <a:t>在这个新分支下加一个叶子节点，节点的</a:t>
            </a:r>
            <a:r>
              <a:rPr lang="en-US" altLang="zh-CN" sz="1500">
                <a:effectLst/>
                <a:sym typeface="Symbol" pitchFamily="18" charset="2"/>
              </a:rPr>
              <a:t>label=Examples</a:t>
            </a:r>
            <a:r>
              <a:rPr lang="zh-CN" altLang="en-US" sz="1500">
                <a:effectLst/>
                <a:sym typeface="Symbol" pitchFamily="18" charset="2"/>
              </a:rPr>
              <a:t>中最普遍的</a:t>
            </a:r>
            <a:r>
              <a:rPr lang="en-US" altLang="zh-CN" sz="1500">
                <a:effectLst/>
                <a:sym typeface="Symbol" pitchFamily="18" charset="2"/>
              </a:rPr>
              <a:t>Target_attribute</a:t>
            </a:r>
            <a:r>
              <a:rPr lang="zh-CN" altLang="en-US" sz="1500">
                <a:effectLst/>
                <a:sym typeface="Symbol" pitchFamily="18" charset="2"/>
              </a:rPr>
              <a:t>值</a:t>
            </a:r>
          </a:p>
          <a:p>
            <a:pPr marL="1712913" marR="0" lvl="3" indent="-244475" eaLnBrk="1" hangingPunct="1">
              <a:lnSpc>
                <a:spcPct val="90000"/>
              </a:lnSpc>
              <a:buClr>
                <a:srgbClr val="FF0000"/>
              </a:buClr>
              <a:buFont typeface="Wingdings" pitchFamily="2" charset="2"/>
              <a:buChar char="ü"/>
            </a:pPr>
            <a:r>
              <a:rPr lang="zh-CN" altLang="en-US" sz="1500">
                <a:effectLst/>
                <a:sym typeface="Symbol" pitchFamily="18" charset="2"/>
              </a:rPr>
              <a:t>否则在新分支下加一个子树</a:t>
            </a:r>
            <a:r>
              <a:rPr lang="en-US" altLang="zh-CN" sz="1500">
                <a:effectLst/>
                <a:sym typeface="Symbol" pitchFamily="18" charset="2"/>
              </a:rPr>
              <a:t>ID3</a:t>
            </a:r>
            <a:r>
              <a:rPr lang="zh-CN" altLang="en-US" sz="1500">
                <a:effectLst/>
                <a:sym typeface="Symbol" pitchFamily="18" charset="2"/>
              </a:rPr>
              <a:t>（ </a:t>
            </a:r>
            <a:r>
              <a:rPr lang="en-US" altLang="zh-CN" sz="1500">
                <a:effectLst/>
                <a:sym typeface="Symbol" pitchFamily="18" charset="2"/>
              </a:rPr>
              <a:t>Examples</a:t>
            </a:r>
            <a:r>
              <a:rPr lang="en-US" altLang="zh-CN" sz="1500" baseline="-25000">
                <a:effectLst/>
                <a:sym typeface="Symbol" pitchFamily="18" charset="2"/>
              </a:rPr>
              <a:t>vi</a:t>
            </a:r>
            <a:r>
              <a:rPr lang="en-US" altLang="zh-CN" sz="1500">
                <a:effectLst/>
                <a:sym typeface="Symbol" pitchFamily="18" charset="2"/>
              </a:rPr>
              <a:t>,Target_attribute,Attributes-{A}</a:t>
            </a:r>
            <a:r>
              <a:rPr lang="zh-CN" altLang="en-US" sz="1500">
                <a:effectLst/>
                <a:sym typeface="Symbol" pitchFamily="18" charset="2"/>
              </a:rPr>
              <a:t>）</a:t>
            </a:r>
          </a:p>
          <a:p>
            <a:pPr marL="366713" marR="0" lvl="0" indent="-366713" eaLnBrk="1" hangingPunct="1">
              <a:lnSpc>
                <a:spcPct val="90000"/>
              </a:lnSpc>
            </a:pPr>
            <a:r>
              <a:rPr lang="zh-CN" altLang="en-US" sz="1400">
                <a:effectLst/>
                <a:sym typeface="Symbol" pitchFamily="18" charset="2"/>
              </a:rPr>
              <a:t>结束</a:t>
            </a:r>
          </a:p>
          <a:p>
            <a:pPr marL="366713" marR="0" lvl="0" indent="-366713" eaLnBrk="1" hangingPunct="1">
              <a:lnSpc>
                <a:spcPct val="90000"/>
              </a:lnSpc>
            </a:pPr>
            <a:r>
              <a:rPr lang="zh-CN" altLang="en-US" sz="1400">
                <a:effectLst/>
                <a:sym typeface="Symbol" pitchFamily="18" charset="2"/>
              </a:rPr>
              <a:t>返回</a:t>
            </a:r>
            <a:r>
              <a:rPr lang="en-US" altLang="zh-CN" sz="1400">
                <a:effectLst/>
                <a:sym typeface="Symbol" pitchFamily="18" charset="2"/>
              </a:rPr>
              <a:t>root</a:t>
            </a:r>
          </a:p>
        </p:txBody>
      </p:sp>
    </p:spTree>
  </p:cSld>
  <p:clrMapOvr>
    <a:masterClrMapping/>
  </p:clrMapOvr>
  <p:transition/>
  <p:timing/>
</p:sld>
</file>

<file path=ppt/slides/slide2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33794"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7337DEF8-F773-48D1-86E5-7847AEA8CA8E}" type="datetime1">
              <a:rPr lang="zh-CN" altLang="en-US" sz="1500">
                <a:effectLst/>
              </a:rPr>
              <a:t>2020-01-26</a:t>
            </a:fld>
            <a:endParaRPr lang="en-US" altLang="zh-CN" sz="1500">
              <a:effectLst/>
            </a:endParaRPr>
          </a:p>
        </p:txBody>
      </p:sp>
      <p:sp>
        <p:nvSpPr>
          <p:cNvPr id="33795"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33796"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5B9F1AEA-0A04-4092-BDE7-59D99B425723}" type="slidenum">
              <a:rPr lang="en-US" altLang="zh-CN" sz="1500">
                <a:effectLst/>
              </a:rPr>
              <a:t>28</a:t>
            </a:fld>
            <a:r>
              <a:rPr lang="en-US" altLang="zh-CN" sz="1500">
                <a:effectLst/>
              </a:rPr>
              <a:t> / 34</a:t>
            </a:r>
          </a:p>
        </p:txBody>
      </p:sp>
      <p:sp>
        <p:nvSpPr>
          <p:cNvPr id="33797"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a:effectLst/>
              </a:rPr>
              <a:t>ID3</a:t>
            </a:r>
            <a:r>
              <a:rPr lang="zh-CN" altLang="en-US">
                <a:effectLst/>
              </a:rPr>
              <a:t>算法举例</a:t>
            </a:r>
          </a:p>
        </p:txBody>
      </p:sp>
      <p:sp>
        <p:nvSpPr>
          <p:cNvPr id="33798" name="Rectangle 3"/>
          <p:cNvSpPr/>
          <p:nvPr>
            <p:ph type="body" idx="4294967295"/>
          </p:nvPr>
        </p:nvSpPr>
        <p:spPr>
          <a:xfrm>
            <a:off x="606425" y="2205038"/>
            <a:ext cx="9145588" cy="3816350"/>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r>
              <a:rPr lang="en-US" altLang="zh-CN">
                <a:effectLst/>
              </a:rPr>
              <a:t>…</a:t>
            </a:r>
          </a:p>
          <a:p>
            <a:pPr marL="366712" lvl="0" indent="-366712" eaLnBrk="1" hangingPunct="1"/>
            <a:r>
              <a:rPr lang="zh-CN" altLang="en-US">
                <a:effectLst/>
              </a:rPr>
              <a:t>继续这个过程，</a:t>
            </a:r>
            <a:br>
              <a:rPr lang="zh-CN" altLang="en-US">
                <a:effectLst/>
              </a:rPr>
            </a:br>
            <a:r>
              <a:rPr lang="zh-CN" altLang="en-US">
                <a:effectLst/>
              </a:rPr>
              <a:t>直到满足以下两个条件中的任一个</a:t>
            </a:r>
          </a:p>
          <a:p>
            <a:pPr marL="796925" lvl="1" indent="-307975" eaLnBrk="1" hangingPunct="1"/>
            <a:r>
              <a:rPr lang="zh-CN" altLang="en-US">
                <a:effectLst/>
              </a:rPr>
              <a:t>所有的属性已经被这条路经包括</a:t>
            </a:r>
          </a:p>
          <a:p>
            <a:pPr marL="796925" lvl="1" indent="-307975" eaLnBrk="1" hangingPunct="1"/>
            <a:r>
              <a:rPr lang="zh-CN" altLang="en-US">
                <a:effectLst/>
              </a:rPr>
              <a:t>与这个节点关联的所有训练样例都具有相同的目标属性值</a:t>
            </a:r>
          </a:p>
        </p:txBody>
      </p:sp>
    </p:spTree>
  </p:cSld>
  <p:clrMapOvr>
    <a:masterClrMapping/>
  </p:clrMapOvr>
  <p:transition/>
  <p:timing/>
</p:sld>
</file>

<file path=ppt/slides/slide2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34818"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D405FD0B-E8AC-4E2C-8A43-6578F4004B14}" type="datetime1">
              <a:rPr lang="zh-CN" altLang="en-US" sz="1500">
                <a:effectLst/>
              </a:rPr>
              <a:t>2020-01-26</a:t>
            </a:fld>
            <a:endParaRPr lang="en-US" altLang="zh-CN" sz="1500">
              <a:effectLst/>
            </a:endParaRPr>
          </a:p>
        </p:txBody>
      </p:sp>
      <p:sp>
        <p:nvSpPr>
          <p:cNvPr id="34819"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34820"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E4B95915-F5C2-40AE-A0AB-62504A7185EF}" type="slidenum">
              <a:rPr lang="en-US" altLang="zh-CN" sz="1500">
                <a:effectLst/>
              </a:rPr>
              <a:t>29</a:t>
            </a:fld>
            <a:r>
              <a:rPr lang="en-US" altLang="zh-CN" sz="1500">
                <a:effectLst/>
              </a:rPr>
              <a:t> / 34</a:t>
            </a:r>
          </a:p>
        </p:txBody>
      </p:sp>
      <p:sp>
        <p:nvSpPr>
          <p:cNvPr id="34821"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a:effectLst/>
              </a:rPr>
              <a:t>Entropy and Information Gain</a:t>
            </a:r>
          </a:p>
        </p:txBody>
      </p:sp>
      <p:sp>
        <p:nvSpPr>
          <p:cNvPr id="34822" name="Rectangle 3"/>
          <p:cNvSpPr/>
          <p:nvPr>
            <p:ph type="body" idx="4294967295"/>
          </p:nvPr>
        </p:nvSpPr>
        <p:spPr>
          <a:xfrm>
            <a:off x="534988" y="2133600"/>
            <a:ext cx="9318625" cy="4119562"/>
          </a:xfrm>
          <a:prstGeom prst="rect">
            <a:avLst/>
          </a:prstGeom>
          <a:noFill/>
          <a:ln>
            <a:miter lim="800000"/>
          </a:ln>
          <a:effectLst/>
        </p:spPr>
        <p:txBody>
          <a:bodyPr vert="horz" wrap="square" lIns="97953" tIns="48976" rIns="97953" bIns="48976" anchor="t" anchorCtr="0">
            <a:noAutofit/>
          </a:bodyPr>
          <a:lstStyle>
            <a:lvl1pPr marL="609600" indent="-609600" algn="l"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42950" indent="-285750" algn="l"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609600" lvl="0" indent="-609600" defTabSz="914400" eaLnBrk="1" hangingPunct="1"/>
            <a:r>
              <a:rPr lang="zh-CN" altLang="en-US">
                <a:effectLst/>
                <a:hlinkClick r:id="rId2"/>
              </a:rPr>
              <a:t>这个信息增益到底怎么来的？</a:t>
            </a:r>
            <a:endParaRPr lang="zh-CN" altLang="en-US">
              <a:effectLst/>
            </a:endParaRPr>
          </a:p>
          <a:p>
            <a:pPr marL="609600" lvl="0" indent="-609600" defTabSz="914400" eaLnBrk="1" hangingPunct="1">
              <a:buClr>
                <a:schemeClr val="tx1"/>
              </a:buClr>
              <a:buFont typeface="Wingdings" pitchFamily="2" charset="2"/>
            </a:pPr>
            <a:r>
              <a:rPr lang="zh-CN" altLang="en-US">
                <a:effectLst/>
              </a:rPr>
              <a:t>在信息论中信息增益是什么含义？</a:t>
            </a:r>
          </a:p>
          <a:p>
            <a:pPr marL="609600" lvl="0" indent="-609600" defTabSz="914400" eaLnBrk="1" hangingPunct="1">
              <a:buClr>
                <a:srgbClr val="FF0000"/>
              </a:buClr>
              <a:buFont typeface="Wingdings" pitchFamily="2" charset="2"/>
            </a:pPr>
            <a:r>
              <a:rPr lang="zh-CN" altLang="en-US">
                <a:effectLst/>
              </a:rPr>
              <a:t>二者存在确定的关系吗？譬如：等价；提示：</a:t>
            </a:r>
            <a:br>
              <a:rPr lang="zh-CN" altLang="en-US">
                <a:effectLst/>
              </a:rPr>
            </a:br>
            <a:r>
              <a:rPr lang="zh-CN" altLang="en-US">
                <a:effectLst/>
              </a:rPr>
              <a:t>不是从</a:t>
            </a:r>
            <a:r>
              <a:rPr lang="en-US" altLang="zh-CN">
                <a:effectLst/>
              </a:rPr>
              <a:t>Y</a:t>
            </a:r>
            <a:r>
              <a:rPr lang="zh-CN" altLang="en-US">
                <a:effectLst/>
              </a:rPr>
              <a:t>到</a:t>
            </a:r>
            <a:r>
              <a:rPr lang="en-US" altLang="zh-CN">
                <a:effectLst/>
              </a:rPr>
              <a:t>X</a:t>
            </a:r>
            <a:r>
              <a:rPr lang="zh-CN" altLang="en-US">
                <a:effectLst/>
              </a:rPr>
              <a:t>的信息增益</a:t>
            </a:r>
            <a:br>
              <a:rPr lang="zh-CN" altLang="en-US">
                <a:effectLst/>
              </a:rPr>
            </a:br>
            <a:r>
              <a:rPr lang="zh-CN" altLang="en-US">
                <a:effectLst/>
              </a:rPr>
              <a:t>而是从</a:t>
            </a:r>
            <a:r>
              <a:rPr lang="en-US" altLang="zh-CN">
                <a:effectLst/>
              </a:rPr>
              <a:t>p(x) p(y)</a:t>
            </a:r>
            <a:r>
              <a:rPr lang="zh-CN" altLang="en-US">
                <a:effectLst/>
              </a:rPr>
              <a:t>到</a:t>
            </a:r>
            <a:r>
              <a:rPr lang="en-US" altLang="zh-CN">
                <a:effectLst/>
              </a:rPr>
              <a:t>p(x, y)</a:t>
            </a:r>
            <a:r>
              <a:rPr lang="zh-CN" altLang="en-US">
                <a:effectLst/>
              </a:rPr>
              <a:t>的信息增益</a:t>
            </a:r>
            <a:br>
              <a:rPr lang="zh-CN" altLang="en-US">
                <a:effectLst/>
              </a:rPr>
            </a:br>
            <a:r>
              <a:rPr lang="en-US" altLang="zh-CN" b="1" i="1">
                <a:solidFill>
                  <a:srgbClr val="006600"/>
                </a:solidFill>
                <a:effectLst/>
              </a:rPr>
              <a:t>Pattern recognition and machine learning</a:t>
            </a:r>
            <a:br>
              <a:rPr lang="en-US" altLang="zh-CN">
                <a:effectLst/>
              </a:rPr>
            </a:br>
            <a:r>
              <a:rPr lang="en-US" altLang="zh-CN">
                <a:effectLst/>
              </a:rPr>
              <a:t>pp:48~58</a:t>
            </a:r>
          </a:p>
        </p:txBody>
      </p:sp>
    </p:spTree>
  </p:cSld>
  <p:clrMapOvr>
    <a:masterClrMapping/>
  </p:clrMapOvr>
  <p:transition/>
  <p:timing/>
</p:sld>
</file>

<file path=ppt/slides/slide3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35842"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84DE76D1-DE4B-463A-8EE1-6F182E463134}" type="datetime1">
              <a:rPr lang="zh-CN" altLang="en-US" sz="1500">
                <a:effectLst/>
              </a:rPr>
              <a:t>2020-01-26</a:t>
            </a:fld>
            <a:endParaRPr lang="en-US" altLang="zh-CN" sz="1500">
              <a:effectLst/>
            </a:endParaRPr>
          </a:p>
        </p:txBody>
      </p:sp>
      <p:sp>
        <p:nvSpPr>
          <p:cNvPr id="35843"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35844"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F3019164-DB37-432D-9B32-7CA3808C2B3F}" type="slidenum">
              <a:rPr lang="en-US" altLang="zh-CN" sz="1500">
                <a:effectLst/>
              </a:rPr>
              <a:t>30</a:t>
            </a:fld>
            <a:r>
              <a:rPr lang="en-US" altLang="zh-CN" sz="1500">
                <a:effectLst/>
              </a:rPr>
              <a:t> / 34</a:t>
            </a:r>
          </a:p>
        </p:txBody>
      </p:sp>
      <p:sp>
        <p:nvSpPr>
          <p:cNvPr id="35845"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zh-CN" altLang="en-US">
                <a:effectLst/>
              </a:rPr>
              <a:t>决策树学习中的假设空间搜索</a:t>
            </a:r>
          </a:p>
        </p:txBody>
      </p:sp>
      <p:sp>
        <p:nvSpPr>
          <p:cNvPr id="35846" name="Rectangle 3"/>
          <p:cNvSpPr/>
          <p:nvPr>
            <p:ph type="body" idx="4294967295"/>
          </p:nvPr>
        </p:nvSpPr>
        <p:spPr>
          <a:xfrm>
            <a:off x="750888" y="2060575"/>
            <a:ext cx="8742362" cy="4119562"/>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lnSpc>
                <a:spcPct val="90000"/>
              </a:lnSpc>
            </a:pPr>
            <a:r>
              <a:rPr lang="zh-CN" altLang="en-US" sz="2900">
                <a:effectLst/>
              </a:rPr>
              <a:t>观察</a:t>
            </a:r>
            <a:r>
              <a:rPr lang="en-US" altLang="zh-CN" sz="2900">
                <a:effectLst/>
              </a:rPr>
              <a:t>ID3</a:t>
            </a:r>
            <a:r>
              <a:rPr lang="zh-CN" altLang="en-US" sz="2900">
                <a:effectLst/>
              </a:rPr>
              <a:t>的搜索空间和搜索策略，认识到这个算法的优势和不足</a:t>
            </a:r>
          </a:p>
          <a:p>
            <a:pPr marL="796925" lvl="1" indent="-307975" eaLnBrk="1" hangingPunct="1">
              <a:lnSpc>
                <a:spcPct val="90000"/>
              </a:lnSpc>
              <a:buClr>
                <a:srgbClr val="0000FF"/>
              </a:buClr>
              <a:buFont typeface="Wingdings" pitchFamily="2" charset="2"/>
              <a:buChar char="ü"/>
            </a:pPr>
            <a:r>
              <a:rPr lang="zh-CN" altLang="en-US" sz="2500" b="1">
                <a:effectLst/>
              </a:rPr>
              <a:t>在假设空间中搜索一个拟合训练样例的最优假设</a:t>
            </a:r>
          </a:p>
          <a:p>
            <a:pPr marL="796925" lvl="1" indent="-307975" eaLnBrk="1" hangingPunct="1">
              <a:lnSpc>
                <a:spcPct val="90000"/>
              </a:lnSpc>
              <a:buChar char="•"/>
            </a:pPr>
            <a:r>
              <a:rPr lang="zh-CN" altLang="en-US" sz="2500">
                <a:effectLst/>
              </a:rPr>
              <a:t>假设空间包含所有的决策树，它是关于现有属性的有限离散值函数的一个完整空间，避免（有偏的）不完备假设空间不含目标假设的问题</a:t>
            </a:r>
          </a:p>
          <a:p>
            <a:pPr marL="796925" lvl="1" indent="-307975" eaLnBrk="1" hangingPunct="1">
              <a:lnSpc>
                <a:spcPct val="90000"/>
              </a:lnSpc>
              <a:buChar char="•"/>
            </a:pPr>
            <a:r>
              <a:rPr lang="zh-CN" altLang="en-US" sz="2500" b="1">
                <a:effectLst/>
              </a:rPr>
              <a:t>维护单一的当前假设，不顾其它假设， 前向策略</a:t>
            </a:r>
            <a:endParaRPr lang="zh-CN" altLang="en-US" sz="2500">
              <a:effectLst/>
            </a:endParaRPr>
          </a:p>
          <a:p>
            <a:pPr marL="796925" lvl="1" indent="-307975" eaLnBrk="1" hangingPunct="1">
              <a:lnSpc>
                <a:spcPct val="90000"/>
              </a:lnSpc>
              <a:buChar char="•"/>
            </a:pPr>
            <a:r>
              <a:rPr lang="zh-CN" altLang="en-US" sz="2500">
                <a:effectLst/>
              </a:rPr>
              <a:t>不进行回溯，可能收敛到局部最优</a:t>
            </a:r>
          </a:p>
          <a:p>
            <a:pPr marL="796925" lvl="1" indent="-307975" eaLnBrk="1" hangingPunct="1">
              <a:lnSpc>
                <a:spcPct val="90000"/>
              </a:lnSpc>
              <a:buChar char="•"/>
            </a:pPr>
            <a:r>
              <a:rPr lang="zh-CN" altLang="en-US" sz="2500" b="1">
                <a:effectLst/>
              </a:rPr>
              <a:t>每一步使用所有的训练样例</a:t>
            </a:r>
            <a:r>
              <a:rPr lang="zh-CN" altLang="en-US" sz="2500">
                <a:effectLst/>
              </a:rPr>
              <a:t>，不同于基于单独的训练样例递增作出决定，容错性增强</a:t>
            </a:r>
          </a:p>
        </p:txBody>
      </p:sp>
    </p:spTree>
  </p:cSld>
  <p:clrMapOvr>
    <a:masterClrMapping/>
  </p:clrMapOvr>
  <p:transition/>
  <p:timing/>
</p:sld>
</file>

<file path=ppt/slides/slide3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36866"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DC4FC42B-04EA-40D4-8EEF-350EACF58EA9}" type="datetime1">
              <a:rPr lang="zh-CN" altLang="en-US" sz="1500">
                <a:effectLst/>
              </a:rPr>
              <a:t>2020-01-26</a:t>
            </a:fld>
            <a:endParaRPr lang="en-US" altLang="zh-CN" sz="1500">
              <a:effectLst/>
            </a:endParaRPr>
          </a:p>
        </p:txBody>
      </p:sp>
      <p:sp>
        <p:nvSpPr>
          <p:cNvPr id="36867"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36868"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84C6B068-575B-4DD8-B211-712026A9AAD9}" type="slidenum">
              <a:rPr lang="en-US" altLang="zh-CN" sz="1500">
                <a:effectLst/>
              </a:rPr>
              <a:t>31</a:t>
            </a:fld>
            <a:r>
              <a:rPr lang="en-US" altLang="zh-CN" sz="1500">
                <a:effectLst/>
              </a:rPr>
              <a:t> / 34</a:t>
            </a:r>
          </a:p>
        </p:txBody>
      </p:sp>
      <p:sp>
        <p:nvSpPr>
          <p:cNvPr id="36869"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zh-CN" altLang="en-US">
                <a:effectLst/>
              </a:rPr>
              <a:t>决策树学习的深入话题</a:t>
            </a:r>
          </a:p>
        </p:txBody>
      </p:sp>
      <p:sp>
        <p:nvSpPr>
          <p:cNvPr id="36870" name="Rectangle 3"/>
          <p:cNvSpPr/>
          <p:nvPr>
            <p:ph type="body" idx="4294967295"/>
          </p:nvPr>
        </p:nvSpPr>
        <p:spPr>
          <a:xfrm>
            <a:off x="527050" y="1912938"/>
            <a:ext cx="9315450" cy="4395788"/>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lnSpc>
                <a:spcPct val="90000"/>
              </a:lnSpc>
            </a:pPr>
            <a:r>
              <a:rPr lang="zh-CN" altLang="en-US">
                <a:effectLst/>
              </a:rPr>
              <a:t>决策树学习的实际问题</a:t>
            </a:r>
          </a:p>
          <a:p>
            <a:pPr marL="796925" lvl="1" indent="-307975" eaLnBrk="1" hangingPunct="1">
              <a:lnSpc>
                <a:spcPct val="90000"/>
              </a:lnSpc>
            </a:pPr>
            <a:r>
              <a:rPr lang="zh-CN" altLang="en-US" b="1">
                <a:effectLst/>
              </a:rPr>
              <a:t>确定决策树增长的深（</a:t>
            </a:r>
            <a:r>
              <a:rPr lang="zh-CN" altLang="en-US" b="1">
                <a:solidFill>
                  <a:srgbClr val="0000FF"/>
                </a:solidFill>
                <a:effectLst/>
              </a:rPr>
              <a:t>高</a:t>
            </a:r>
            <a:r>
              <a:rPr lang="zh-CN" altLang="en-US" b="1">
                <a:effectLst/>
              </a:rPr>
              <a:t>）度</a:t>
            </a:r>
          </a:p>
          <a:p>
            <a:pPr marL="796925" lvl="1" indent="-307975" eaLnBrk="1" hangingPunct="1">
              <a:lnSpc>
                <a:spcPct val="90000"/>
              </a:lnSpc>
            </a:pPr>
            <a:r>
              <a:rPr lang="zh-CN" altLang="en-US">
                <a:effectLst/>
              </a:rPr>
              <a:t>处理连续值的属性</a:t>
            </a:r>
          </a:p>
          <a:p>
            <a:pPr marL="796925" lvl="1" indent="-307975" eaLnBrk="1" hangingPunct="1">
              <a:lnSpc>
                <a:spcPct val="90000"/>
              </a:lnSpc>
            </a:pPr>
            <a:r>
              <a:rPr lang="zh-CN" altLang="en-US" b="1">
                <a:effectLst/>
              </a:rPr>
              <a:t>选择一个适当的属性筛选度量标准</a:t>
            </a:r>
          </a:p>
          <a:p>
            <a:pPr marL="796925" lvl="1" indent="-307975" eaLnBrk="1" hangingPunct="1">
              <a:lnSpc>
                <a:spcPct val="90000"/>
              </a:lnSpc>
            </a:pPr>
            <a:r>
              <a:rPr lang="zh-CN" altLang="en-US">
                <a:effectLst/>
              </a:rPr>
              <a:t>处理属性值不完整的训练数据</a:t>
            </a:r>
          </a:p>
          <a:p>
            <a:pPr marL="796925" lvl="1" indent="-307975" eaLnBrk="1" hangingPunct="1">
              <a:lnSpc>
                <a:spcPct val="90000"/>
              </a:lnSpc>
            </a:pPr>
            <a:r>
              <a:rPr lang="zh-CN" altLang="en-US" b="1">
                <a:effectLst/>
              </a:rPr>
              <a:t>处理不同代价的属性</a:t>
            </a:r>
          </a:p>
          <a:p>
            <a:pPr marL="796925" lvl="1" indent="-307975" eaLnBrk="1" hangingPunct="1">
              <a:lnSpc>
                <a:spcPct val="90000"/>
              </a:lnSpc>
            </a:pPr>
            <a:r>
              <a:rPr lang="zh-CN" altLang="en-US">
                <a:effectLst/>
              </a:rPr>
              <a:t>提高计算效率  </a:t>
            </a:r>
            <a:r>
              <a:rPr lang="en-US" altLang="zh-CN" sz="3300" b="1">
                <a:solidFill>
                  <a:srgbClr val="0000FF"/>
                </a:solidFill>
                <a:effectLst/>
                <a:sym typeface="Wingdings" pitchFamily="2" charset="2"/>
              </a:rPr>
              <a:t>http://rulequest.com/download.html</a:t>
            </a:r>
            <a:endParaRPr lang="en-US" altLang="zh-CN" sz="3300">
              <a:effectLst/>
            </a:endParaRPr>
          </a:p>
          <a:p>
            <a:pPr marL="366712" lvl="0" indent="-366712" eaLnBrk="1" hangingPunct="1">
              <a:lnSpc>
                <a:spcPct val="90000"/>
              </a:lnSpc>
            </a:pPr>
            <a:r>
              <a:rPr lang="zh-CN" altLang="en-US">
                <a:effectLst/>
              </a:rPr>
              <a:t>为解决这些问题，</a:t>
            </a:r>
            <a:r>
              <a:rPr lang="en-US" altLang="zh-CN">
                <a:effectLst/>
              </a:rPr>
              <a:t>ID3</a:t>
            </a:r>
            <a:r>
              <a:rPr lang="zh-CN" altLang="en-US">
                <a:effectLst/>
              </a:rPr>
              <a:t>被扩展成</a:t>
            </a:r>
            <a:r>
              <a:rPr lang="en-US" altLang="zh-CN">
                <a:effectLst/>
              </a:rPr>
              <a:t>C4.5</a:t>
            </a:r>
            <a:endParaRPr lang="en-US" altLang="zh-CN">
              <a:effectLst/>
              <a:sym typeface="Wingdings" pitchFamily="2" charset="2"/>
            </a:endParaRPr>
          </a:p>
        </p:txBody>
      </p:sp>
    </p:spTree>
  </p:cSld>
  <p:clrMapOvr>
    <a:masterClrMapping/>
  </p:clrMapOvr>
  <p:transition/>
  <p:timing/>
</p:sld>
</file>

<file path=ppt/slides/slide3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37890"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9A9A5E7E-F8B8-40C7-BF2F-496D696B6793}" type="datetime1">
              <a:rPr lang="zh-CN" altLang="en-US" sz="1500">
                <a:effectLst/>
              </a:rPr>
              <a:t>2020-01-26</a:t>
            </a:fld>
            <a:endParaRPr lang="en-US" altLang="zh-CN" sz="1500">
              <a:effectLst/>
            </a:endParaRPr>
          </a:p>
        </p:txBody>
      </p:sp>
      <p:sp>
        <p:nvSpPr>
          <p:cNvPr id="37891"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37892"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E5BD167B-B208-41D3-8464-F0BB0FEEAAB9}" type="slidenum">
              <a:rPr lang="en-US" altLang="zh-CN" sz="1500">
                <a:effectLst/>
              </a:rPr>
              <a:t>32</a:t>
            </a:fld>
            <a:r>
              <a:rPr lang="en-US" altLang="zh-CN" sz="1500">
                <a:effectLst/>
              </a:rPr>
              <a:t> / 34</a:t>
            </a:r>
          </a:p>
        </p:txBody>
      </p:sp>
      <p:sp>
        <p:nvSpPr>
          <p:cNvPr id="37893"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a:effectLst/>
              </a:rPr>
              <a:t>4.2  C4.5</a:t>
            </a:r>
            <a:r>
              <a:rPr lang="zh-CN" altLang="en-US">
                <a:effectLst/>
              </a:rPr>
              <a:t>的修剪算法</a:t>
            </a:r>
          </a:p>
        </p:txBody>
      </p:sp>
      <p:sp>
        <p:nvSpPr>
          <p:cNvPr id="37894" name="Rectangle 7"/>
          <p:cNvSpPr/>
          <p:nvPr>
            <p:ph type="body" idx="4294967295"/>
          </p:nvPr>
        </p:nvSpPr>
        <p:spPr>
          <a:xfrm>
            <a:off x="606425" y="2060575"/>
            <a:ext cx="8742362" cy="4119562"/>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r>
              <a:rPr lang="zh-CN" altLang="en-US" b="1">
                <a:effectLst/>
              </a:rPr>
              <a:t>滞后修剪</a:t>
            </a:r>
          </a:p>
          <a:p>
            <a:pPr marL="796925" lvl="1" indent="-307975" eaLnBrk="1" hangingPunct="1"/>
            <a:r>
              <a:rPr lang="zh-CN" altLang="en-US" b="1">
                <a:effectLst/>
              </a:rPr>
              <a:t>将生成树转换成规则再修剪，自己阅读</a:t>
            </a:r>
          </a:p>
          <a:p>
            <a:pPr marL="366712" lvl="0" indent="-366712" eaLnBrk="1" hangingPunct="1"/>
            <a:r>
              <a:rPr lang="zh-CN" altLang="en-US" b="1">
                <a:effectLst/>
              </a:rPr>
              <a:t>从叶子节点向上逐层修剪</a:t>
            </a:r>
          </a:p>
          <a:p>
            <a:pPr marL="796925" lvl="1" indent="-307975" eaLnBrk="1" hangingPunct="1"/>
            <a:r>
              <a:rPr lang="zh-CN" altLang="en-US" b="1">
                <a:effectLst/>
              </a:rPr>
              <a:t>误差估计，在训练样本集上估计误差</a:t>
            </a:r>
          </a:p>
          <a:p>
            <a:pPr marL="1223962" lvl="2" indent="-244475" eaLnBrk="1" hangingPunct="1"/>
            <a:r>
              <a:rPr lang="zh-CN" altLang="en-US" b="1">
                <a:effectLst/>
              </a:rPr>
              <a:t>通常，估计生成的决策树在测试集上的预测误差</a:t>
            </a:r>
          </a:p>
          <a:p>
            <a:pPr marL="796925" lvl="1" indent="-307975" eaLnBrk="1" hangingPunct="1"/>
            <a:r>
              <a:rPr lang="zh-CN" altLang="en-US" b="1">
                <a:effectLst/>
              </a:rPr>
              <a:t>修剪标准</a:t>
            </a:r>
          </a:p>
          <a:p>
            <a:pPr marL="796925" lvl="1" indent="-307975" eaLnBrk="1" hangingPunct="1"/>
            <a:r>
              <a:rPr lang="zh-CN" altLang="en-US" b="1">
                <a:effectLst/>
              </a:rPr>
              <a:t>修剪示例</a:t>
            </a:r>
          </a:p>
        </p:txBody>
      </p:sp>
    </p:spTree>
  </p:cSld>
  <p:clrMapOvr>
    <a:masterClrMapping/>
  </p:clrMapOvr>
  <p:transition/>
  <p:timing/>
</p:sld>
</file>

<file path=ppt/slides/slide3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38914"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4DDE996D-1495-41E0-A3E8-6C85678561E2}" type="datetime1">
              <a:rPr lang="zh-CN" altLang="en-US" sz="1500">
                <a:effectLst/>
              </a:rPr>
              <a:t>2020-01-26</a:t>
            </a:fld>
            <a:endParaRPr lang="en-US" altLang="zh-CN" sz="1500">
              <a:effectLst/>
            </a:endParaRPr>
          </a:p>
        </p:txBody>
      </p:sp>
      <p:sp>
        <p:nvSpPr>
          <p:cNvPr id="38915"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38916"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5D493091-C348-4D76-B792-BAB4EDAFB14B}" type="slidenum">
              <a:rPr lang="en-US" altLang="zh-CN" sz="1500">
                <a:effectLst/>
              </a:rPr>
              <a:t>33</a:t>
            </a:fld>
            <a:r>
              <a:rPr lang="en-US" altLang="zh-CN" sz="1500">
                <a:effectLst/>
              </a:rPr>
              <a:t> / 34</a:t>
            </a:r>
          </a:p>
        </p:txBody>
      </p:sp>
      <p:sp>
        <p:nvSpPr>
          <p:cNvPr id="38917"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a:effectLst/>
              </a:rPr>
              <a:t>4.2.1    </a:t>
            </a:r>
            <a:r>
              <a:rPr lang="zh-CN" altLang="en-US">
                <a:effectLst/>
              </a:rPr>
              <a:t>避免过度拟合数据</a:t>
            </a:r>
          </a:p>
        </p:txBody>
      </p:sp>
      <p:sp>
        <p:nvSpPr>
          <p:cNvPr id="38918" name="Rectangle 3"/>
          <p:cNvSpPr/>
          <p:nvPr>
            <p:ph type="body" idx="4294967295"/>
          </p:nvPr>
        </p:nvSpPr>
        <p:spPr>
          <a:xfrm>
            <a:off x="606425" y="2133600"/>
            <a:ext cx="9074150" cy="4119562"/>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r>
              <a:rPr lang="zh-CN" altLang="en-US" sz="2900" b="1">
                <a:effectLst/>
              </a:rPr>
              <a:t>过度拟合</a:t>
            </a:r>
          </a:p>
          <a:p>
            <a:pPr marL="796925" lvl="1" indent="-307975" eaLnBrk="1" hangingPunct="1"/>
            <a:r>
              <a:rPr lang="zh-CN" altLang="en-US" sz="2500" b="1">
                <a:effectLst/>
              </a:rPr>
              <a:t>对于一个假设</a:t>
            </a:r>
            <a:r>
              <a:rPr lang="en-US" altLang="zh-CN" sz="2500" b="1">
                <a:effectLst/>
              </a:rPr>
              <a:t>h</a:t>
            </a:r>
            <a:r>
              <a:rPr lang="zh-CN" altLang="en-US" sz="2500" b="1">
                <a:effectLst/>
              </a:rPr>
              <a:t>，如果存在其他的假设对训练样例的拟合比它差，但在实例的整个分布上却表现得更好时，我们说这个假设</a:t>
            </a:r>
            <a:r>
              <a:rPr lang="en-US" altLang="zh-CN" sz="2500" b="1">
                <a:effectLst/>
              </a:rPr>
              <a:t>h</a:t>
            </a:r>
            <a:r>
              <a:rPr lang="zh-CN" altLang="en-US" sz="2500" b="1">
                <a:effectLst/>
              </a:rPr>
              <a:t>过度拟合训练样例</a:t>
            </a:r>
          </a:p>
          <a:p>
            <a:pPr marL="796925" lvl="1" indent="-307975" eaLnBrk="1" hangingPunct="1"/>
            <a:r>
              <a:rPr lang="zh-CN" altLang="en-US" sz="2500" b="1">
                <a:effectLst/>
              </a:rPr>
              <a:t>定义：给定一个假设空间</a:t>
            </a:r>
            <a:r>
              <a:rPr lang="en-US" altLang="zh-CN" sz="2500" b="1">
                <a:effectLst/>
              </a:rPr>
              <a:t>H</a:t>
            </a:r>
            <a:r>
              <a:rPr lang="zh-CN" altLang="en-US" sz="2500" b="1">
                <a:effectLst/>
              </a:rPr>
              <a:t>，一个假设</a:t>
            </a:r>
            <a:r>
              <a:rPr lang="en-US" altLang="zh-CN" sz="2500" b="1">
                <a:effectLst/>
              </a:rPr>
              <a:t>h</a:t>
            </a:r>
            <a:r>
              <a:rPr lang="en-US" altLang="zh-CN" sz="2500" b="1">
                <a:effectLst/>
                <a:sym typeface="Symbol" pitchFamily="18" charset="2"/>
              </a:rPr>
              <a:t></a:t>
            </a:r>
            <a:r>
              <a:rPr lang="en-US" altLang="zh-CN" sz="2500" b="1">
                <a:effectLst/>
              </a:rPr>
              <a:t>H</a:t>
            </a:r>
            <a:r>
              <a:rPr lang="zh-CN" altLang="en-US" sz="2500" b="1">
                <a:effectLst/>
              </a:rPr>
              <a:t>，如果存在其他的假设</a:t>
            </a:r>
            <a:r>
              <a:rPr lang="en-US" altLang="zh-CN" sz="2500" b="1">
                <a:effectLst/>
              </a:rPr>
              <a:t>h</a:t>
            </a:r>
            <a:r>
              <a:rPr lang="en-US" altLang="zh-CN" sz="2500" b="1">
                <a:effectLst/>
                <a:latin typeface="Arial"/>
                <a:ea typeface="Arial"/>
              </a:rPr>
              <a:t>’</a:t>
            </a:r>
            <a:r>
              <a:rPr lang="en-US" altLang="zh-CN" sz="2500" b="1">
                <a:effectLst/>
                <a:sym typeface="Symbol" pitchFamily="18" charset="2"/>
              </a:rPr>
              <a:t></a:t>
            </a:r>
            <a:r>
              <a:rPr lang="en-US" altLang="zh-CN" sz="2500" b="1">
                <a:effectLst/>
              </a:rPr>
              <a:t>H</a:t>
            </a:r>
            <a:r>
              <a:rPr lang="zh-CN" altLang="en-US" sz="2500" b="1">
                <a:effectLst/>
              </a:rPr>
              <a:t>，使得在训练样例上</a:t>
            </a:r>
            <a:r>
              <a:rPr lang="en-US" altLang="zh-CN" sz="2500" b="1">
                <a:effectLst/>
              </a:rPr>
              <a:t>h</a:t>
            </a:r>
            <a:r>
              <a:rPr lang="zh-CN" altLang="en-US" sz="2500" b="1">
                <a:effectLst/>
              </a:rPr>
              <a:t>的错误率比</a:t>
            </a:r>
            <a:r>
              <a:rPr lang="en-US" altLang="zh-CN" sz="2500" b="1">
                <a:effectLst/>
              </a:rPr>
              <a:t>h</a:t>
            </a:r>
            <a:r>
              <a:rPr lang="en-US" altLang="zh-CN" sz="2500" b="1">
                <a:effectLst/>
                <a:latin typeface="Arial"/>
                <a:ea typeface="Arial"/>
              </a:rPr>
              <a:t>’</a:t>
            </a:r>
            <a:r>
              <a:rPr lang="zh-CN" altLang="en-US" sz="2500" b="1">
                <a:effectLst/>
              </a:rPr>
              <a:t>小，但在整个实例分布上</a:t>
            </a:r>
            <a:r>
              <a:rPr lang="en-US" altLang="zh-CN" sz="2500" b="1">
                <a:effectLst/>
              </a:rPr>
              <a:t>h</a:t>
            </a:r>
            <a:r>
              <a:rPr lang="en-US" altLang="zh-CN" sz="2500" b="1">
                <a:effectLst/>
                <a:latin typeface="Arial"/>
                <a:ea typeface="Arial"/>
              </a:rPr>
              <a:t>’</a:t>
            </a:r>
            <a:r>
              <a:rPr lang="zh-CN" altLang="en-US" sz="2500" b="1">
                <a:effectLst/>
              </a:rPr>
              <a:t>的错误率比</a:t>
            </a:r>
            <a:r>
              <a:rPr lang="en-US" altLang="zh-CN" sz="2500" b="1">
                <a:effectLst/>
              </a:rPr>
              <a:t>h</a:t>
            </a:r>
            <a:r>
              <a:rPr lang="zh-CN" altLang="en-US" sz="2500" b="1">
                <a:effectLst/>
              </a:rPr>
              <a:t>小，那么就说假设</a:t>
            </a:r>
            <a:r>
              <a:rPr lang="en-US" altLang="zh-CN" sz="2500" b="1">
                <a:effectLst/>
              </a:rPr>
              <a:t>h</a:t>
            </a:r>
            <a:r>
              <a:rPr lang="zh-CN" altLang="en-US" sz="2500" b="1">
                <a:effectLst/>
              </a:rPr>
              <a:t>过度拟合训练数据。</a:t>
            </a:r>
          </a:p>
          <a:p>
            <a:pPr marL="796925" lvl="1" indent="-307975" eaLnBrk="1" hangingPunct="1"/>
            <a:r>
              <a:rPr lang="zh-CN" altLang="en-US" sz="2500" b="1">
                <a:solidFill>
                  <a:srgbClr val="777777"/>
                </a:solidFill>
                <a:effectLst/>
              </a:rPr>
              <a:t>图</a:t>
            </a:r>
            <a:r>
              <a:rPr lang="en-US" altLang="zh-CN" sz="2500" b="1">
                <a:solidFill>
                  <a:srgbClr val="777777"/>
                </a:solidFill>
                <a:effectLst/>
              </a:rPr>
              <a:t>3-6</a:t>
            </a:r>
            <a:r>
              <a:rPr lang="zh-CN" altLang="en-US" sz="2500" b="1">
                <a:solidFill>
                  <a:srgbClr val="777777"/>
                </a:solidFill>
                <a:effectLst/>
              </a:rPr>
              <a:t>的例子 ，说明树的尺寸</a:t>
            </a:r>
            <a:r>
              <a:rPr lang="en-US" altLang="zh-CN" sz="2500" b="1">
                <a:solidFill>
                  <a:srgbClr val="777777"/>
                </a:solidFill>
                <a:effectLst/>
              </a:rPr>
              <a:t>(</a:t>
            </a:r>
            <a:r>
              <a:rPr lang="zh-CN" altLang="en-US" sz="2500" b="1">
                <a:solidFill>
                  <a:srgbClr val="777777"/>
                </a:solidFill>
                <a:effectLst/>
              </a:rPr>
              <a:t>节点数</a:t>
            </a:r>
            <a:r>
              <a:rPr lang="en-US" altLang="zh-CN" sz="2500" b="1">
                <a:solidFill>
                  <a:srgbClr val="777777"/>
                </a:solidFill>
                <a:effectLst/>
              </a:rPr>
              <a:t>)</a:t>
            </a:r>
            <a:r>
              <a:rPr lang="zh-CN" altLang="en-US" sz="2500" b="1">
                <a:solidFill>
                  <a:srgbClr val="777777"/>
                </a:solidFill>
                <a:effectLst/>
              </a:rPr>
              <a:t>对测试精度和训练精度的影响</a:t>
            </a:r>
            <a:r>
              <a:rPr lang="en-US" altLang="zh-CN" sz="2500" b="1">
                <a:solidFill>
                  <a:srgbClr val="777777"/>
                </a:solidFill>
                <a:effectLst/>
                <a:latin typeface="Arial"/>
              </a:rPr>
              <a:t>——</a:t>
            </a:r>
            <a:r>
              <a:rPr lang="zh-CN" altLang="en-US" sz="2500" b="1">
                <a:solidFill>
                  <a:srgbClr val="777777"/>
                </a:solidFill>
                <a:effectLst/>
              </a:rPr>
              <a:t>避免过度拟合必须控制树尺寸</a:t>
            </a:r>
            <a:r>
              <a:rPr lang="en-US" altLang="zh-CN" sz="2500" b="1">
                <a:solidFill>
                  <a:srgbClr val="777777"/>
                </a:solidFill>
                <a:effectLst/>
              </a:rPr>
              <a:t>!</a:t>
            </a:r>
          </a:p>
        </p:txBody>
      </p:sp>
      <p:graphicFrame>
        <p:nvGraphicFramePr>
          <p:cNvPr id="38919" name="Object 4"/>
          <p:cNvGraphicFramePr>
            <a:graphicFrameLocks noChangeAspect="1"/>
          </p:cNvGraphicFramePr>
          <p:nvPr/>
        </p:nvGraphicFramePr>
        <p:xfrm>
          <a:off x="3559175" y="2492375"/>
          <a:ext cx="471488" cy="190500"/>
        </p:xfrm>
        <a:graphic>
          <a:graphicData uri="http://schemas.openxmlformats.org/presentationml/2006/ole">
            <mc:AlternateContent xmlns:mc="http://schemas.openxmlformats.org/markup-compatibility/2006">
              <mc:Choice xmlns:v="urn:schemas-microsoft-com:vml" Requires="v">
                <p:oleObj spid="_x0000_s1042" name="Equation" r:id="rId2" progId="Equation.DSMT4">
                  <p:embed/>
                </p:oleObj>
              </mc:Choice>
              <mc:Fallback>
                <p:oleObj spid="_x0000_s1042" name="Equation" r:id="rId2" progId="Equation.DSMT4">
                  <p:embed/>
                  <p:pic>
                    <p:nvPicPr>
                      <p:cNvPr id="0" name="OLE substitute image"/>
                      <p:cNvPicPr/>
                      <p:nvPr/>
                    </p:nvPicPr>
                    <p:blipFill>
                      <a:blip r:embed="rId3"/>
                      <a:stretch/>
                    </p:blipFill>
                    <p:spPr>
                      <a:xfrm>
                        <a:off x="3559175" y="2492375"/>
                        <a:ext cx="471488" cy="190500"/>
                      </a:xfrm>
                      <a:prstGeom prst="rect">
                        <a:avLst/>
                      </a:prstGeom>
                      <a:noFill/>
                      <a:effec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mph" presetSubtype="0" fill="hold" nodeType="clickEffect">
                                  <p:stCondLst>
                                    <p:cond delay="-9223372036854775808"/>
                                  </p:stCondLst>
                                  <p:childTnLst>
                                    <p:animClr>
                                      <p:cBhvr additive="base">
                                        <p:cTn id="6" dur="500" fill="hold"/>
                                        <p:tgtEl>
                                          <p:spTgt spid="38918">
                                            <p:txEl>
                                              <p:charRg st="158" end="208"/>
                                            </p:txEl>
                                          </p:spTgt>
                                        </p:tgtEl>
                                        <p:attrNameLst>
                                          <p:attrName>style.color</p:attrName>
                                        </p:attrNameLst>
                                      </p:cBhvr>
                                    </p:animClr>
                                    <p:animClr>
                                      <p:cBhvr additive="base">
                                        <p:cTn id="7" dur="500" fill="hold"/>
                                        <p:tgtEl>
                                          <p:spTgt spid="38918">
                                            <p:txEl>
                                              <p:charRg st="158" end="208"/>
                                            </p:txEl>
                                          </p:spTgt>
                                        </p:tgtEl>
                                        <p:attrNameLst>
                                          <p:attrName>fillcolor</p:attrName>
                                        </p:attrNameLst>
                                      </p:cBhvr>
                                    </p:animClr>
                                    <p:animClr>
                                      <p:cBhvr additive="base">
                                        <p:cTn id="8" dur="500" fill="hold"/>
                                        <p:tgtEl>
                                          <p:spTgt spid="38918">
                                            <p:txEl>
                                              <p:charRg st="158" end="208"/>
                                            </p:txEl>
                                          </p:spTgt>
                                        </p:tgtEl>
                                        <p:attrNameLst>
                                          <p:attrName>stroke.color</p:attrName>
                                        </p:attrNameLst>
                                      </p:cBhvr>
                                    </p:animClr>
                                    <p:set>
                                      <p:cBhvr additive="base">
                                        <p:cTn id="9" dur="500" fill="hold"/>
                                        <p:tgtEl>
                                          <p:spTgt spid="38918">
                                            <p:txEl>
                                              <p:charRg st="158" end="208"/>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39938"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905051D0-2EB4-4374-8C02-3AE095D2EDB9}" type="datetime1">
              <a:rPr lang="zh-CN" altLang="en-US" sz="1500">
                <a:effectLst/>
              </a:rPr>
              <a:t>2020-01-26</a:t>
            </a:fld>
            <a:endParaRPr lang="en-US" altLang="zh-CN" sz="1500">
              <a:effectLst/>
            </a:endParaRPr>
          </a:p>
        </p:txBody>
      </p:sp>
      <p:sp>
        <p:nvSpPr>
          <p:cNvPr id="39939"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39940"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5A1543CA-5CD1-4CD6-961B-C4E0B1BF82F0}" type="slidenum">
              <a:rPr lang="en-US" altLang="zh-CN" sz="1500">
                <a:effectLst/>
              </a:rPr>
              <a:t>34</a:t>
            </a:fld>
            <a:r>
              <a:rPr lang="en-US" altLang="zh-CN" sz="1500">
                <a:effectLst/>
              </a:rPr>
              <a:t> / 34</a:t>
            </a:r>
          </a:p>
        </p:txBody>
      </p:sp>
      <p:sp>
        <p:nvSpPr>
          <p:cNvPr id="39941"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a:effectLst/>
              </a:rPr>
              <a:t>Overfitting</a:t>
            </a:r>
          </a:p>
        </p:txBody>
      </p:sp>
      <p:pic>
        <p:nvPicPr>
          <p:cNvPr id="39942" name="Picture 3"/>
          <p:cNvPicPr/>
          <p:nvPr>
            <p:ph idx="4294967295"/>
          </p:nvPr>
        </p:nvPicPr>
        <p:blipFill>
          <a:blip r:embed="rId2"/>
          <a:stretch/>
        </p:blipFill>
        <p:spPr>
          <a:xfrm>
            <a:off x="1252538" y="1774825"/>
            <a:ext cx="8586788" cy="4119562"/>
          </a:xfrm>
          <a:prstGeom prst="rect">
            <a:avLst/>
          </a:prstGeom>
          <a:noFill/>
          <a:ln>
            <a:miter lim="800000"/>
          </a:ln>
          <a:effectLst/>
        </p:spPr>
      </p:pic>
    </p:spTree>
  </p:cSld>
  <p:clrMapOvr>
    <a:masterClrMapping/>
  </p:clrMapOvr>
  <p:transition/>
  <p:timing/>
</p:sld>
</file>

<file path=ppt/slides/slide3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40962" name="日期占位符 4"/>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1C396AFC-74BF-4EF2-B00E-AA455DDD6EC3}" type="datetime1">
              <a:rPr lang="zh-CN" altLang="en-US" sz="1500">
                <a:effectLst/>
              </a:rPr>
              <a:t>2020-01-26</a:t>
            </a:fld>
            <a:endParaRPr lang="en-US" altLang="zh-CN" sz="1500">
              <a:effectLst/>
            </a:endParaRPr>
          </a:p>
        </p:txBody>
      </p:sp>
      <p:sp>
        <p:nvSpPr>
          <p:cNvPr id="40963" name="页脚占位符 5"/>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40964" name="灯片编号占位符 6"/>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B9FB0863-461F-4AEC-B279-44DEE2CEF785}" type="slidenum">
              <a:rPr lang="en-US" altLang="zh-CN" sz="1500">
                <a:effectLst/>
              </a:rPr>
              <a:t>35</a:t>
            </a:fld>
            <a:r>
              <a:rPr lang="en-US" altLang="zh-CN" sz="1500">
                <a:effectLst/>
              </a:rPr>
              <a:t> / 34</a:t>
            </a:r>
          </a:p>
        </p:txBody>
      </p:sp>
      <p:sp>
        <p:nvSpPr>
          <p:cNvPr id="40965"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zh-CN" altLang="en-US">
                <a:effectLst/>
              </a:rPr>
              <a:t>避免过度拟合必须控制树尺寸</a:t>
            </a:r>
          </a:p>
        </p:txBody>
      </p:sp>
      <p:pic>
        <p:nvPicPr>
          <p:cNvPr id="40966" name="Picture 3"/>
          <p:cNvPicPr/>
          <p:nvPr>
            <p:ph sz="half" idx="4294967295"/>
          </p:nvPr>
        </p:nvPicPr>
        <p:blipFill>
          <a:blip r:embed="rId3"/>
          <a:stretch/>
        </p:blipFill>
        <p:spPr>
          <a:xfrm>
            <a:off x="365125" y="1844675"/>
            <a:ext cx="7046912" cy="4176712"/>
          </a:xfrm>
          <a:prstGeom prst="rect">
            <a:avLst/>
          </a:prstGeom>
          <a:noFill/>
          <a:ln>
            <a:miter lim="800000"/>
          </a:ln>
          <a:effectLst/>
        </p:spPr>
      </p:pic>
      <p:sp>
        <p:nvSpPr>
          <p:cNvPr id="40967" name="Rectangle 4"/>
          <p:cNvSpPr/>
          <p:nvPr>
            <p:ph type="body" sz="half" idx="4294967295"/>
          </p:nvPr>
        </p:nvSpPr>
        <p:spPr>
          <a:xfrm>
            <a:off x="6926262" y="1989138"/>
            <a:ext cx="2914650" cy="2808288"/>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2900" b="0" i="0" u="none">
                <a:solidFill>
                  <a:srgbClr val="333399"/>
                </a:solidFill>
                <a:effectLst/>
                <a:latin typeface="Arial"/>
                <a:ea typeface="黑体" pitchFamily="2" charset="-122"/>
              </a:defRPr>
            </a:lvl1pPr>
            <a:lvl2pPr marL="742950" indent="-285750" algn="l"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1900" b="0" i="0" u="none">
                <a:solidFill>
                  <a:schemeClr val="tx1"/>
                </a:solidFill>
                <a:effectLst/>
                <a:latin typeface="Tahoma" pitchFamily="34" charset="0"/>
                <a:ea typeface="宋体" panose="02010600030101010101" pitchFamily="2" charset="-122"/>
              </a:defRPr>
            </a:lvl5pPr>
          </a:lstStyle>
          <a:p>
            <a:pPr marL="366712" lvl="0" indent="-366712" eaLnBrk="1" hangingPunct="1"/>
            <a:r>
              <a:rPr lang="en-US" altLang="zh-CN">
                <a:effectLst/>
              </a:rPr>
              <a:t>High accuracy, small error</a:t>
            </a:r>
          </a:p>
          <a:p>
            <a:pPr marL="366712" lvl="0" indent="-366712" eaLnBrk="1" hangingPunct="1"/>
            <a:endParaRPr lang="en-US" altLang="zh-CN">
              <a:effectLst/>
            </a:endParaRPr>
          </a:p>
          <a:p>
            <a:pPr marL="366712" lvl="0" indent="-366712" eaLnBrk="1" hangingPunct="1"/>
            <a:r>
              <a:rPr lang="en-US" altLang="zh-CN">
                <a:effectLst/>
              </a:rPr>
              <a:t>Low accuracy, big error</a:t>
            </a:r>
          </a:p>
        </p:txBody>
      </p:sp>
      <p:sp>
        <p:nvSpPr>
          <p:cNvPr id="40968" name="Oval 5"/>
          <p:cNvSpPr/>
          <p:nvPr/>
        </p:nvSpPr>
        <p:spPr>
          <a:xfrm>
            <a:off x="2389188" y="2708275"/>
            <a:ext cx="406400" cy="863600"/>
          </a:xfrm>
          <a:prstGeom prst="ellipse">
            <a:avLst/>
          </a:prstGeom>
          <a:noFill/>
          <a:ln w="19050">
            <a:solidFill>
              <a:srgbClr val="993300"/>
            </a:solidFill>
            <a:miter lim="800000"/>
          </a:ln>
          <a:effectLst/>
        </p:spPr>
        <p:txBody>
          <a:bodyPr wrap="none" anchor="ctr" anchorCtr="0">
            <a:noAutofit/>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lang="zh-CN" altLang="en-US"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a:pPr marL="0" lvl="0" indent="0" eaLnBrk="1" hangingPunct="1"/>
            <a:endParaRPr lang="zh-CN" altLang="en-US">
              <a:effectLst/>
            </a:endParaRPr>
          </a:p>
        </p:txBody>
      </p:sp>
      <p:cxnSp>
        <p:nvCxnSpPr>
          <p:cNvPr id="40969" name="Line 6"/>
          <p:cNvCxnSpPr/>
          <p:nvPr/>
        </p:nvCxnSpPr>
        <p:spPr>
          <a:xfrm flipH="1" flipV="1">
            <a:off x="2632075" y="1916112"/>
            <a:ext cx="0" cy="3529012"/>
          </a:xfrm>
          <a:prstGeom prst="line">
            <a:avLst/>
          </a:prstGeom>
          <a:noFill/>
          <a:ln w="19050">
            <a:solidFill>
              <a:srgbClr val="0000FF"/>
            </a:solidFill>
            <a:miter lim="800000"/>
            <a:headEnd type="stealth" w="lg" len="lg"/>
          </a:ln>
          <a:effectLst/>
        </p:spPr>
      </p:cxnSp>
      <p:cxnSp>
        <p:nvCxnSpPr>
          <p:cNvPr id="40970" name="Line 7"/>
          <p:cNvCxnSpPr/>
          <p:nvPr/>
        </p:nvCxnSpPr>
        <p:spPr>
          <a:xfrm flipH="1" flipV="1">
            <a:off x="2389188" y="1916112"/>
            <a:ext cx="0" cy="3455988"/>
          </a:xfrm>
          <a:prstGeom prst="line">
            <a:avLst/>
          </a:prstGeom>
          <a:noFill/>
          <a:ln w="19050">
            <a:solidFill>
              <a:srgbClr val="993366"/>
            </a:solidFill>
            <a:miter lim="800000"/>
          </a:ln>
          <a:effectLst/>
        </p:spPr>
      </p:cxnSp>
      <p:sp>
        <p:nvSpPr>
          <p:cNvPr id="40971" name="Freeform 8"/>
          <p:cNvSpPr/>
          <p:nvPr/>
        </p:nvSpPr>
        <p:spPr>
          <a:xfrm>
            <a:off x="2389188" y="3213100"/>
            <a:ext cx="4414838" cy="485775"/>
          </a:xfrm>
          <a:custGeom>
            <a:cxnLst>
              <a:cxn ang="0">
                <a:pos x="4414837" y="485775"/>
              </a:cxn>
              <a:cxn ang="0">
                <a:pos x="4254103" y="476250"/>
              </a:cxn>
              <a:cxn ang="0">
                <a:pos x="4018359" y="428625"/>
              </a:cxn>
              <a:cxn ang="0">
                <a:pos x="2989659" y="257175"/>
              </a:cxn>
              <a:cxn ang="0">
                <a:pos x="2486025" y="133350"/>
              </a:cxn>
              <a:cxn ang="0">
                <a:pos x="1521619" y="104775"/>
              </a:cxn>
              <a:cxn ang="0">
                <a:pos x="1071562" y="66675"/>
              </a:cxn>
              <a:cxn ang="0">
                <a:pos x="192881" y="38100"/>
              </a:cxn>
              <a:cxn ang="0">
                <a:pos x="0" y="0"/>
              </a:cxn>
            </a:cxnLst>
            <a:pathLst>
              <a:path w="2472" h="306">
                <a:moveTo>
                  <a:pt x="2472" y="306"/>
                </a:moveTo>
                <a:cubicBezTo>
                  <a:pt x="2442" y="304"/>
                  <a:pt x="2412" y="303"/>
                  <a:pt x="2382" y="300"/>
                </a:cubicBezTo>
                <a:cubicBezTo>
                  <a:pt x="2338" y="295"/>
                  <a:pt x="2295" y="276"/>
                  <a:pt x="2250" y="270"/>
                </a:cubicBezTo>
                <a:cubicBezTo>
                  <a:pt x="2062" y="207"/>
                  <a:pt x="1873" y="171"/>
                  <a:pt x="1674" y="162"/>
                </a:cubicBezTo>
                <a:cubicBezTo>
                  <a:pt x="1579" y="143"/>
                  <a:pt x="1490" y="91"/>
                  <a:pt x="1392" y="84"/>
                </a:cubicBezTo>
                <a:cubicBezTo>
                  <a:pt x="1212" y="71"/>
                  <a:pt x="1032" y="73"/>
                  <a:pt x="852" y="66"/>
                </a:cubicBezTo>
                <a:cubicBezTo>
                  <a:pt x="766" y="37"/>
                  <a:pt x="701" y="45"/>
                  <a:pt x="600" y="42"/>
                </a:cubicBezTo>
                <a:cubicBezTo>
                  <a:pt x="435" y="38"/>
                  <a:pt x="272" y="35"/>
                  <a:pt x="108" y="24"/>
                </a:cubicBezTo>
                <a:cubicBezTo>
                  <a:pt x="79" y="17"/>
                  <a:pt x="29" y="0"/>
                  <a:pt x="0" y="0"/>
                </a:cubicBezTo>
              </a:path>
            </a:pathLst>
          </a:custGeom>
          <a:noFill/>
          <a:ln w="25400" cap="flat">
            <a:solidFill>
              <a:srgbClr val="993366"/>
            </a:solidFill>
            <a:prstDash val="dashDot"/>
            <a:round/>
            <a:tailEnd type="stealth" w="lg" len="lg"/>
          </a:ln>
          <a:effectLst/>
        </p:spPr>
        <p:txBody>
          <a:bodyPr/>
          <a:lstStyle>
            <a:defPPr algn="l" defTabSz="979488" rtl="0" eaLnBrk="1" hangingPunct="1">
              <a:defRPr kumimoji="0" lang="zh-CN" altLang="en-US">
                <a:effectLst/>
              </a:defRPr>
            </a:defPPr>
            <a:lvl1pPr marL="0" indent="0" algn="l" defTabSz="914400" rtl="0" eaLnBrk="0" fontAlgn="base" latinLnBrk="0" hangingPunct="0">
              <a:lnSpc>
                <a:spcPct val="100000"/>
              </a:lnSpc>
              <a:spcBef>
                <a:spcPct val="0"/>
              </a:spcBef>
              <a:spcAft>
                <a:spcPct val="0"/>
              </a:spcAft>
              <a:buClrTx/>
              <a:buSzTx/>
              <a:buFontTx/>
              <a:buNone/>
              <a:defRPr kumimoji="0" sz="2100" b="0" i="0" u="none" kern="1200" baseline="0">
                <a:solidFill>
                  <a:schemeClr val="tx1"/>
                </a:solidFill>
                <a:effectLst/>
                <a:latin typeface="Tahoma" pitchFamily="34" charset="0"/>
                <a:ea typeface="宋体" panose="02010600030101010101" pitchFamily="2" charset="-122"/>
                <a:cs typeface="Arial"/>
              </a:defRPr>
            </a:lvl1pPr>
            <a:lvl2pPr marL="457200" indent="0" algn="l" defTabSz="914400" rtl="0" eaLnBrk="0" fontAlgn="base" latinLnBrk="0" hangingPunct="0">
              <a:lnSpc>
                <a:spcPct val="100000"/>
              </a:lnSpc>
              <a:spcBef>
                <a:spcPct val="0"/>
              </a:spcBef>
              <a:spcAft>
                <a:spcPct val="0"/>
              </a:spcAft>
              <a:buClrTx/>
              <a:buSzTx/>
              <a:buFontTx/>
              <a:buNone/>
              <a:defRPr kumimoji="0" sz="2100" b="0" i="0" u="none" kern="1200" baseline="0">
                <a:solidFill>
                  <a:schemeClr val="tx1"/>
                </a:solidFill>
                <a:effectLst/>
                <a:latin typeface="Tahoma" pitchFamily="34" charset="0"/>
                <a:ea typeface="宋体" panose="02010600030101010101" pitchFamily="2" charset="-122"/>
                <a:cs typeface="Arial"/>
              </a:defRPr>
            </a:lvl2pPr>
            <a:lvl3pPr marL="914400" indent="0" algn="l" defTabSz="914400" rtl="0" eaLnBrk="0" fontAlgn="base" latinLnBrk="0" hangingPunct="0">
              <a:lnSpc>
                <a:spcPct val="100000"/>
              </a:lnSpc>
              <a:spcBef>
                <a:spcPct val="0"/>
              </a:spcBef>
              <a:spcAft>
                <a:spcPct val="0"/>
              </a:spcAft>
              <a:buClrTx/>
              <a:buSzTx/>
              <a:buFontTx/>
              <a:buNone/>
              <a:defRPr kumimoji="0" sz="2100" b="0" i="0" u="none" kern="1200" baseline="0">
                <a:solidFill>
                  <a:schemeClr val="tx1"/>
                </a:solidFill>
                <a:effectLst/>
                <a:latin typeface="Tahoma" pitchFamily="34" charset="0"/>
                <a:ea typeface="宋体" panose="02010600030101010101" pitchFamily="2" charset="-122"/>
                <a:cs typeface="Arial"/>
              </a:defRPr>
            </a:lvl3pPr>
            <a:lvl4pPr marL="1371600" indent="0" algn="l" defTabSz="914400" rtl="0" eaLnBrk="0" fontAlgn="base" latinLnBrk="0" hangingPunct="0">
              <a:lnSpc>
                <a:spcPct val="100000"/>
              </a:lnSpc>
              <a:spcBef>
                <a:spcPct val="0"/>
              </a:spcBef>
              <a:spcAft>
                <a:spcPct val="0"/>
              </a:spcAft>
              <a:buClrTx/>
              <a:buSzTx/>
              <a:buFontTx/>
              <a:buNone/>
              <a:defRPr kumimoji="0" sz="2100" b="0" i="0" u="none" kern="1200" baseline="0">
                <a:solidFill>
                  <a:schemeClr val="tx1"/>
                </a:solidFill>
                <a:effectLst/>
                <a:latin typeface="Tahoma" pitchFamily="34" charset="0"/>
                <a:ea typeface="宋体" panose="02010600030101010101" pitchFamily="2" charset="-122"/>
                <a:cs typeface="Arial"/>
              </a:defRPr>
            </a:lvl4pPr>
            <a:lvl5pPr marL="1828800" indent="0" algn="l" defTabSz="914400" rtl="0" eaLnBrk="0" fontAlgn="base" latinLnBrk="0" hangingPunct="0">
              <a:lnSpc>
                <a:spcPct val="100000"/>
              </a:lnSpc>
              <a:spcBef>
                <a:spcPct val="0"/>
              </a:spcBef>
              <a:spcAft>
                <a:spcPct val="0"/>
              </a:spcAft>
              <a:buClrTx/>
              <a:buSzTx/>
              <a:buFontTx/>
              <a:buNone/>
              <a:defRPr kumimoji="0" sz="2100" b="0" i="0" u="none" kern="1200" baseline="0">
                <a:solidFill>
                  <a:schemeClr val="tx1"/>
                </a:solidFill>
                <a:effectLst/>
                <a:latin typeface="Tahoma" pitchFamily="34" charset="0"/>
                <a:ea typeface="宋体" panose="02010600030101010101" pitchFamily="2" charset="-122"/>
                <a:cs typeface="Arial"/>
              </a:defRPr>
            </a:lvl5pPr>
            <a:lvl6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6pPr>
            <a:lvl7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7pPr>
            <a:lvl8pPr marL="0" indent="0" algn="l" defTabSz="979488" rtl="0" eaLnBrk="1" fontAlgn="auto" latinLnBrk="0" hangingPunct="1">
              <a:lnSpc>
                <a:spcPct val="100000"/>
              </a:lnSpc>
              <a:spcBef>
                <a:spcPct val="0"/>
              </a:spcBef>
              <a:spcAft>
                <a:spcPct val="0"/>
              </a:spcAft>
              <a:buNone/>
              <a:defRPr kumimoji="0" lang="zh-CN" altLang="en-US" b="0" i="0" u="none" kern="1200" baseline="0">
                <a:solidFill>
                  <a:schemeClr val="phClr"/>
                </a:solidFill>
                <a:effectLst/>
                <a:latin typeface="Arial"/>
                <a:ea typeface="Arial"/>
                <a:cs typeface="Arial"/>
              </a:defRPr>
            </a:lvl8pPr>
          </a:lstStyle>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9223372036854775808"/>
                                  </p:stCondLst>
                                  <p:childTnLst>
                                    <p:set>
                                      <p:cBhvr additive="base">
                                        <p:cTn id="6" dur="1" fill="hold">
                                          <p:stCondLst>
                                            <p:cond delay="0"/>
                                          </p:stCondLst>
                                        </p:cTn>
                                        <p:tgtEl>
                                          <p:spTgt spid="40968"/>
                                        </p:tgtEl>
                                        <p:attrNameLst>
                                          <p:attrName>style.visibility</p:attrName>
                                        </p:attrNameLst>
                                      </p:cBhvr>
                                      <p:to>
                                        <p:strVal val="visible"/>
                                      </p:to>
                                    </p:set>
                                    <p:animEffect transition="in" filter="wipe(right)">
                                      <p:cBhvr additive="base">
                                        <p:cTn id="7" dur="500"/>
                                        <p:tgtEl>
                                          <p:spTgt spid="40968"/>
                                        </p:tgtEl>
                                      </p:cBhvr>
                                    </p:animEffect>
                                  </p:childTnLst>
                                </p:cTn>
                              </p:par>
                            </p:childTnLst>
                          </p:cTn>
                        </p:par>
                      </p:childTnLst>
                    </p:cTn>
                  </p:par>
                  <p:par>
                    <p:cTn id="8" fill="hold">
                      <p:stCondLst>
                        <p:cond delay="indefinite"/>
                      </p:stCondLst>
                      <p:childTnLst>
                        <p:par>
                          <p:cTn id="9" fill="hold">
                            <p:stCondLst>
                              <p:cond delay="indefinite"/>
                            </p:stCondLst>
                          </p:cTn>
                        </p:par>
                        <p:par>
                          <p:cTn id="10" fill="hold">
                            <p:stCondLst>
                              <p:cond delay="0"/>
                            </p:stCondLst>
                            <p:childTnLst>
                              <p:par>
                                <p:cTn id="11" presetID="22" presetClass="entr" presetSubtype="1" fill="hold" nodeType="clickEffect">
                                  <p:stCondLst>
                                    <p:cond delay="-9223372036854775808"/>
                                  </p:stCondLst>
                                  <p:childTnLst>
                                    <p:set>
                                      <p:cBhvr additive="base">
                                        <p:cTn id="12" dur="1" fill="hold">
                                          <p:stCondLst>
                                            <p:cond delay="0"/>
                                          </p:stCondLst>
                                        </p:cTn>
                                        <p:tgtEl>
                                          <p:spTgt spid="40969"/>
                                        </p:tgtEl>
                                        <p:attrNameLst>
                                          <p:attrName>style.visibility</p:attrName>
                                        </p:attrNameLst>
                                      </p:cBhvr>
                                      <p:to>
                                        <p:strVal val="visible"/>
                                      </p:to>
                                    </p:set>
                                    <p:animEffect transition="in" filter="wipe(up)">
                                      <p:cBhvr additive="base">
                                        <p:cTn id="13" dur="500"/>
                                        <p:tgtEl>
                                          <p:spTgt spid="40969"/>
                                        </p:tgtEl>
                                      </p:cBhvr>
                                    </p:animEffect>
                                  </p:childTnLst>
                                </p:cTn>
                              </p:par>
                            </p:childTnLst>
                          </p:cTn>
                        </p:par>
                      </p:childTnLst>
                    </p:cTn>
                  </p:par>
                  <p:par>
                    <p:cTn id="14" fill="hold">
                      <p:stCondLst>
                        <p:cond delay="indefinite"/>
                      </p:stCondLst>
                      <p:childTnLst>
                        <p:par>
                          <p:cTn id="15" fill="hold">
                            <p:stCondLst>
                              <p:cond delay="indefinite"/>
                            </p:stCondLst>
                          </p:cTn>
                        </p:par>
                        <p:par>
                          <p:cTn id="16" fill="hold">
                            <p:stCondLst>
                              <p:cond delay="0"/>
                            </p:stCondLst>
                            <p:childTnLst>
                              <p:par>
                                <p:cTn id="17" presetID="22" presetClass="entr" presetSubtype="4" fill="hold" nodeType="clickEffect">
                                  <p:stCondLst>
                                    <p:cond delay="-9223372036854775808"/>
                                  </p:stCondLst>
                                  <p:childTnLst>
                                    <p:set>
                                      <p:cBhvr additive="base">
                                        <p:cTn id="18" dur="1" fill="hold">
                                          <p:stCondLst>
                                            <p:cond delay="0"/>
                                          </p:stCondLst>
                                        </p:cTn>
                                        <p:tgtEl>
                                          <p:spTgt spid="40970"/>
                                        </p:tgtEl>
                                        <p:attrNameLst>
                                          <p:attrName>style.visibility</p:attrName>
                                        </p:attrNameLst>
                                      </p:cBhvr>
                                      <p:to>
                                        <p:strVal val="visible"/>
                                      </p:to>
                                    </p:set>
                                    <p:animEffect transition="in" filter="wipe(down)">
                                      <p:cBhvr additive="base">
                                        <p:cTn id="19" dur="500"/>
                                        <p:tgtEl>
                                          <p:spTgt spid="40970"/>
                                        </p:tgtEl>
                                      </p:cBhvr>
                                    </p:animEffect>
                                  </p:childTnLst>
                                </p:cTn>
                              </p:par>
                            </p:childTnLst>
                          </p:cTn>
                        </p:par>
                      </p:childTnLst>
                    </p:cTn>
                  </p:par>
                  <p:par>
                    <p:cTn id="20" fill="hold">
                      <p:stCondLst>
                        <p:cond delay="indefinite"/>
                      </p:stCondLst>
                      <p:childTnLst>
                        <p:par>
                          <p:cTn id="21" fill="hold">
                            <p:stCondLst>
                              <p:cond delay="indefinite"/>
                            </p:stCondLst>
                          </p:cTn>
                        </p:par>
                        <p:par>
                          <p:cTn id="22" fill="hold">
                            <p:stCondLst>
                              <p:cond delay="0"/>
                            </p:stCondLst>
                            <p:childTnLst>
                              <p:par>
                                <p:cTn id="23" presetID="22" presetClass="entr" presetSubtype="2" fill="hold" nodeType="clickEffect">
                                  <p:stCondLst>
                                    <p:cond delay="-9223372036854775808"/>
                                  </p:stCondLst>
                                  <p:childTnLst>
                                    <p:set>
                                      <p:cBhvr additive="base">
                                        <p:cTn id="24" dur="1" fill="hold">
                                          <p:stCondLst>
                                            <p:cond delay="0"/>
                                          </p:stCondLst>
                                        </p:cTn>
                                        <p:tgtEl>
                                          <p:spTgt spid="40971"/>
                                        </p:tgtEl>
                                        <p:attrNameLst>
                                          <p:attrName>style.visibility</p:attrName>
                                        </p:attrNameLst>
                                      </p:cBhvr>
                                      <p:to>
                                        <p:strVal val="visible"/>
                                      </p:to>
                                    </p:set>
                                    <p:animEffect transition="in" filter="wipe(right)">
                                      <p:cBhvr additive="base">
                                        <p:cTn id="25" dur="500"/>
                                        <p:tgtEl>
                                          <p:spTgt spid="40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8" grpId="0"/>
    </p:bldLst>
  </p:timing>
</p:sld>
</file>

<file path=ppt/slides/slide36.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41986"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CD57B79C-046C-47C3-AB0D-F6E121067E29}" type="datetime1">
              <a:rPr lang="zh-CN" altLang="en-US" sz="1500">
                <a:effectLst/>
              </a:rPr>
              <a:t>2020-01-26</a:t>
            </a:fld>
            <a:endParaRPr lang="en-US" altLang="zh-CN" sz="1500">
              <a:effectLst/>
            </a:endParaRPr>
          </a:p>
        </p:txBody>
      </p:sp>
      <p:sp>
        <p:nvSpPr>
          <p:cNvPr id="41987"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41988"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50ADCF46-6A37-4A64-9E59-3A8792B791F6}" type="slidenum">
              <a:rPr lang="en-US" altLang="zh-CN" sz="1500">
                <a:effectLst/>
              </a:rPr>
              <a:t>36</a:t>
            </a:fld>
            <a:r>
              <a:rPr lang="en-US" altLang="zh-CN" sz="1500">
                <a:effectLst/>
              </a:rPr>
              <a:t> / 34</a:t>
            </a:r>
          </a:p>
        </p:txBody>
      </p:sp>
      <p:sp>
        <p:nvSpPr>
          <p:cNvPr id="41989"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zh-CN" altLang="en-US">
                <a:effectLst/>
              </a:rPr>
              <a:t>避免过度拟合数据（</a:t>
            </a:r>
            <a:r>
              <a:rPr lang="en-US" altLang="zh-CN">
                <a:effectLst/>
              </a:rPr>
              <a:t>2</a:t>
            </a:r>
            <a:r>
              <a:rPr lang="zh-CN" altLang="en-US">
                <a:effectLst/>
              </a:rPr>
              <a:t>）</a:t>
            </a:r>
          </a:p>
        </p:txBody>
      </p:sp>
      <p:sp>
        <p:nvSpPr>
          <p:cNvPr id="41990" name="Rectangle 3"/>
          <p:cNvSpPr/>
          <p:nvPr>
            <p:ph type="body" idx="4294967295"/>
          </p:nvPr>
        </p:nvSpPr>
        <p:spPr>
          <a:xfrm>
            <a:off x="679450" y="2060575"/>
            <a:ext cx="8742362" cy="4119562"/>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r>
              <a:rPr lang="zh-CN" altLang="en-US">
                <a:effectLst/>
              </a:rPr>
              <a:t>导致过度拟合的原因</a:t>
            </a:r>
          </a:p>
          <a:p>
            <a:pPr marL="796925" lvl="1" indent="-307975" eaLnBrk="1" hangingPunct="1">
              <a:lnSpc>
                <a:spcPct val="120000"/>
              </a:lnSpc>
            </a:pPr>
            <a:r>
              <a:rPr lang="zh-CN" altLang="en-US" b="1">
                <a:effectLst/>
              </a:rPr>
              <a:t>一种可能原因是训练样例含有随机噪声</a:t>
            </a:r>
          </a:p>
          <a:p>
            <a:pPr marL="796925" lvl="1" indent="-307975" eaLnBrk="1" hangingPunct="1">
              <a:lnSpc>
                <a:spcPct val="120000"/>
              </a:lnSpc>
            </a:pPr>
            <a:r>
              <a:rPr lang="zh-CN" altLang="en-US" b="1">
                <a:effectLst/>
              </a:rPr>
              <a:t>当训练数据没有噪声时，过度拟合也有可能发生，特别是当少量的样例被关联到叶子节点时，很可能出现巧合的规律性，使得一些属性恰巧可以很好地分割样例，但却与实际的目标函数并无关系。</a:t>
            </a:r>
          </a:p>
        </p:txBody>
      </p:sp>
    </p:spTree>
  </p:cSld>
  <p:clrMapOvr>
    <a:masterClrMapping/>
  </p:clrMapOvr>
  <p:transition/>
  <p:timing/>
</p:sld>
</file>

<file path=ppt/slides/slide37.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43010"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54F9833E-BE2A-4840-9050-70F641092598}" type="datetime1">
              <a:rPr lang="zh-CN" altLang="en-US" sz="1500">
                <a:effectLst/>
              </a:rPr>
              <a:t>2020-01-26</a:t>
            </a:fld>
            <a:endParaRPr lang="en-US" altLang="zh-CN" sz="1500">
              <a:effectLst/>
            </a:endParaRPr>
          </a:p>
        </p:txBody>
      </p:sp>
      <p:sp>
        <p:nvSpPr>
          <p:cNvPr id="43011"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43012"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58942247-1EFD-48B6-8D40-AFD952C87B34}" type="slidenum">
              <a:rPr lang="en-US" altLang="zh-CN" sz="1500">
                <a:effectLst/>
              </a:rPr>
              <a:t>37</a:t>
            </a:fld>
            <a:r>
              <a:rPr lang="en-US" altLang="zh-CN" sz="1500">
                <a:effectLst/>
              </a:rPr>
              <a:t> / 34</a:t>
            </a:r>
          </a:p>
        </p:txBody>
      </p:sp>
      <p:sp>
        <p:nvSpPr>
          <p:cNvPr id="43013"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zh-CN" altLang="en-US">
                <a:effectLst/>
              </a:rPr>
              <a:t>避免过度拟合数据（</a:t>
            </a:r>
            <a:r>
              <a:rPr lang="en-US" altLang="zh-CN">
                <a:effectLst/>
              </a:rPr>
              <a:t>3</a:t>
            </a:r>
            <a:r>
              <a:rPr lang="zh-CN" altLang="en-US">
                <a:effectLst/>
              </a:rPr>
              <a:t>）</a:t>
            </a:r>
          </a:p>
        </p:txBody>
      </p:sp>
      <p:sp>
        <p:nvSpPr>
          <p:cNvPr id="43014" name="Rectangle 3"/>
          <p:cNvSpPr/>
          <p:nvPr>
            <p:ph type="body" idx="4294967295"/>
          </p:nvPr>
        </p:nvSpPr>
        <p:spPr>
          <a:xfrm>
            <a:off x="679450" y="2060575"/>
            <a:ext cx="8742362" cy="4119562"/>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r>
              <a:rPr lang="zh-CN" altLang="en-US">
                <a:effectLst/>
              </a:rPr>
              <a:t>避免过度拟合的方法</a:t>
            </a:r>
          </a:p>
          <a:p>
            <a:pPr marL="796925" lvl="1" indent="-307975" eaLnBrk="1" hangingPunct="1"/>
            <a:r>
              <a:rPr lang="zh-CN" altLang="en-US">
                <a:effectLst/>
              </a:rPr>
              <a:t>及早停止树增长</a:t>
            </a:r>
          </a:p>
          <a:p>
            <a:pPr marL="796925" lvl="1" indent="-307975" eaLnBrk="1" hangingPunct="1"/>
            <a:r>
              <a:rPr lang="zh-CN" altLang="en-US">
                <a:effectLst/>
              </a:rPr>
              <a:t>后修剪法</a:t>
            </a:r>
          </a:p>
          <a:p>
            <a:pPr marL="366712" lvl="0" indent="-366712" eaLnBrk="1" hangingPunct="1"/>
            <a:r>
              <a:rPr lang="zh-CN" altLang="en-US">
                <a:effectLst/>
              </a:rPr>
              <a:t>两种方法的特点</a:t>
            </a:r>
          </a:p>
          <a:p>
            <a:pPr marL="796925" lvl="1" indent="-307975" eaLnBrk="1" hangingPunct="1"/>
            <a:r>
              <a:rPr lang="zh-CN" altLang="en-US">
                <a:effectLst/>
              </a:rPr>
              <a:t>第一种方法更直观，但是</a:t>
            </a:r>
            <a:br>
              <a:rPr lang="zh-CN" altLang="en-US">
                <a:effectLst/>
              </a:rPr>
            </a:br>
            <a:r>
              <a:rPr lang="zh-CN" altLang="en-US">
                <a:effectLst/>
              </a:rPr>
              <a:t>精确地估计何时停止树增长很困难</a:t>
            </a:r>
          </a:p>
          <a:p>
            <a:pPr marL="796925" lvl="1" indent="-307975" eaLnBrk="1" hangingPunct="1"/>
            <a:r>
              <a:rPr lang="zh-CN" altLang="en-US">
                <a:effectLst/>
              </a:rPr>
              <a:t>第二种方法被证明在实践中更成功</a:t>
            </a:r>
          </a:p>
        </p:txBody>
      </p:sp>
    </p:spTree>
  </p:cSld>
  <p:clrMapOvr>
    <a:masterClrMapping/>
  </p:clrMapOvr>
  <p:transition/>
  <p:timing/>
</p:sld>
</file>

<file path=ppt/slides/slide38.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44034"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F963C79F-4639-41F6-9656-2FF1F28D2C0C}" type="datetime1">
              <a:rPr lang="zh-CN" altLang="en-US" sz="1500">
                <a:effectLst/>
              </a:rPr>
              <a:t>2020-01-26</a:t>
            </a:fld>
            <a:endParaRPr lang="en-US" altLang="zh-CN" sz="1500">
              <a:effectLst/>
            </a:endParaRPr>
          </a:p>
        </p:txBody>
      </p:sp>
      <p:sp>
        <p:nvSpPr>
          <p:cNvPr id="44035"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44036"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A0A3824D-986B-48FB-A724-A0A182BC6FE9}" type="slidenum">
              <a:rPr lang="en-US" altLang="zh-CN" sz="1500">
                <a:effectLst/>
              </a:rPr>
              <a:t>38</a:t>
            </a:fld>
            <a:r>
              <a:rPr lang="en-US" altLang="zh-CN" sz="1500">
                <a:effectLst/>
              </a:rPr>
              <a:t> / 34</a:t>
            </a:r>
          </a:p>
        </p:txBody>
      </p:sp>
      <p:sp>
        <p:nvSpPr>
          <p:cNvPr id="44037"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zh-CN" altLang="en-US">
                <a:effectLst/>
              </a:rPr>
              <a:t>避免过度拟合数据（</a:t>
            </a:r>
            <a:r>
              <a:rPr lang="en-US" altLang="zh-CN">
                <a:effectLst/>
              </a:rPr>
              <a:t>4</a:t>
            </a:r>
            <a:r>
              <a:rPr lang="zh-CN" altLang="en-US">
                <a:effectLst/>
              </a:rPr>
              <a:t>）</a:t>
            </a:r>
          </a:p>
        </p:txBody>
      </p:sp>
      <p:sp>
        <p:nvSpPr>
          <p:cNvPr id="44038" name="Rectangle 3"/>
          <p:cNvSpPr/>
          <p:nvPr>
            <p:ph type="body" idx="4294967295"/>
          </p:nvPr>
        </p:nvSpPr>
        <p:spPr>
          <a:xfrm>
            <a:off x="606425" y="2060575"/>
            <a:ext cx="8742362" cy="4119562"/>
          </a:xfrm>
          <a:prstGeom prst="rect">
            <a:avLst/>
          </a:prstGeom>
          <a:noFill/>
          <a:ln>
            <a:miter lim="800000"/>
          </a:ln>
          <a:effectLst/>
        </p:spPr>
        <p:txBody>
          <a:bodyPr vert="horz" wrap="square" lIns="97953" tIns="48976" rIns="97953" bIns="48976" anchor="t" anchorCtr="0">
            <a:noAutofit/>
          </a:bodyPr>
          <a:lstStyle>
            <a:lvl1pPr marL="628650" indent="-628650" algn="l"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1009650" indent="-552450" algn="l"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628650" lvl="0" indent="-628650" defTabSz="914400" eaLnBrk="1" hangingPunct="1">
              <a:lnSpc>
                <a:spcPct val="90000"/>
              </a:lnSpc>
            </a:pPr>
            <a:r>
              <a:rPr lang="zh-CN" altLang="en-US" sz="2900">
                <a:effectLst/>
              </a:rPr>
              <a:t>避免过度拟合的关键</a:t>
            </a:r>
          </a:p>
          <a:p>
            <a:pPr marL="1009650" lvl="1" indent="-552450" defTabSz="914400" eaLnBrk="1" hangingPunct="1">
              <a:lnSpc>
                <a:spcPct val="90000"/>
              </a:lnSpc>
            </a:pPr>
            <a:r>
              <a:rPr lang="zh-CN" altLang="en-US" sz="2500">
                <a:effectLst/>
              </a:rPr>
              <a:t>使用什么样的准则来计算最终决策树的尺寸</a:t>
            </a:r>
          </a:p>
          <a:p>
            <a:pPr marL="628650" lvl="0" indent="-628650" defTabSz="914400" eaLnBrk="1" hangingPunct="1">
              <a:lnSpc>
                <a:spcPct val="90000"/>
              </a:lnSpc>
            </a:pPr>
            <a:r>
              <a:rPr lang="zh-CN" altLang="en-US" sz="2900">
                <a:effectLst/>
              </a:rPr>
              <a:t>解决方法</a:t>
            </a:r>
          </a:p>
          <a:p>
            <a:pPr marL="1009650" lvl="1" indent="-552450" defTabSz="914400" eaLnBrk="1" hangingPunct="1">
              <a:lnSpc>
                <a:spcPct val="90000"/>
              </a:lnSpc>
              <a:buClr>
                <a:schemeClr val="tx1"/>
              </a:buClr>
              <a:buSzPct val="95000"/>
              <a:buFontTx/>
              <a:buAutoNum type="arabicPeriod"/>
            </a:pPr>
            <a:r>
              <a:rPr lang="zh-CN" altLang="en-US" sz="2500">
                <a:effectLst/>
              </a:rPr>
              <a:t>使用</a:t>
            </a:r>
            <a:r>
              <a:rPr lang="zh-CN" altLang="en-US" sz="2500" u="sng">
                <a:solidFill>
                  <a:srgbClr val="0000FF"/>
                </a:solidFill>
                <a:effectLst/>
              </a:rPr>
              <a:t>与训练样例不同的一套分离的样例</a:t>
            </a:r>
            <a:r>
              <a:rPr lang="zh-CN" altLang="en-US" sz="2500">
                <a:effectLst/>
              </a:rPr>
              <a:t>来</a:t>
            </a:r>
            <a:r>
              <a:rPr lang="zh-CN" altLang="en-US" sz="2500" u="sng">
                <a:effectLst/>
              </a:rPr>
              <a:t>评估</a:t>
            </a:r>
            <a:br>
              <a:rPr lang="zh-CN" altLang="en-US" sz="2500">
                <a:effectLst/>
              </a:rPr>
            </a:br>
            <a:r>
              <a:rPr lang="zh-CN" altLang="en-US" sz="2500">
                <a:effectLst/>
              </a:rPr>
              <a:t>通过后修剪方法从树上修剪</a:t>
            </a:r>
            <a:r>
              <a:rPr lang="zh-CN" altLang="en-US" sz="2500" u="sng">
                <a:effectLst/>
              </a:rPr>
              <a:t>节点的效用</a:t>
            </a:r>
            <a:r>
              <a:rPr lang="zh-CN" altLang="en-US" sz="2500">
                <a:effectLst/>
              </a:rPr>
              <a:t>。</a:t>
            </a:r>
          </a:p>
          <a:p>
            <a:pPr marL="1009650" lvl="1" indent="-552450" defTabSz="914400" eaLnBrk="1" hangingPunct="1">
              <a:lnSpc>
                <a:spcPct val="90000"/>
              </a:lnSpc>
              <a:buClr>
                <a:schemeClr val="tx1"/>
              </a:buClr>
              <a:buSzPct val="95000"/>
              <a:buFontTx/>
              <a:buAutoNum type="arabicPeriod"/>
            </a:pPr>
            <a:r>
              <a:rPr lang="zh-CN" altLang="en-US" sz="2500">
                <a:effectLst/>
              </a:rPr>
              <a:t>使用所有可用数据进行训练，但进行统计测试来估计扩展（或修剪）一个特定的节点是否有可能改善在训练集合外的实例上的性能。</a:t>
            </a:r>
          </a:p>
          <a:p>
            <a:pPr marL="1009650" lvl="1" indent="-552450" defTabSz="914400" eaLnBrk="1" hangingPunct="1">
              <a:lnSpc>
                <a:spcPct val="90000"/>
              </a:lnSpc>
              <a:buClr>
                <a:schemeClr val="tx1"/>
              </a:buClr>
              <a:buSzPct val="95000"/>
              <a:buFontTx/>
              <a:buAutoNum type="arabicPeriod"/>
            </a:pPr>
            <a:r>
              <a:rPr lang="zh-CN" altLang="en-US" sz="2500">
                <a:effectLst/>
              </a:rPr>
              <a:t>使用一个显式的标准来测度训练样例和决策树的编码复杂度，当这个测度最小时停止树增长。</a:t>
            </a:r>
          </a:p>
        </p:txBody>
      </p:sp>
    </p:spTree>
  </p:cSld>
  <p:clrMapOvr>
    <a:masterClrMapping/>
  </p:clrMapOvr>
  <p:transition/>
  <p:timing/>
</p:sld>
</file>

<file path=ppt/slides/slide39.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45058"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ACE53C4F-9A63-4AA5-A830-A926BA181041}" type="datetime1">
              <a:rPr lang="zh-CN" altLang="en-US" sz="1500">
                <a:effectLst/>
              </a:rPr>
              <a:t>2020-01-26</a:t>
            </a:fld>
            <a:endParaRPr lang="en-US" altLang="zh-CN" sz="1500">
              <a:effectLst/>
            </a:endParaRPr>
          </a:p>
        </p:txBody>
      </p:sp>
      <p:sp>
        <p:nvSpPr>
          <p:cNvPr id="45059"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45060"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B37F68B0-20B6-46DF-9398-339E005E22DF}" type="slidenum">
              <a:rPr lang="en-US" altLang="zh-CN" sz="1500">
                <a:effectLst/>
              </a:rPr>
              <a:t>39</a:t>
            </a:fld>
            <a:r>
              <a:rPr lang="en-US" altLang="zh-CN" sz="1500">
                <a:effectLst/>
              </a:rPr>
              <a:t> / 34</a:t>
            </a:r>
          </a:p>
        </p:txBody>
      </p:sp>
      <p:sp>
        <p:nvSpPr>
          <p:cNvPr id="45061"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zh-CN" altLang="en-US">
                <a:effectLst/>
              </a:rPr>
              <a:t>避免过度拟合数据（</a:t>
            </a:r>
            <a:r>
              <a:rPr lang="en-US" altLang="zh-CN">
                <a:effectLst/>
              </a:rPr>
              <a:t>5</a:t>
            </a:r>
            <a:r>
              <a:rPr lang="zh-CN" altLang="en-US">
                <a:effectLst/>
              </a:rPr>
              <a:t>）</a:t>
            </a:r>
          </a:p>
        </p:txBody>
      </p:sp>
      <p:sp>
        <p:nvSpPr>
          <p:cNvPr id="45062" name="Rectangle 3"/>
          <p:cNvSpPr/>
          <p:nvPr>
            <p:ph type="body" idx="4294967295"/>
          </p:nvPr>
        </p:nvSpPr>
        <p:spPr>
          <a:xfrm>
            <a:off x="750888" y="1916112"/>
            <a:ext cx="8743950" cy="4464050"/>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lnSpc>
                <a:spcPct val="90000"/>
              </a:lnSpc>
            </a:pPr>
            <a:r>
              <a:rPr lang="zh-CN" altLang="en-US" sz="2900">
                <a:effectLst/>
              </a:rPr>
              <a:t>方法评述</a:t>
            </a:r>
          </a:p>
          <a:p>
            <a:pPr marL="796925" lvl="1" indent="-307975" eaLnBrk="1" hangingPunct="1">
              <a:lnSpc>
                <a:spcPct val="90000"/>
              </a:lnSpc>
            </a:pPr>
            <a:r>
              <a:rPr lang="zh-CN" altLang="en-US" sz="2500">
                <a:effectLst/>
              </a:rPr>
              <a:t>第一种方法是最普通的，常被称为训练和验证集法</a:t>
            </a:r>
          </a:p>
          <a:p>
            <a:pPr marL="796925" lvl="1" indent="-307975" eaLnBrk="1" hangingPunct="1">
              <a:lnSpc>
                <a:spcPct val="90000"/>
              </a:lnSpc>
            </a:pPr>
            <a:r>
              <a:rPr lang="zh-CN" altLang="en-US" sz="2500">
                <a:effectLst/>
              </a:rPr>
              <a:t>可用的数据分成两个样例集合：</a:t>
            </a:r>
          </a:p>
          <a:p>
            <a:pPr marL="1223962" lvl="2" indent="-244475" eaLnBrk="1" hangingPunct="1">
              <a:lnSpc>
                <a:spcPct val="90000"/>
              </a:lnSpc>
            </a:pPr>
            <a:r>
              <a:rPr lang="zh-CN" altLang="en-US" sz="2100">
                <a:effectLst/>
              </a:rPr>
              <a:t>训练集合，形成学习到的假设</a:t>
            </a:r>
          </a:p>
          <a:p>
            <a:pPr marL="1223962" lvl="2" indent="-244475" eaLnBrk="1" hangingPunct="1">
              <a:lnSpc>
                <a:spcPct val="90000"/>
              </a:lnSpc>
            </a:pPr>
            <a:r>
              <a:rPr lang="zh-CN" altLang="en-US" sz="2100">
                <a:effectLst/>
              </a:rPr>
              <a:t>验证集合，评估这个假设在后续数据上的精度</a:t>
            </a:r>
          </a:p>
          <a:p>
            <a:pPr marL="796925" lvl="1" indent="-307975" eaLnBrk="1" hangingPunct="1">
              <a:lnSpc>
                <a:spcPct val="90000"/>
              </a:lnSpc>
            </a:pPr>
            <a:r>
              <a:rPr lang="zh-CN" altLang="en-US" sz="2500">
                <a:effectLst/>
              </a:rPr>
              <a:t>方法的动机：即使学习器可能会被训练集合误导，但验证集合不大可能表现出同样的随机波动</a:t>
            </a:r>
          </a:p>
          <a:p>
            <a:pPr marL="796925" lvl="1" indent="-307975" eaLnBrk="1" hangingPunct="1">
              <a:lnSpc>
                <a:spcPct val="90000"/>
              </a:lnSpc>
            </a:pPr>
            <a:r>
              <a:rPr lang="zh-CN" altLang="en-US" sz="2500">
                <a:effectLst/>
              </a:rPr>
              <a:t>验证集合应该足够大，以便它本身可提供具有统计意义的实例样本。</a:t>
            </a:r>
          </a:p>
          <a:p>
            <a:pPr marL="796925" lvl="1" indent="-307975" eaLnBrk="1" hangingPunct="1">
              <a:lnSpc>
                <a:spcPct val="90000"/>
              </a:lnSpc>
            </a:pPr>
            <a:r>
              <a:rPr lang="zh-CN" altLang="en-US" sz="2500">
                <a:effectLst/>
              </a:rPr>
              <a:t>常见的做法是，样例的三分之二作训练集合，</a:t>
            </a:r>
            <a:br>
              <a:rPr lang="zh-CN" altLang="en-US" sz="2500">
                <a:effectLst/>
              </a:rPr>
            </a:br>
            <a:r>
              <a:rPr lang="zh-CN" altLang="en-US" sz="2500">
                <a:effectLst/>
              </a:rPr>
              <a:t>                                        三分之一作验证集合。</a:t>
            </a:r>
          </a:p>
        </p:txBody>
      </p:sp>
    </p:spTree>
  </p:cSld>
  <p:clrMapOvr>
    <a:masterClrMapping/>
  </p:clrMapOvr>
  <p:transition/>
  <p:timing/>
</p:sld>
</file>

<file path=ppt/slides/slide40.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46082"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E13AC548-25EF-4E8F-A44F-08F2AF80A1B5}" type="datetime1">
              <a:rPr lang="zh-CN" altLang="en-US" sz="1500">
                <a:effectLst/>
              </a:rPr>
              <a:t>2020-01-26</a:t>
            </a:fld>
            <a:endParaRPr lang="en-US" altLang="zh-CN" sz="1500">
              <a:effectLst/>
            </a:endParaRPr>
          </a:p>
        </p:txBody>
      </p:sp>
      <p:sp>
        <p:nvSpPr>
          <p:cNvPr id="46083"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46084"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605899F8-441F-44CA-8FE1-4C6F9B4F87EC}" type="slidenum">
              <a:rPr lang="en-US" altLang="zh-CN" sz="1500">
                <a:effectLst/>
              </a:rPr>
              <a:t>40</a:t>
            </a:fld>
            <a:r>
              <a:rPr lang="en-US" altLang="zh-CN" sz="1500">
                <a:effectLst/>
              </a:rPr>
              <a:t> / 34</a:t>
            </a:r>
          </a:p>
        </p:txBody>
      </p:sp>
      <p:sp>
        <p:nvSpPr>
          <p:cNvPr id="46085"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a:effectLst/>
              </a:rPr>
              <a:t>4.2.1  C5.0</a:t>
            </a:r>
            <a:r>
              <a:rPr lang="zh-CN" altLang="en-US">
                <a:effectLst/>
              </a:rPr>
              <a:t>决策树的误差估计</a:t>
            </a:r>
          </a:p>
        </p:txBody>
      </p:sp>
      <p:sp>
        <p:nvSpPr>
          <p:cNvPr id="46086" name="Rectangle 3"/>
          <p:cNvSpPr/>
          <p:nvPr>
            <p:ph type="body" idx="4294967295"/>
          </p:nvPr>
        </p:nvSpPr>
        <p:spPr>
          <a:xfrm>
            <a:off x="463550" y="1916112"/>
            <a:ext cx="9504362" cy="3889375"/>
          </a:xfrm>
          <a:prstGeom prst="rect">
            <a:avLst/>
          </a:prstGeom>
          <a:noFill/>
          <a:ln>
            <a:miter lim="800000"/>
          </a:ln>
          <a:effectLst/>
        </p:spPr>
        <p:txBody>
          <a:bodyPr vert="horz" wrap="square" lIns="97953" tIns="48976" rIns="97953" bIns="48976" anchor="t" anchorCtr="0">
            <a:noAutofit/>
          </a:bodyPr>
          <a:lstStyle>
            <a:lvl1pPr marL="628650" indent="-628650" algn="l"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42950" indent="-285750" algn="l"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628650" lvl="0" indent="-628650" eaLnBrk="1" hangingPunct="1">
              <a:buClr>
                <a:schemeClr val="hlink"/>
              </a:buClr>
              <a:buFont typeface="Wingdings" pitchFamily="2" charset="2"/>
              <a:buAutoNum type="arabicPeriod"/>
            </a:pPr>
            <a:r>
              <a:rPr lang="zh-CN" altLang="en-US">
                <a:effectLst/>
              </a:rPr>
              <a:t>针对决策树的每个节点，以输出变量的众数类别为预测类别；</a:t>
            </a:r>
          </a:p>
          <a:p>
            <a:pPr marL="628650" lvl="0" indent="-628650" eaLnBrk="1" hangingPunct="1">
              <a:buClr>
                <a:schemeClr val="hlink"/>
              </a:buClr>
              <a:buFont typeface="Wingdings" pitchFamily="2" charset="2"/>
              <a:buAutoNum type="arabicPeriod"/>
            </a:pPr>
            <a:r>
              <a:rPr lang="zh-CN" altLang="en-US">
                <a:effectLst/>
              </a:rPr>
              <a:t>设第</a:t>
            </a:r>
            <a:r>
              <a:rPr lang="en-US" altLang="zh-CN">
                <a:effectLst/>
              </a:rPr>
              <a:t>i</a:t>
            </a:r>
            <a:r>
              <a:rPr lang="zh-CN" altLang="en-US">
                <a:effectLst/>
              </a:rPr>
              <a:t>个节点包含</a:t>
            </a:r>
            <a:r>
              <a:rPr lang="en-US" altLang="zh-CN">
                <a:effectLst/>
              </a:rPr>
              <a:t>N</a:t>
            </a:r>
            <a:r>
              <a:rPr lang="en-US" altLang="zh-CN" i="1">
                <a:effectLst/>
                <a:latin typeface="Times New Roman" pitchFamily="18" charset="0"/>
                <a:ea typeface="Times New Roman" pitchFamily="18" charset="0"/>
              </a:rPr>
              <a:t>i</a:t>
            </a:r>
            <a:r>
              <a:rPr lang="zh-CN" altLang="en-US">
                <a:effectLst/>
              </a:rPr>
              <a:t>个观测样本值，有</a:t>
            </a:r>
            <a:r>
              <a:rPr lang="en-US" altLang="zh-CN">
                <a:effectLst/>
              </a:rPr>
              <a:t>Ei</a:t>
            </a:r>
            <a:r>
              <a:rPr lang="zh-CN" altLang="en-US">
                <a:effectLst/>
              </a:rPr>
              <a:t>个预测错误的观测，错误率，即误差</a:t>
            </a:r>
          </a:p>
          <a:p>
            <a:pPr marL="628650" lvl="0" indent="-628650" eaLnBrk="1" hangingPunct="1">
              <a:buClr>
                <a:schemeClr val="hlink"/>
              </a:buClr>
              <a:buFont typeface="Wingdings" pitchFamily="2" charset="2"/>
              <a:buAutoNum type="arabicPeriod"/>
            </a:pPr>
            <a:r>
              <a:rPr lang="zh-CN" altLang="en-US">
                <a:effectLst/>
              </a:rPr>
              <a:t>在误差近似正态分布的假设下，对第</a:t>
            </a:r>
            <a:r>
              <a:rPr lang="en-US" altLang="zh-CN">
                <a:effectLst/>
              </a:rPr>
              <a:t>i</a:t>
            </a:r>
            <a:r>
              <a:rPr lang="zh-CN" altLang="en-US">
                <a:effectLst/>
              </a:rPr>
              <a:t>个节点的真实误差    进行区间估计，置信度定位</a:t>
            </a:r>
            <a:r>
              <a:rPr lang="en-US" altLang="zh-CN">
                <a:effectLst/>
              </a:rPr>
              <a:t>1-    </a:t>
            </a:r>
            <a:r>
              <a:rPr lang="zh-CN" altLang="en-US">
                <a:effectLst/>
              </a:rPr>
              <a:t>，有悲观估计：</a:t>
            </a:r>
          </a:p>
        </p:txBody>
      </p:sp>
      <p:graphicFrame>
        <p:nvGraphicFramePr>
          <p:cNvPr id="46087" name="Object 5"/>
          <p:cNvGraphicFramePr>
            <a:graphicFrameLocks noChangeAspect="1"/>
          </p:cNvGraphicFramePr>
          <p:nvPr/>
        </p:nvGraphicFramePr>
        <p:xfrm>
          <a:off x="6950075" y="3713162"/>
          <a:ext cx="1371600" cy="352425"/>
        </p:xfrm>
        <a:graphic>
          <a:graphicData uri="http://schemas.openxmlformats.org/presentationml/2006/ole">
            <mc:AlternateContent xmlns:mc="http://schemas.openxmlformats.org/markup-compatibility/2006">
              <mc:Choice xmlns:v="urn:schemas-microsoft-com:vml" Requires="v">
                <p:oleObj spid="_x0000_s1043" name="Formula" r:id="rId2" progId="Equation.Ribbit">
                  <p:embed/>
                </p:oleObj>
              </mc:Choice>
              <mc:Fallback>
                <p:oleObj spid="_x0000_s1043" name="Formula" r:id="rId2" progId="Equation.Ribbit">
                  <p:embed/>
                  <p:pic>
                    <p:nvPicPr>
                      <p:cNvPr id="0" name="OLE substitute image"/>
                      <p:cNvPicPr/>
                      <p:nvPr/>
                    </p:nvPicPr>
                    <p:blipFill>
                      <a:blip r:embed="rId3"/>
                      <a:stretch/>
                    </p:blipFill>
                    <p:spPr>
                      <a:xfrm>
                        <a:off x="6950075" y="3713162"/>
                        <a:ext cx="1371600" cy="352425"/>
                      </a:xfrm>
                      <a:prstGeom prst="rect">
                        <a:avLst/>
                      </a:prstGeom>
                      <a:noFill/>
                      <a:effectLst/>
                    </p:spPr>
                  </p:pic>
                </p:oleObj>
              </mc:Fallback>
            </mc:AlternateContent>
          </a:graphicData>
        </a:graphic>
      </p:graphicFrame>
      <p:graphicFrame>
        <p:nvGraphicFramePr>
          <p:cNvPr id="46088" name="Object 6"/>
          <p:cNvGraphicFramePr>
            <a:graphicFrameLocks noChangeAspect="1"/>
          </p:cNvGraphicFramePr>
          <p:nvPr/>
        </p:nvGraphicFramePr>
        <p:xfrm>
          <a:off x="8901112" y="4795838"/>
          <a:ext cx="263525" cy="365125"/>
        </p:xfrm>
        <a:graphic>
          <a:graphicData uri="http://schemas.openxmlformats.org/presentationml/2006/ole">
            <mc:AlternateContent xmlns:mc="http://schemas.openxmlformats.org/markup-compatibility/2006">
              <mc:Choice xmlns:v="urn:schemas-microsoft-com:vml" Requires="v">
                <p:oleObj spid="_x0000_s1044" name="Formula" r:id="rId4" progId="Equation.Ribbit">
                  <p:embed/>
                </p:oleObj>
              </mc:Choice>
              <mc:Fallback>
                <p:oleObj spid="_x0000_s1044" name="Formula" r:id="rId4" progId="Equation.Ribbit">
                  <p:embed/>
                  <p:pic>
                    <p:nvPicPr>
                      <p:cNvPr id="0" name="OLE substitute image"/>
                      <p:cNvPicPr/>
                      <p:nvPr/>
                    </p:nvPicPr>
                    <p:blipFill>
                      <a:blip r:embed="rId5"/>
                      <a:stretch/>
                    </p:blipFill>
                    <p:spPr>
                      <a:xfrm>
                        <a:off x="8901112" y="4795838"/>
                        <a:ext cx="263525" cy="365125"/>
                      </a:xfrm>
                      <a:prstGeom prst="rect">
                        <a:avLst/>
                      </a:prstGeom>
                      <a:noFill/>
                      <a:effectLst/>
                    </p:spPr>
                  </p:pic>
                </p:oleObj>
              </mc:Fallback>
            </mc:AlternateContent>
          </a:graphicData>
        </a:graphic>
      </p:graphicFrame>
      <p:graphicFrame>
        <p:nvGraphicFramePr>
          <p:cNvPr id="46089" name="Object 7"/>
          <p:cNvGraphicFramePr>
            <a:graphicFrameLocks noChangeAspect="1"/>
          </p:cNvGraphicFramePr>
          <p:nvPr/>
        </p:nvGraphicFramePr>
        <p:xfrm>
          <a:off x="2925762" y="4795838"/>
          <a:ext cx="331788" cy="361950"/>
        </p:xfrm>
        <a:graphic>
          <a:graphicData uri="http://schemas.openxmlformats.org/presentationml/2006/ole">
            <mc:AlternateContent xmlns:mc="http://schemas.openxmlformats.org/markup-compatibility/2006">
              <mc:Choice xmlns:v="urn:schemas-microsoft-com:vml" Requires="v">
                <p:oleObj spid="_x0000_s1045" name="Formula" r:id="rId6" progId="Equation.Ribbit">
                  <p:embed/>
                </p:oleObj>
              </mc:Choice>
              <mc:Fallback>
                <p:oleObj spid="_x0000_s1045" name="Formula" r:id="rId6" progId="Equation.Ribbit">
                  <p:embed/>
                  <p:pic>
                    <p:nvPicPr>
                      <p:cNvPr id="0" name="OLE substitute image"/>
                      <p:cNvPicPr/>
                      <p:nvPr/>
                    </p:nvPicPr>
                    <p:blipFill>
                      <a:blip r:embed="rId7"/>
                      <a:stretch/>
                    </p:blipFill>
                    <p:spPr>
                      <a:xfrm>
                        <a:off x="2925762" y="4795838"/>
                        <a:ext cx="331788" cy="361950"/>
                      </a:xfrm>
                      <a:prstGeom prst="rect">
                        <a:avLst/>
                      </a:prstGeom>
                      <a:noFill/>
                      <a:effectLst/>
                    </p:spPr>
                  </p:pic>
                </p:oleObj>
              </mc:Fallback>
            </mc:AlternateContent>
          </a:graphicData>
        </a:graphic>
      </p:graphicFrame>
      <p:graphicFrame>
        <p:nvGraphicFramePr>
          <p:cNvPr id="46090" name="Object 8"/>
          <p:cNvGraphicFramePr>
            <a:graphicFrameLocks noChangeAspect="1"/>
          </p:cNvGraphicFramePr>
          <p:nvPr/>
        </p:nvGraphicFramePr>
        <p:xfrm>
          <a:off x="3511550" y="5168900"/>
          <a:ext cx="3840162" cy="946150"/>
        </p:xfrm>
        <a:graphic>
          <a:graphicData uri="http://schemas.openxmlformats.org/presentationml/2006/ole">
            <mc:AlternateContent xmlns:mc="http://schemas.openxmlformats.org/markup-compatibility/2006">
              <mc:Choice xmlns:v="urn:schemas-microsoft-com:vml" Requires="v">
                <p:oleObj spid="_x0000_s1046" name="Formula" r:id="rId8" progId="Equation.Ribbit">
                  <p:embed/>
                </p:oleObj>
              </mc:Choice>
              <mc:Fallback>
                <p:oleObj spid="_x0000_s1046" name="Formula" r:id="rId8" progId="Equation.Ribbit">
                  <p:embed/>
                  <p:pic>
                    <p:nvPicPr>
                      <p:cNvPr id="0" name="OLE substitute image"/>
                      <p:cNvPicPr/>
                      <p:nvPr/>
                    </p:nvPicPr>
                    <p:blipFill>
                      <a:blip r:embed="rId9"/>
                      <a:stretch/>
                    </p:blipFill>
                    <p:spPr>
                      <a:xfrm>
                        <a:off x="3511550" y="5168900"/>
                        <a:ext cx="3840162" cy="946150"/>
                      </a:xfrm>
                      <a:prstGeom prst="rect">
                        <a:avLst/>
                      </a:prstGeom>
                      <a:noFill/>
                      <a:effectLst/>
                    </p:spPr>
                  </p:pic>
                </p:oleObj>
              </mc:Fallback>
            </mc:AlternateContent>
          </a:graphicData>
        </a:graphic>
      </p:graphicFrame>
      <p:graphicFrame>
        <p:nvGraphicFramePr>
          <p:cNvPr id="46091" name="Object 9"/>
          <p:cNvGraphicFramePr>
            <a:graphicFrameLocks noChangeAspect="1"/>
          </p:cNvGraphicFramePr>
          <p:nvPr/>
        </p:nvGraphicFramePr>
        <p:xfrm>
          <a:off x="7527925" y="5448300"/>
          <a:ext cx="2500312" cy="447675"/>
        </p:xfrm>
        <a:graphic>
          <a:graphicData uri="http://schemas.openxmlformats.org/presentationml/2006/ole">
            <mc:AlternateContent xmlns:mc="http://schemas.openxmlformats.org/markup-compatibility/2006">
              <mc:Choice xmlns:v="urn:schemas-microsoft-com:vml" Requires="v">
                <p:oleObj spid="_x0000_s1047" name="Formula" r:id="rId10" progId="Equation.Ribbit">
                  <p:embed/>
                </p:oleObj>
              </mc:Choice>
              <mc:Fallback>
                <p:oleObj spid="_x0000_s1047" name="Formula" r:id="rId10" progId="Equation.Ribbit">
                  <p:embed/>
                  <p:pic>
                    <p:nvPicPr>
                      <p:cNvPr id="0" name="OLE substitute image"/>
                      <p:cNvPicPr/>
                      <p:nvPr/>
                    </p:nvPicPr>
                    <p:blipFill>
                      <a:blip r:embed="rId11"/>
                      <a:stretch/>
                    </p:blipFill>
                    <p:spPr>
                      <a:xfrm>
                        <a:off x="7527925" y="5448300"/>
                        <a:ext cx="2500312" cy="447675"/>
                      </a:xfrm>
                      <a:prstGeom prst="rect">
                        <a:avLst/>
                      </a:prstGeom>
                      <a:noFill/>
                      <a:effectLst/>
                    </p:spPr>
                  </p:pic>
                </p:oleObj>
              </mc:Fallback>
            </mc:AlternateContent>
          </a:graphicData>
        </a:graphic>
      </p:graphicFrame>
    </p:spTree>
  </p:cSld>
  <p:clrMapOvr>
    <a:masterClrMapping/>
  </p:clrMapOvr>
  <p:transition/>
  <p:timing/>
</p:sld>
</file>

<file path=ppt/slides/slide41.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47106"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CB9743CA-60A3-4806-80A1-CD71602B47A8}" type="datetime1">
              <a:rPr lang="zh-CN" altLang="en-US" sz="1500">
                <a:effectLst/>
              </a:rPr>
              <a:t>2020-01-26</a:t>
            </a:fld>
            <a:endParaRPr lang="en-US" altLang="zh-CN" sz="1500">
              <a:effectLst/>
            </a:endParaRPr>
          </a:p>
        </p:txBody>
      </p:sp>
      <p:sp>
        <p:nvSpPr>
          <p:cNvPr id="47107"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47108"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611949D1-CAB5-4668-8F9A-13148F4B5B17}" type="slidenum">
              <a:rPr lang="en-US" altLang="zh-CN" sz="1500">
                <a:effectLst/>
              </a:rPr>
              <a:t>41</a:t>
            </a:fld>
            <a:r>
              <a:rPr lang="en-US" altLang="zh-CN" sz="1500">
                <a:effectLst/>
              </a:rPr>
              <a:t> / 34</a:t>
            </a:r>
          </a:p>
        </p:txBody>
      </p:sp>
      <p:sp>
        <p:nvSpPr>
          <p:cNvPr id="47109"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a:effectLst/>
              </a:rPr>
              <a:t>4.2.2  C5.0</a:t>
            </a:r>
            <a:r>
              <a:rPr lang="zh-CN" altLang="en-US">
                <a:effectLst/>
              </a:rPr>
              <a:t>决策树的修剪标准</a:t>
            </a:r>
          </a:p>
        </p:txBody>
      </p:sp>
      <p:sp>
        <p:nvSpPr>
          <p:cNvPr id="47110" name="Rectangle 3"/>
          <p:cNvSpPr/>
          <p:nvPr>
            <p:ph type="body" idx="4294967295"/>
          </p:nvPr>
        </p:nvSpPr>
        <p:spPr>
          <a:xfrm>
            <a:off x="679450" y="1916112"/>
            <a:ext cx="9288462" cy="3960812"/>
          </a:xfrm>
          <a:prstGeom prst="rect">
            <a:avLst/>
          </a:prstGeom>
          <a:noFill/>
          <a:ln>
            <a:miter lim="800000"/>
          </a:ln>
          <a:effectLst/>
        </p:spPr>
        <p:txBody>
          <a:bodyPr vert="horz" wrap="square" lIns="97953" tIns="48976" rIns="97953" bIns="48976" anchor="t" anchorCtr="0">
            <a:noAutofit/>
          </a:bodyPr>
          <a:lstStyle>
            <a:lvl1pPr marL="628650" indent="-628650" algn="l"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1041400" indent="-552450" algn="l"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455738" indent="-47625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628650" lvl="0" indent="-628650" eaLnBrk="1" hangingPunct="1">
              <a:lnSpc>
                <a:spcPct val="90000"/>
              </a:lnSpc>
              <a:buClr>
                <a:schemeClr val="hlink"/>
              </a:buClr>
              <a:buSzPct val="70000"/>
            </a:pPr>
            <a:r>
              <a:rPr lang="zh-CN" altLang="en-US">
                <a:effectLst/>
              </a:rPr>
              <a:t>在误差估计的基础上，依据“减少误差”法判断是否修剪节点；</a:t>
            </a:r>
          </a:p>
          <a:p>
            <a:pPr marL="1041400" lvl="1" indent="-552450" eaLnBrk="1" hangingPunct="1">
              <a:lnSpc>
                <a:spcPct val="90000"/>
              </a:lnSpc>
              <a:buSzPct val="110000"/>
              <a:buFont typeface="Wingdings" pitchFamily="2" charset="2"/>
              <a:buAutoNum type="arabicPeriod"/>
            </a:pPr>
            <a:r>
              <a:rPr lang="zh-CN" altLang="en-US">
                <a:effectLst/>
              </a:rPr>
              <a:t>计算待剪子树中叶子节点的加权误差</a:t>
            </a:r>
          </a:p>
          <a:p>
            <a:pPr marL="1041400" lvl="1" indent="-552450" eaLnBrk="1" hangingPunct="1">
              <a:lnSpc>
                <a:spcPct val="90000"/>
              </a:lnSpc>
              <a:buSzPct val="110000"/>
              <a:buFont typeface="Wingdings" pitchFamily="2" charset="2"/>
              <a:buAutoNum type="arabicPeriod"/>
            </a:pPr>
            <a:endParaRPr lang="zh-CN" altLang="en-US">
              <a:effectLst/>
            </a:endParaRPr>
          </a:p>
          <a:p>
            <a:pPr marL="1041400" lvl="1" indent="-552450" eaLnBrk="1" hangingPunct="1">
              <a:lnSpc>
                <a:spcPct val="90000"/>
              </a:lnSpc>
              <a:buSzPct val="110000"/>
              <a:buFont typeface="Wingdings" pitchFamily="2" charset="2"/>
              <a:buAutoNum type="arabicPeriod"/>
            </a:pPr>
            <a:endParaRPr lang="zh-CN" altLang="en-US">
              <a:effectLst/>
            </a:endParaRPr>
          </a:p>
          <a:p>
            <a:pPr marL="1041400" lvl="1" indent="-552450" eaLnBrk="1" hangingPunct="1">
              <a:lnSpc>
                <a:spcPct val="90000"/>
              </a:lnSpc>
              <a:buSzPct val="110000"/>
              <a:buFont typeface="Wingdings" pitchFamily="2" charset="2"/>
              <a:buAutoNum type="arabicPeriod"/>
            </a:pPr>
            <a:r>
              <a:rPr lang="zh-CN" altLang="en-US">
                <a:effectLst/>
              </a:rPr>
              <a:t>与父节点的误差进行比较</a:t>
            </a:r>
          </a:p>
          <a:p>
            <a:pPr marL="1455738" lvl="2" indent="-476250" eaLnBrk="1" hangingPunct="1">
              <a:lnSpc>
                <a:spcPct val="90000"/>
              </a:lnSpc>
              <a:buSzPct val="110000"/>
              <a:buFont typeface="Wingdings" pitchFamily="2" charset="2"/>
              <a:buAutoNum type="arabicPeriod"/>
            </a:pPr>
            <a:r>
              <a:rPr lang="zh-CN" altLang="en-US">
                <a:effectLst/>
              </a:rPr>
              <a:t>父节点的误差较小，则剪掉该子树</a:t>
            </a:r>
          </a:p>
          <a:p>
            <a:pPr marL="1455738" lvl="2" indent="-476250" eaLnBrk="1" hangingPunct="1">
              <a:lnSpc>
                <a:spcPct val="90000"/>
              </a:lnSpc>
              <a:buSzPct val="110000"/>
              <a:buFont typeface="Wingdings" pitchFamily="2" charset="2"/>
              <a:buAutoNum type="arabicPeriod"/>
            </a:pPr>
            <a:r>
              <a:rPr lang="zh-CN" altLang="en-US">
                <a:effectLst/>
              </a:rPr>
              <a:t>父节点的误差较大，保留该子树</a:t>
            </a:r>
          </a:p>
        </p:txBody>
      </p:sp>
      <p:graphicFrame>
        <p:nvGraphicFramePr>
          <p:cNvPr id="47111" name="Object 9"/>
          <p:cNvGraphicFramePr>
            <a:graphicFrameLocks noChangeAspect="1"/>
          </p:cNvGraphicFramePr>
          <p:nvPr/>
        </p:nvGraphicFramePr>
        <p:xfrm>
          <a:off x="3421062" y="3435350"/>
          <a:ext cx="3201988" cy="919162"/>
        </p:xfrm>
        <a:graphic>
          <a:graphicData uri="http://schemas.openxmlformats.org/presentationml/2006/ole">
            <mc:AlternateContent xmlns:mc="http://schemas.openxmlformats.org/markup-compatibility/2006">
              <mc:Choice xmlns:v="urn:schemas-microsoft-com:vml" Requires="v">
                <p:oleObj spid="_x0000_s1048" name="Formula" r:id="rId2" progId="Equation.Ribbit">
                  <p:embed/>
                </p:oleObj>
              </mc:Choice>
              <mc:Fallback>
                <p:oleObj spid="_x0000_s1048" name="Formula" r:id="rId2" progId="Equation.Ribbit">
                  <p:embed/>
                  <p:pic>
                    <p:nvPicPr>
                      <p:cNvPr id="0" name="OLE substitute image"/>
                      <p:cNvPicPr/>
                      <p:nvPr/>
                    </p:nvPicPr>
                    <p:blipFill>
                      <a:blip r:embed="rId3"/>
                      <a:stretch/>
                    </p:blipFill>
                    <p:spPr>
                      <a:xfrm>
                        <a:off x="3421062" y="3435350"/>
                        <a:ext cx="3201988" cy="919162"/>
                      </a:xfrm>
                      <a:prstGeom prst="rect">
                        <a:avLst/>
                      </a:prstGeom>
                      <a:noFill/>
                      <a:effectLst/>
                    </p:spPr>
                  </p:pic>
                </p:oleObj>
              </mc:Fallback>
            </mc:AlternateContent>
          </a:graphicData>
        </a:graphic>
      </p:graphicFrame>
    </p:spTree>
  </p:cSld>
  <p:clrMapOvr>
    <a:masterClrMapping/>
  </p:clrMapOvr>
  <p:transition/>
  <p:timing/>
</p:sld>
</file>

<file path=ppt/slides/slide42.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48130"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ED90949A-24AB-43C0-8DFA-55E8ADB202D2}" type="datetime1">
              <a:rPr lang="zh-CN" altLang="en-US" sz="1500">
                <a:effectLst/>
              </a:rPr>
              <a:t>2020-01-26</a:t>
            </a:fld>
            <a:endParaRPr lang="en-US" altLang="zh-CN" sz="1500">
              <a:effectLst/>
            </a:endParaRPr>
          </a:p>
        </p:txBody>
      </p:sp>
      <p:sp>
        <p:nvSpPr>
          <p:cNvPr id="48131"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48132"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40BFE8D6-DC6A-4771-A0DB-C92FA7BC5658}" type="slidenum">
              <a:rPr lang="en-US" altLang="zh-CN" sz="1500">
                <a:effectLst/>
              </a:rPr>
              <a:t>42</a:t>
            </a:fld>
            <a:r>
              <a:rPr lang="en-US" altLang="zh-CN" sz="1500">
                <a:effectLst/>
              </a:rPr>
              <a:t> / 34</a:t>
            </a:r>
          </a:p>
        </p:txBody>
      </p:sp>
      <p:sp>
        <p:nvSpPr>
          <p:cNvPr id="48133" name="Rectangle 2"/>
          <p:cNvSpPr/>
          <p:nvPr>
            <p:ph type="title" idx="4294967295"/>
          </p:nvPr>
        </p:nvSpPr>
        <p:spPr>
          <a:xfrm>
            <a:off x="1182688" y="549275"/>
            <a:ext cx="7345362" cy="1143000"/>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zh-CN" altLang="en-US">
                <a:effectLst/>
              </a:rPr>
              <a:t>修剪节点、降低错误率</a:t>
            </a:r>
          </a:p>
        </p:txBody>
      </p:sp>
      <p:sp>
        <p:nvSpPr>
          <p:cNvPr id="48134" name="Rectangle 3"/>
          <p:cNvSpPr/>
          <p:nvPr>
            <p:ph type="body" idx="4294967295"/>
          </p:nvPr>
        </p:nvSpPr>
        <p:spPr>
          <a:xfrm>
            <a:off x="319088" y="1773238"/>
            <a:ext cx="9967912" cy="4608512"/>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lnSpc>
                <a:spcPct val="90000"/>
              </a:lnSpc>
            </a:pPr>
            <a:r>
              <a:rPr lang="zh-CN" altLang="en-US" sz="2500" b="1">
                <a:solidFill>
                  <a:schemeClr val="hlink"/>
                </a:solidFill>
                <a:effectLst/>
              </a:rPr>
              <a:t>将树上的每一个节点作为修剪的候选对象</a:t>
            </a:r>
          </a:p>
          <a:p>
            <a:pPr marL="366712" lvl="0" indent="-366712" eaLnBrk="1" hangingPunct="1">
              <a:lnSpc>
                <a:spcPct val="90000"/>
              </a:lnSpc>
            </a:pPr>
            <a:r>
              <a:rPr lang="zh-CN" altLang="en-US" sz="2500">
                <a:effectLst/>
              </a:rPr>
              <a:t>修剪步骤</a:t>
            </a:r>
          </a:p>
          <a:p>
            <a:pPr marL="796925" lvl="1" indent="-307975" eaLnBrk="1" hangingPunct="1">
              <a:lnSpc>
                <a:spcPct val="90000"/>
              </a:lnSpc>
            </a:pPr>
            <a:r>
              <a:rPr lang="zh-CN" altLang="en-US" sz="2100">
                <a:effectLst/>
              </a:rPr>
              <a:t>删除以此节点为根的子树，使它成为叶结点</a:t>
            </a:r>
          </a:p>
          <a:p>
            <a:pPr marL="796925" lvl="1" indent="-307975" eaLnBrk="1" hangingPunct="1">
              <a:lnSpc>
                <a:spcPct val="90000"/>
              </a:lnSpc>
            </a:pPr>
            <a:r>
              <a:rPr lang="zh-CN" altLang="en-US" sz="2100">
                <a:effectLst/>
              </a:rPr>
              <a:t>把和该节点关联的训练样例的最常见分类赋给它</a:t>
            </a:r>
          </a:p>
          <a:p>
            <a:pPr marL="796925" lvl="1" indent="-307975" eaLnBrk="1" hangingPunct="1">
              <a:lnSpc>
                <a:spcPct val="90000"/>
              </a:lnSpc>
            </a:pPr>
            <a:r>
              <a:rPr lang="zh-CN" altLang="en-US" sz="2100">
                <a:effectLst/>
              </a:rPr>
              <a:t>反复修剪节点，每次总是选取</a:t>
            </a:r>
            <a:r>
              <a:rPr lang="zh-CN" altLang="en-US" sz="2100" b="1" u="sng">
                <a:effectLst/>
              </a:rPr>
              <a:t>那些删除后可以</a:t>
            </a:r>
            <a:br>
              <a:rPr lang="zh-CN" altLang="en-US" sz="2100" b="1" u="sng">
                <a:effectLst/>
              </a:rPr>
            </a:br>
            <a:r>
              <a:rPr lang="zh-CN" altLang="en-US" sz="2100" b="1" u="sng">
                <a:effectLst/>
              </a:rPr>
              <a:t>最大程度提高决策树在验证集合上的精度的</a:t>
            </a:r>
            <a:r>
              <a:rPr lang="zh-CN" altLang="en-US" sz="2100">
                <a:effectLst/>
              </a:rPr>
              <a:t>节点</a:t>
            </a:r>
          </a:p>
          <a:p>
            <a:pPr marL="366712" lvl="0" indent="-366712" eaLnBrk="1" hangingPunct="1">
              <a:lnSpc>
                <a:spcPct val="90000"/>
              </a:lnSpc>
            </a:pPr>
            <a:r>
              <a:rPr lang="zh-CN" altLang="en-US" sz="2500">
                <a:effectLst/>
              </a:rPr>
              <a:t>继续修剪，直到进一步的修剪是有害的为止</a:t>
            </a:r>
          </a:p>
          <a:p>
            <a:pPr marL="366712" lvl="0" indent="-366712" eaLnBrk="1" hangingPunct="1">
              <a:lnSpc>
                <a:spcPct val="90000"/>
              </a:lnSpc>
            </a:pPr>
            <a:r>
              <a:rPr lang="zh-CN" altLang="en-US" sz="2500">
                <a:effectLst/>
              </a:rPr>
              <a:t>数据分成</a:t>
            </a:r>
            <a:r>
              <a:rPr lang="en-US" altLang="zh-CN" sz="2500">
                <a:effectLst/>
              </a:rPr>
              <a:t>3</a:t>
            </a:r>
            <a:r>
              <a:rPr lang="zh-CN" altLang="en-US" sz="2500">
                <a:effectLst/>
              </a:rPr>
              <a:t>个子集</a:t>
            </a:r>
          </a:p>
          <a:p>
            <a:pPr marL="796925" lvl="1" indent="-307975" eaLnBrk="1" hangingPunct="1">
              <a:lnSpc>
                <a:spcPct val="90000"/>
              </a:lnSpc>
            </a:pPr>
            <a:r>
              <a:rPr lang="zh-CN" altLang="en-US" sz="2100">
                <a:effectLst/>
              </a:rPr>
              <a:t>训练样例，形成决策树</a:t>
            </a:r>
          </a:p>
          <a:p>
            <a:pPr marL="796925" lvl="1" indent="-307975" eaLnBrk="1" hangingPunct="1">
              <a:lnSpc>
                <a:spcPct val="90000"/>
              </a:lnSpc>
            </a:pPr>
            <a:r>
              <a:rPr lang="zh-CN" altLang="en-US" sz="2100">
                <a:effectLst/>
              </a:rPr>
              <a:t>验证样例，修剪决策树</a:t>
            </a:r>
          </a:p>
          <a:p>
            <a:pPr marL="796925" lvl="1" indent="-307975" eaLnBrk="1" hangingPunct="1">
              <a:lnSpc>
                <a:spcPct val="90000"/>
              </a:lnSpc>
            </a:pPr>
            <a:r>
              <a:rPr lang="zh-CN" altLang="en-US" sz="2100">
                <a:effectLst/>
              </a:rPr>
              <a:t>测试样例，精度的无偏估计</a:t>
            </a:r>
          </a:p>
          <a:p>
            <a:pPr marL="366712" lvl="0" indent="-366712" eaLnBrk="1" hangingPunct="1">
              <a:lnSpc>
                <a:spcPct val="90000"/>
              </a:lnSpc>
            </a:pPr>
            <a:r>
              <a:rPr lang="zh-CN" altLang="en-US" sz="2500">
                <a:effectLst/>
              </a:rPr>
              <a:t>如果有大量的数据可供使用，那么使用分离的数据集合来引导修剪</a:t>
            </a: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sld>
</file>

<file path=ppt/slides/slide43.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49154"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AF06F6B5-BB70-4A06-BB19-A48FE336AF2E}" type="datetime1">
              <a:rPr lang="zh-CN" altLang="en-US" sz="1500">
                <a:effectLst/>
              </a:rPr>
              <a:t>2020-01-26</a:t>
            </a:fld>
            <a:endParaRPr lang="en-US" altLang="zh-CN" sz="1500">
              <a:effectLst/>
            </a:endParaRPr>
          </a:p>
        </p:txBody>
      </p:sp>
      <p:sp>
        <p:nvSpPr>
          <p:cNvPr id="49155"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49156"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E1F0A977-D657-49F7-8FBF-D15B28EB5D25}" type="slidenum">
              <a:rPr lang="en-US" altLang="zh-CN" sz="1500">
                <a:effectLst/>
              </a:rPr>
              <a:t>43</a:t>
            </a:fld>
            <a:r>
              <a:rPr lang="en-US" altLang="zh-CN" sz="1500">
                <a:effectLst/>
              </a:rPr>
              <a:t> / 34</a:t>
            </a:r>
          </a:p>
        </p:txBody>
      </p:sp>
      <p:sp>
        <p:nvSpPr>
          <p:cNvPr id="49157"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zh-CN" altLang="en-US">
                <a:effectLst/>
              </a:rPr>
              <a:t>（</a:t>
            </a:r>
            <a:r>
              <a:rPr lang="en-US" altLang="zh-CN">
                <a:effectLst/>
              </a:rPr>
              <a:t>C4.5</a:t>
            </a:r>
            <a:r>
              <a:rPr lang="zh-CN" altLang="en-US">
                <a:effectLst/>
              </a:rPr>
              <a:t>）规则后修剪</a:t>
            </a:r>
          </a:p>
        </p:txBody>
      </p:sp>
      <p:sp>
        <p:nvSpPr>
          <p:cNvPr id="49158" name="Rectangle 3"/>
          <p:cNvSpPr/>
          <p:nvPr>
            <p:ph type="body" idx="4294967295"/>
          </p:nvPr>
        </p:nvSpPr>
        <p:spPr>
          <a:xfrm>
            <a:off x="534988" y="1989138"/>
            <a:ext cx="9217025" cy="4119562"/>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42950" indent="-285750" algn="l"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143000" indent="-228600" algn="l"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lnSpc>
                <a:spcPct val="90000"/>
              </a:lnSpc>
            </a:pPr>
            <a:r>
              <a:rPr lang="zh-CN" altLang="en-US">
                <a:effectLst/>
              </a:rPr>
              <a:t>从训练集合生成决策树，尽可能好地拟合训练数据，允许过度拟合发生</a:t>
            </a:r>
          </a:p>
          <a:p>
            <a:pPr marL="366712" lvl="0" indent="-366712" eaLnBrk="1" hangingPunct="1">
              <a:lnSpc>
                <a:spcPct val="90000"/>
              </a:lnSpc>
            </a:pPr>
            <a:r>
              <a:rPr lang="zh-CN" altLang="en-US">
                <a:effectLst/>
              </a:rPr>
              <a:t>将决策树转化为等价的规则集合，对每一条从根节点到叶节点的路径创建一条规则</a:t>
            </a:r>
          </a:p>
          <a:p>
            <a:pPr marL="366712" lvl="0" indent="-366712" eaLnBrk="1" hangingPunct="1">
              <a:lnSpc>
                <a:spcPct val="90000"/>
              </a:lnSpc>
            </a:pPr>
            <a:r>
              <a:rPr lang="zh-CN" altLang="en-US">
                <a:effectLst/>
              </a:rPr>
              <a:t>通过删除（泛化）前件来修剪每一条规则，</a:t>
            </a:r>
            <a:br>
              <a:rPr lang="zh-CN" altLang="en-US">
                <a:effectLst/>
              </a:rPr>
            </a:br>
            <a:r>
              <a:rPr lang="zh-CN" altLang="en-US">
                <a:effectLst/>
              </a:rPr>
              <a:t>前提是该删除（泛化）能提高规则的估计精度</a:t>
            </a:r>
          </a:p>
          <a:p>
            <a:pPr marL="366712" lvl="0" indent="-366712" eaLnBrk="1" hangingPunct="1">
              <a:lnSpc>
                <a:spcPct val="90000"/>
              </a:lnSpc>
            </a:pPr>
            <a:r>
              <a:rPr lang="zh-CN" altLang="en-US">
                <a:effectLst/>
              </a:rPr>
              <a:t>按照修剪后的规则的估计精度对规则排序，并按这样的顺序应用这些规则来分类新实例</a:t>
            </a: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sld>
</file>

<file path=ppt/slides/slide44.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50178"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1EBE5F13-4607-4B54-B077-47EC15116D3E}" type="datetime1">
              <a:rPr lang="zh-CN" altLang="en-US" sz="1500">
                <a:effectLst/>
              </a:rPr>
              <a:t>2020-01-26</a:t>
            </a:fld>
            <a:endParaRPr lang="en-US" altLang="zh-CN" sz="1500">
              <a:effectLst/>
            </a:endParaRPr>
          </a:p>
        </p:txBody>
      </p:sp>
      <p:sp>
        <p:nvSpPr>
          <p:cNvPr id="50179"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50180"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30679BDA-760B-4929-B757-8D1280D7C51F}" type="slidenum">
              <a:rPr lang="en-US" altLang="zh-CN" sz="1500">
                <a:effectLst/>
              </a:rPr>
              <a:t>44</a:t>
            </a:fld>
            <a:r>
              <a:rPr lang="en-US" altLang="zh-CN" sz="1500">
                <a:effectLst/>
              </a:rPr>
              <a:t> / 34</a:t>
            </a:r>
          </a:p>
        </p:txBody>
      </p:sp>
      <p:pic>
        <p:nvPicPr>
          <p:cNvPr id="50181" name="Picture 2"/>
          <p:cNvPicPr/>
          <p:nvPr/>
        </p:nvPicPr>
        <p:blipFill>
          <a:blip r:embed="rId2"/>
          <a:stretch/>
        </p:blipFill>
        <p:spPr>
          <a:xfrm>
            <a:off x="5548312" y="0"/>
            <a:ext cx="4738688" cy="3141662"/>
          </a:xfrm>
          <a:prstGeom prst="rect">
            <a:avLst/>
          </a:prstGeom>
          <a:noFill/>
          <a:ln>
            <a:noFill/>
            <a:miter lim="800000"/>
          </a:ln>
          <a:effectLst/>
        </p:spPr>
      </p:pic>
      <p:sp>
        <p:nvSpPr>
          <p:cNvPr id="50182" name="Rectangle 3"/>
          <p:cNvSpPr/>
          <p:nvPr>
            <p:ph type="title" idx="4294967295"/>
          </p:nvPr>
        </p:nvSpPr>
        <p:spPr>
          <a:xfrm>
            <a:off x="822325" y="333375"/>
            <a:ext cx="8023225" cy="1143000"/>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en-US" altLang="zh-CN">
                <a:effectLst/>
              </a:rPr>
              <a:t>(C4.5)</a:t>
            </a:r>
            <a:r>
              <a:rPr lang="zh-CN" altLang="en-US">
                <a:effectLst/>
              </a:rPr>
              <a:t>规则后修剪</a:t>
            </a:r>
          </a:p>
        </p:txBody>
      </p:sp>
      <p:sp>
        <p:nvSpPr>
          <p:cNvPr id="50183" name="Rectangle 4"/>
          <p:cNvSpPr/>
          <p:nvPr>
            <p:ph type="body" idx="4294967295"/>
          </p:nvPr>
        </p:nvSpPr>
        <p:spPr>
          <a:xfrm>
            <a:off x="463550" y="2133600"/>
            <a:ext cx="8742362" cy="4119562"/>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600200" indent="-228600" algn="l"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r>
              <a:rPr lang="zh-CN" altLang="en-US">
                <a:effectLst/>
              </a:rPr>
              <a:t>例子</a:t>
            </a:r>
          </a:p>
          <a:p>
            <a:pPr marL="796925" lvl="1" indent="-307975" eaLnBrk="1" hangingPunct="1"/>
            <a:r>
              <a:rPr lang="zh-CN" altLang="en-US">
                <a:effectLst/>
              </a:rPr>
              <a:t>右图的最左一条路径</a:t>
            </a:r>
          </a:p>
          <a:p>
            <a:pPr marL="1223962" lvl="2" indent="-244475" eaLnBrk="1" hangingPunct="1"/>
            <a:r>
              <a:rPr lang="en-US" altLang="zh-CN">
                <a:effectLst/>
              </a:rPr>
              <a:t>if (outlook=sunny)</a:t>
            </a:r>
            <a:r>
              <a:rPr lang="en-US" altLang="zh-CN">
                <a:effectLst/>
                <a:sym typeface="Symbol" pitchFamily="18" charset="2"/>
              </a:rPr>
              <a:t></a:t>
            </a:r>
            <a:r>
              <a:rPr lang="en-US" altLang="zh-CN">
                <a:effectLst/>
              </a:rPr>
              <a:t>(Humidity=High)     then PlayTennis=No</a:t>
            </a:r>
          </a:p>
          <a:p>
            <a:pPr marL="1223962" lvl="2" indent="-244475" eaLnBrk="1" hangingPunct="1"/>
            <a:r>
              <a:rPr lang="zh-CN" altLang="en-US">
                <a:effectLst/>
              </a:rPr>
              <a:t>考虑删除前件</a:t>
            </a:r>
            <a:r>
              <a:rPr lang="en-US" altLang="zh-CN">
                <a:effectLst/>
              </a:rPr>
              <a:t>(outlook=sunny)</a:t>
            </a:r>
            <a:r>
              <a:rPr lang="zh-CN" altLang="en-US">
                <a:effectLst/>
                <a:sym typeface="Symbol" pitchFamily="18" charset="2"/>
              </a:rPr>
              <a:t>和</a:t>
            </a:r>
            <a:r>
              <a:rPr lang="en-US" altLang="zh-CN">
                <a:effectLst/>
              </a:rPr>
              <a:t>(Humidity=High)</a:t>
            </a:r>
          </a:p>
          <a:p>
            <a:pPr marL="796925" lvl="1" indent="-307975" eaLnBrk="1" hangingPunct="1"/>
            <a:r>
              <a:rPr lang="zh-CN" altLang="en-US">
                <a:effectLst/>
              </a:rPr>
              <a:t>选择使估计精度有最大提升的步骤</a:t>
            </a:r>
          </a:p>
          <a:p>
            <a:pPr marL="796925" lvl="1" indent="-307975" eaLnBrk="1" hangingPunct="1"/>
            <a:r>
              <a:rPr lang="zh-CN" altLang="en-US">
                <a:effectLst/>
              </a:rPr>
              <a:t>考虑修剪第二个前件</a:t>
            </a: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sld>
</file>

<file path=ppt/slides/slide45.xml><?xml version="1.0" encoding="utf-8"?>
<p:sld xmlns:a="http://schemas.openxmlformats.org/drawingml/2006/main" xmlns:r="http://schemas.openxmlformats.org/officeDocument/2006/relationships" xmlns:p14="http://schemas.microsoft.com/office/powerpoint/2010/main" xmlns:p15="http://schemas.microsoft.com/office/powerpoint/2012/main" xmlns:p="http://schemas.openxmlformats.org/presentationml/2006/main">
  <p:cSld>
    <p:spTree>
      <p:nvGrpSpPr>
        <p:cNvPr id="1" name=""/>
        <p:cNvGrpSpPr/>
        <p:nvPr/>
      </p:nvGrpSpPr>
      <p:grpSpPr>
        <a:xfrm>
          <a:off x="0" y="0"/>
          <a:ext cx="0" cy="0"/>
        </a:xfrm>
        <a:effectLst/>
      </p:grpSpPr>
      <p:sp>
        <p:nvSpPr>
          <p:cNvPr id="51202" name="日期占位符 3"/>
          <p:cNvSpPr/>
          <p:nvPr>
            <p:ph type="dt" idx="10"/>
          </p:nvPr>
        </p:nvSpPr>
        <p:spPr>
          <a:xfrm>
            <a:off x="1308100" y="6238875"/>
            <a:ext cx="2143125" cy="4651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defTabSz="979488" eaLnBrk="1" hangingPunct="1"/>
            <a:fld id="{4B375393-6B59-4F18-BA83-004BBE12C6E2}" type="datetime1">
              <a:rPr lang="zh-CN" altLang="en-US" sz="1500">
                <a:effectLst/>
              </a:rPr>
              <a:t>2020-01-26</a:t>
            </a:fld>
            <a:endParaRPr lang="en-US" altLang="zh-CN" sz="1500">
              <a:effectLst/>
            </a:endParaRPr>
          </a:p>
        </p:txBody>
      </p:sp>
      <p:sp>
        <p:nvSpPr>
          <p:cNvPr id="51203" name="页脚占位符 4"/>
          <p:cNvSpPr/>
          <p:nvPr>
            <p:ph type="ftr" idx="11"/>
          </p:nvPr>
        </p:nvSpPr>
        <p:spPr>
          <a:xfrm>
            <a:off x="3846512" y="6238875"/>
            <a:ext cx="3257550"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r>
              <a:rPr lang="zh-CN" altLang="en-US" sz="1500">
                <a:effectLst/>
              </a:rPr>
              <a:t>数据库新技术 </a:t>
            </a:r>
            <a:r>
              <a:rPr lang="en-US" altLang="zh-CN" sz="1500">
                <a:effectLst/>
              </a:rPr>
              <a:t>(</a:t>
            </a:r>
            <a:r>
              <a:rPr lang="zh-CN" altLang="en-US" sz="1500">
                <a:effectLst/>
              </a:rPr>
              <a:t>数据挖掘</a:t>
            </a:r>
            <a:r>
              <a:rPr lang="en-US" altLang="zh-CN" sz="1500">
                <a:effectLst/>
              </a:rPr>
              <a:t>)</a:t>
            </a:r>
          </a:p>
        </p:txBody>
      </p:sp>
      <p:sp>
        <p:nvSpPr>
          <p:cNvPr id="51204" name="灯片编号占位符 5"/>
          <p:cNvSpPr/>
          <p:nvPr>
            <p:ph type="sldNum" idx="12"/>
          </p:nvPr>
        </p:nvSpPr>
        <p:spPr>
          <a:xfrm>
            <a:off x="7818438" y="6238875"/>
            <a:ext cx="2143125" cy="452438"/>
          </a:xfrm>
          <a:prstGeom prst="rect">
            <a:avLst/>
          </a:prstGeom>
          <a:noFill/>
          <a:ln>
            <a:noFill/>
            <a:miter lim="800000"/>
          </a:ln>
          <a:effectLst/>
        </p:spPr>
        <p:txBody>
          <a:bodyPr lIns="97953" tIns="48976" rIns="97953" bIns="48976" anchor="b" anchorCtr="0">
            <a:noAutofit/>
          </a:bodyPr>
          <a:lstStyle>
            <a:defPPr>
              <a:defRPr lang="zh-CN">
                <a:effectLst/>
              </a:defRPr>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1pPr>
            <a:lvl2pPr marL="742950" indent="-28575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2pPr>
            <a:lvl3pPr marL="11430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3pPr>
            <a:lvl4pPr marL="16002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4pPr>
            <a:lvl5pPr marL="2057400" indent="-228600" algn="l" rtl="0" eaLnBrk="1" fontAlgn="base" latinLnBrk="0" hangingPunct="1">
              <a:lnSpc>
                <a:spcPct val="100000"/>
              </a:lnSpc>
              <a:spcBef>
                <a:spcPct val="0"/>
              </a:spcBef>
              <a:spcAft>
                <a:spcPct val="0"/>
              </a:spcAft>
              <a:buClrTx/>
              <a:buSzTx/>
              <a:buFontTx/>
              <a:buNone/>
              <a:defRPr kumimoji="0" lang="zh-CN" altLang="en-US" sz="1800" b="0" i="0" u="none" kern="120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effectLst/>
                <a:latin typeface="+mn-lt"/>
                <a:ea typeface="+mn-ea"/>
                <a:cs typeface="+mn-cs"/>
              </a:defRPr>
            </a:lvl6pPr>
            <a:lvl7pPr marL="2743200" algn="l" defTabSz="914400" rtl="0" eaLnBrk="1" latinLnBrk="0" hangingPunct="1">
              <a:defRPr lang="zh-CN" altLang="en-US" sz="1800" kern="1200">
                <a:solidFill>
                  <a:schemeClr val="tx1"/>
                </a:solidFill>
                <a:effectLst/>
                <a:latin typeface="+mn-lt"/>
                <a:ea typeface="+mn-ea"/>
                <a:cs typeface="+mn-cs"/>
              </a:defRPr>
            </a:lvl7pPr>
            <a:lvl8pPr marL="3200400" algn="l" defTabSz="914400" rtl="0" eaLnBrk="1" latinLnBrk="0" hangingPunct="1">
              <a:defRPr lang="zh-CN" altLang="en-US" sz="1800" kern="1200">
                <a:solidFill>
                  <a:schemeClr val="tx1"/>
                </a:solidFill>
                <a:effectLst/>
                <a:latin typeface="+mn-lt"/>
                <a:ea typeface="+mn-ea"/>
                <a:cs typeface="+mn-cs"/>
              </a:defRPr>
            </a:lvl8pPr>
            <a:lvl9pPr marL="3657600" algn="l" defTabSz="914400" rtl="0" eaLnBrk="1" latinLnBrk="0" hangingPunct="1">
              <a:defRPr lang="zh-CN" altLang="en-US" sz="1800" kern="1200">
                <a:solidFill>
                  <a:schemeClr val="tx1"/>
                </a:solidFill>
                <a:effectLst/>
                <a:latin typeface="+mn-lt"/>
                <a:ea typeface="+mn-ea"/>
                <a:cs typeface="+mn-cs"/>
              </a:defRPr>
            </a:lvl9pPr>
          </a:lstStyle>
          <a:p>
            <a:pPr marL="0" lvl="0" indent="0" algn="ctr" defTabSz="979488" eaLnBrk="1" hangingPunct="1"/>
            <a:fld id="{A7C9E13C-2E4C-464D-994F-2351CD8A7AF8}" type="slidenum">
              <a:rPr lang="en-US" altLang="zh-CN" sz="1500">
                <a:effectLst/>
              </a:rPr>
              <a:t>45</a:t>
            </a:fld>
            <a:r>
              <a:rPr lang="en-US" altLang="zh-CN" sz="1500">
                <a:effectLst/>
              </a:rPr>
              <a:t> / 34</a:t>
            </a:r>
          </a:p>
        </p:txBody>
      </p:sp>
      <p:sp>
        <p:nvSpPr>
          <p:cNvPr id="51205" name="Rectangle 2"/>
          <p:cNvSpPr/>
          <p:nvPr>
            <p:ph type="title" idx="4294967295"/>
          </p:nvPr>
        </p:nvSpPr>
        <p:spPr>
          <a:xfrm>
            <a:off x="1295400" y="214312"/>
            <a:ext cx="8766175" cy="1465262"/>
          </a:xfrm>
          <a:prstGeom prst="rect">
            <a:avLst/>
          </a:prstGeom>
          <a:noFill/>
          <a:ln>
            <a:miter lim="800000"/>
          </a:ln>
          <a:effectLst/>
        </p:spPr>
        <p:txBody>
          <a:bodyPr vert="horz" wrap="square" lIns="97953" tIns="48976" rIns="97953" bIns="48976" anchor="b" anchorCtr="0">
            <a:noAutofit/>
          </a:bodyPr>
          <a:lstStyle>
            <a:lvl1pPr marL="0" indent="0" algn="l" defTabSz="979488" rtl="0" eaLnBrk="0" fontAlgn="base" hangingPunct="0">
              <a:lnSpc>
                <a:spcPct val="100000"/>
              </a:lnSpc>
              <a:spcBef>
                <a:spcPct val="0"/>
              </a:spcBef>
              <a:spcAft>
                <a:spcPct val="0"/>
              </a:spcAft>
              <a:buClrTx/>
              <a:buSzTx/>
              <a:buFontTx/>
              <a:buNone/>
              <a:defRPr kumimoji="0" lang="zh-CN" altLang="en-US" sz="4800" b="0" i="0" u="none">
                <a:solidFill>
                  <a:srgbClr val="333399"/>
                </a:solidFill>
                <a:effectLst/>
                <a:latin typeface="+mj-lt"/>
                <a:ea typeface="+mj-ea"/>
                <a:cs typeface="+mj-cs"/>
              </a:defRPr>
            </a:lvl1pPr>
            <a:lvl2pPr algn="l" defTabSz="979488" rtl="0" fontAlgn="base">
              <a:spcBef>
                <a:spcPct val="0"/>
              </a:spcBef>
              <a:spcAft>
                <a:spcPct val="0"/>
              </a:spcAft>
              <a:defRPr lang="zh-CN" altLang="en-US" sz="4800">
                <a:solidFill>
                  <a:srgbClr val="333399"/>
                </a:solidFill>
                <a:effectLst/>
                <a:latin typeface="Arial"/>
                <a:ea typeface="黑体" pitchFamily="2" charset="-122"/>
              </a:defRPr>
            </a:lvl2pPr>
            <a:lvl3pPr algn="l" defTabSz="979488" rtl="0" fontAlgn="base">
              <a:spcBef>
                <a:spcPct val="0"/>
              </a:spcBef>
              <a:spcAft>
                <a:spcPct val="0"/>
              </a:spcAft>
              <a:defRPr lang="zh-CN" altLang="en-US" sz="4800">
                <a:solidFill>
                  <a:srgbClr val="333399"/>
                </a:solidFill>
                <a:effectLst/>
                <a:latin typeface="Arial"/>
                <a:ea typeface="黑体" pitchFamily="2" charset="-122"/>
              </a:defRPr>
            </a:lvl3pPr>
            <a:lvl4pPr algn="l" defTabSz="979488" rtl="0" fontAlgn="base">
              <a:spcBef>
                <a:spcPct val="0"/>
              </a:spcBef>
              <a:spcAft>
                <a:spcPct val="0"/>
              </a:spcAft>
              <a:defRPr lang="zh-CN" altLang="en-US" sz="4800">
                <a:solidFill>
                  <a:srgbClr val="333399"/>
                </a:solidFill>
                <a:effectLst/>
                <a:latin typeface="Arial"/>
                <a:ea typeface="黑体" pitchFamily="2" charset="-122"/>
              </a:defRPr>
            </a:lvl4pPr>
            <a:lvl5pPr algn="l" defTabSz="979488" rtl="0" fontAlgn="base">
              <a:spcBef>
                <a:spcPct val="0"/>
              </a:spcBef>
              <a:spcAft>
                <a:spcPct val="0"/>
              </a:spcAft>
              <a:defRPr lang="zh-CN" altLang="en-US" sz="4800">
                <a:solidFill>
                  <a:srgbClr val="333399"/>
                </a:solidFill>
                <a:effectLst/>
                <a:latin typeface="Arial"/>
                <a:ea typeface="黑体" pitchFamily="2" charset="-122"/>
              </a:defRPr>
            </a:lvl5pPr>
            <a:lvl6pPr marL="457200" algn="l" defTabSz="979488" rtl="0" fontAlgn="base">
              <a:spcBef>
                <a:spcPct val="0"/>
              </a:spcBef>
              <a:spcAft>
                <a:spcPct val="0"/>
              </a:spcAft>
              <a:defRPr lang="zh-CN" altLang="en-US" sz="4800">
                <a:solidFill>
                  <a:srgbClr val="333399"/>
                </a:solidFill>
                <a:effectLst/>
                <a:latin typeface="Arial"/>
                <a:ea typeface="黑体" pitchFamily="2" charset="-122"/>
              </a:defRPr>
            </a:lvl6pPr>
            <a:lvl7pPr marL="914400" algn="l" defTabSz="979488" rtl="0" fontAlgn="base">
              <a:spcBef>
                <a:spcPct val="0"/>
              </a:spcBef>
              <a:spcAft>
                <a:spcPct val="0"/>
              </a:spcAft>
              <a:defRPr lang="zh-CN" altLang="en-US" sz="4800">
                <a:solidFill>
                  <a:srgbClr val="333399"/>
                </a:solidFill>
                <a:effectLst/>
                <a:latin typeface="Arial"/>
                <a:ea typeface="黑体" pitchFamily="2" charset="-122"/>
              </a:defRPr>
            </a:lvl7pPr>
            <a:lvl8pPr marL="1371600" algn="l" defTabSz="979488" rtl="0" fontAlgn="base">
              <a:spcBef>
                <a:spcPct val="0"/>
              </a:spcBef>
              <a:spcAft>
                <a:spcPct val="0"/>
              </a:spcAft>
              <a:defRPr lang="zh-CN" altLang="en-US" sz="4800">
                <a:solidFill>
                  <a:srgbClr val="333399"/>
                </a:solidFill>
                <a:effectLst/>
                <a:latin typeface="Arial"/>
                <a:ea typeface="黑体" pitchFamily="2" charset="-122"/>
              </a:defRPr>
            </a:lvl8pPr>
            <a:lvl9pPr marL="1828800" algn="l" defTabSz="979488" rtl="0" fontAlgn="base">
              <a:spcBef>
                <a:spcPct val="0"/>
              </a:spcBef>
              <a:spcAft>
                <a:spcPct val="0"/>
              </a:spcAft>
              <a:defRPr lang="zh-CN" altLang="en-US" sz="4800">
                <a:solidFill>
                  <a:srgbClr val="333399"/>
                </a:solidFill>
                <a:effectLst/>
                <a:latin typeface="Arial"/>
                <a:ea typeface="黑体" pitchFamily="2" charset="-122"/>
              </a:defRPr>
            </a:lvl9pPr>
          </a:lstStyle>
          <a:p>
            <a:pPr lvl="0" eaLnBrk="1" hangingPunct="1"/>
            <a:r>
              <a:rPr lang="zh-CN" altLang="en-US">
                <a:effectLst/>
              </a:rPr>
              <a:t>规则后修剪</a:t>
            </a:r>
          </a:p>
        </p:txBody>
      </p:sp>
      <p:sp>
        <p:nvSpPr>
          <p:cNvPr id="51206" name="Rectangle 3"/>
          <p:cNvSpPr/>
          <p:nvPr>
            <p:ph type="body" idx="4294967295"/>
          </p:nvPr>
        </p:nvSpPr>
        <p:spPr>
          <a:xfrm>
            <a:off x="319088" y="1989138"/>
            <a:ext cx="9752012" cy="4264025"/>
          </a:xfrm>
          <a:prstGeom prst="rect">
            <a:avLst/>
          </a:prstGeom>
          <a:noFill/>
          <a:ln>
            <a:miter lim="800000"/>
          </a:ln>
          <a:effectLst/>
        </p:spPr>
        <p:txBody>
          <a:bodyPr vert="horz" wrap="square" lIns="97953" tIns="48976" rIns="97953" bIns="48976" anchor="t" anchorCtr="0">
            <a:noAutofit/>
          </a:bodyPr>
          <a:lstStyle>
            <a:lvl1pPr marL="366712" indent="-366712" algn="l" defTabSz="979488" rtl="0" eaLnBrk="0" fontAlgn="base" hangingPunct="0">
              <a:lnSpc>
                <a:spcPct val="100000"/>
              </a:lnSpc>
              <a:spcBef>
                <a:spcPct val="20000"/>
              </a:spcBef>
              <a:spcAft>
                <a:spcPct val="0"/>
              </a:spcAft>
              <a:buClr>
                <a:schemeClr val="folHlink"/>
              </a:buClr>
              <a:buSzPct val="60000"/>
              <a:buFont typeface="Wingdings" pitchFamily="2" charset="2"/>
              <a:buChar char="n"/>
              <a:defRPr kumimoji="0" lang="zh-CN" altLang="en-US" sz="3300" b="0" i="0" u="none">
                <a:solidFill>
                  <a:srgbClr val="333399"/>
                </a:solidFill>
                <a:effectLst/>
                <a:latin typeface="+mn-lt"/>
                <a:ea typeface="+mn-ea"/>
                <a:cs typeface="+mn-cs"/>
              </a:defRPr>
            </a:lvl1pPr>
            <a:lvl2pPr marL="796925" indent="-307975" algn="l" defTabSz="979488" rtl="0" eaLnBrk="0" fontAlgn="base" hangingPunct="0">
              <a:lnSpc>
                <a:spcPct val="100000"/>
              </a:lnSpc>
              <a:spcBef>
                <a:spcPct val="20000"/>
              </a:spcBef>
              <a:spcAft>
                <a:spcPct val="0"/>
              </a:spcAft>
              <a:buClr>
                <a:schemeClr val="hlink"/>
              </a:buClr>
              <a:buSzPct val="55000"/>
              <a:buFont typeface="Wingdings" pitchFamily="2" charset="2"/>
              <a:buChar char="n"/>
              <a:defRPr kumimoji="0" lang="zh-CN" altLang="en-US" sz="2900" b="0" i="0" u="none">
                <a:solidFill>
                  <a:schemeClr val="tx1"/>
                </a:solidFill>
                <a:effectLst/>
                <a:latin typeface="Tahoma" pitchFamily="34" charset="0"/>
                <a:ea typeface="宋体" panose="02010600030101010101" pitchFamily="2" charset="-122"/>
              </a:defRPr>
            </a:lvl2pPr>
            <a:lvl3pPr marL="1223962" indent="-244475" algn="l" defTabSz="979488" rtl="0" eaLnBrk="0" fontAlgn="base" hangingPunct="0">
              <a:lnSpc>
                <a:spcPct val="100000"/>
              </a:lnSpc>
              <a:spcBef>
                <a:spcPct val="20000"/>
              </a:spcBef>
              <a:spcAft>
                <a:spcPct val="0"/>
              </a:spcAft>
              <a:buClr>
                <a:schemeClr val="folHlink"/>
              </a:buClr>
              <a:buSzPct val="50000"/>
              <a:buFont typeface="Wingdings" pitchFamily="2" charset="2"/>
              <a:buChar char="n"/>
              <a:defRPr kumimoji="0" lang="zh-CN" altLang="en-US" sz="2500" b="0" i="0" u="none">
                <a:solidFill>
                  <a:schemeClr val="tx1"/>
                </a:solidFill>
                <a:effectLst/>
                <a:latin typeface="Tahoma" pitchFamily="34" charset="0"/>
                <a:ea typeface="宋体" panose="02010600030101010101" pitchFamily="2" charset="-122"/>
              </a:defRPr>
            </a:lvl3pPr>
            <a:lvl4pPr marL="1712912" indent="-244475" algn="l" defTabSz="979488" rtl="0" eaLnBrk="0" fontAlgn="base" hangingPunct="0">
              <a:lnSpc>
                <a:spcPct val="100000"/>
              </a:lnSpc>
              <a:spcBef>
                <a:spcPct val="20000"/>
              </a:spcBef>
              <a:spcAft>
                <a:spcPct val="0"/>
              </a:spcAft>
              <a:buClr>
                <a:schemeClr val="accent2"/>
              </a:buClr>
              <a:buSzPct val="55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4pPr>
            <a:lvl5pPr marL="2057400" indent="-228600" algn="l" rtl="0" eaLnBrk="0" fontAlgn="base" hangingPunct="0">
              <a:lnSpc>
                <a:spcPct val="100000"/>
              </a:lnSpc>
              <a:spcBef>
                <a:spcPct val="20000"/>
              </a:spcBef>
              <a:spcAft>
                <a:spcPct val="0"/>
              </a:spcAft>
              <a:buClr>
                <a:schemeClr val="accent1"/>
              </a:buClr>
              <a:buSzPct val="50000"/>
              <a:buFont typeface="Wingdings" pitchFamily="2" charset="2"/>
              <a:buChar char="n"/>
              <a:defRPr kumimoji="0" lang="zh-CN" altLang="en-US" sz="2100" b="0" i="0" u="none">
                <a:solidFill>
                  <a:schemeClr val="tx1"/>
                </a:solidFill>
                <a:effectLst/>
                <a:latin typeface="Tahoma" pitchFamily="34" charset="0"/>
                <a:ea typeface="宋体" panose="02010600030101010101" pitchFamily="2" charset="-122"/>
              </a:defRPr>
            </a:lvl5pPr>
            <a:lvl6pPr marL="26590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6pPr>
            <a:lvl7pPr marL="31162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7pPr>
            <a:lvl8pPr marL="35734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8pPr>
            <a:lvl9pPr marL="4030663" indent="-244475" algn="l" defTabSz="979488" rtl="0" fontAlgn="base">
              <a:spcBef>
                <a:spcPct val="20000"/>
              </a:spcBef>
              <a:spcAft>
                <a:spcPct val="0"/>
              </a:spcAft>
              <a:buClr>
                <a:schemeClr val="accent1"/>
              </a:buClr>
              <a:buSzPct val="50000"/>
              <a:buFont typeface="Wingdings" pitchFamily="2" charset="2"/>
              <a:buChar char="n"/>
              <a:defRPr lang="zh-CN" altLang="en-US" sz="2100">
                <a:solidFill>
                  <a:schemeClr val="tx1"/>
                </a:solidFill>
                <a:effectLst/>
                <a:latin typeface="Tahoma" pitchFamily="34" charset="0"/>
                <a:ea typeface="宋体" panose="02010600030101010101" pitchFamily="2" charset="-122"/>
              </a:defRPr>
            </a:lvl9pPr>
          </a:lstStyle>
          <a:p>
            <a:pPr marL="366712" lvl="0" indent="-366712" eaLnBrk="1" hangingPunct="1">
              <a:lnSpc>
                <a:spcPct val="90000"/>
              </a:lnSpc>
            </a:pPr>
            <a:r>
              <a:rPr lang="zh-CN" altLang="en-US" sz="2500" b="1">
                <a:solidFill>
                  <a:schemeClr val="hlink"/>
                </a:solidFill>
                <a:effectLst/>
              </a:rPr>
              <a:t>规则精度估计方法</a:t>
            </a:r>
          </a:p>
          <a:p>
            <a:pPr marL="796925" lvl="1" indent="-307975" eaLnBrk="1" hangingPunct="1">
              <a:lnSpc>
                <a:spcPct val="90000"/>
              </a:lnSpc>
            </a:pPr>
            <a:r>
              <a:rPr lang="zh-CN" altLang="en-US" sz="2100" b="1">
                <a:effectLst/>
              </a:rPr>
              <a:t>使用与训练集不相交的验证集</a:t>
            </a:r>
          </a:p>
          <a:p>
            <a:pPr marL="796925" lvl="1" indent="-307975" eaLnBrk="1" hangingPunct="1">
              <a:lnSpc>
                <a:spcPct val="90000"/>
              </a:lnSpc>
            </a:pPr>
            <a:r>
              <a:rPr lang="zh-CN" altLang="en-US" sz="2100" b="1">
                <a:effectLst/>
              </a:rPr>
              <a:t>基于训练集合本身</a:t>
            </a:r>
          </a:p>
          <a:p>
            <a:pPr marL="1223962" lvl="2" indent="-244475" eaLnBrk="1" hangingPunct="1">
              <a:lnSpc>
                <a:spcPct val="110000"/>
              </a:lnSpc>
            </a:pPr>
            <a:r>
              <a:rPr lang="zh-CN" altLang="en-US" sz="1900" b="1">
                <a:effectLst/>
              </a:rPr>
              <a:t>被</a:t>
            </a:r>
            <a:r>
              <a:rPr lang="en-US" altLang="zh-CN" sz="1900" b="1">
                <a:effectLst/>
              </a:rPr>
              <a:t>C4.5</a:t>
            </a:r>
            <a:r>
              <a:rPr lang="zh-CN" altLang="en-US" sz="1900" b="1">
                <a:effectLst/>
              </a:rPr>
              <a:t>使用，使用一种保守估计来弥补训练数据有利于当前规则的估计偏置</a:t>
            </a:r>
          </a:p>
          <a:p>
            <a:pPr marL="1223962" lvl="2" indent="-244475" eaLnBrk="1" hangingPunct="1">
              <a:lnSpc>
                <a:spcPct val="110000"/>
              </a:lnSpc>
            </a:pPr>
            <a:r>
              <a:rPr lang="zh-CN" altLang="en-US" sz="1900" b="1">
                <a:effectLst/>
              </a:rPr>
              <a:t>过程</a:t>
            </a:r>
          </a:p>
          <a:p>
            <a:pPr marL="1712912" lvl="3" indent="-244475" eaLnBrk="1" hangingPunct="1">
              <a:lnSpc>
                <a:spcPct val="110000"/>
              </a:lnSpc>
            </a:pPr>
            <a:r>
              <a:rPr lang="zh-CN" altLang="en-US" sz="1700" b="1">
                <a:effectLst/>
              </a:rPr>
              <a:t>先计算规则在它应用的训练样例上的精度</a:t>
            </a:r>
          </a:p>
          <a:p>
            <a:pPr marL="1712912" lvl="3" indent="-244475" eaLnBrk="1" hangingPunct="1">
              <a:lnSpc>
                <a:spcPct val="110000"/>
              </a:lnSpc>
            </a:pPr>
            <a:r>
              <a:rPr lang="zh-CN" altLang="en-US" sz="1700" b="1">
                <a:effectLst/>
              </a:rPr>
              <a:t>然后假定此估计精度为二项式分布，并计算它的标准差</a:t>
            </a:r>
          </a:p>
          <a:p>
            <a:pPr marL="1712912" lvl="3" indent="-244475" eaLnBrk="1" hangingPunct="1">
              <a:lnSpc>
                <a:spcPct val="110000"/>
              </a:lnSpc>
            </a:pPr>
            <a:r>
              <a:rPr lang="zh-CN" altLang="en-US" sz="1700" b="1">
                <a:effectLst/>
              </a:rPr>
              <a:t>对于一个给定的置信区间，采用下界估计作为规则性能的度量</a:t>
            </a:r>
          </a:p>
          <a:p>
            <a:pPr marL="1223962" lvl="2" indent="-244475" eaLnBrk="1" hangingPunct="1">
              <a:lnSpc>
                <a:spcPct val="110000"/>
              </a:lnSpc>
            </a:pPr>
            <a:r>
              <a:rPr lang="zh-CN" altLang="en-US" sz="1900" b="1">
                <a:effectLst/>
              </a:rPr>
              <a:t>评论</a:t>
            </a:r>
          </a:p>
          <a:p>
            <a:pPr marL="1712912" lvl="3" indent="-244475" eaLnBrk="1" hangingPunct="1">
              <a:lnSpc>
                <a:spcPct val="110000"/>
              </a:lnSpc>
            </a:pPr>
            <a:r>
              <a:rPr lang="zh-CN" altLang="en-US" sz="1700" b="1">
                <a:effectLst/>
              </a:rPr>
              <a:t>对于大的数据集，保守预测非常接近观察精度，随着数据集合的减小，离观察精度越来越远</a:t>
            </a:r>
          </a:p>
          <a:p>
            <a:pPr marL="1712912" lvl="3" indent="-244475" eaLnBrk="1" hangingPunct="1">
              <a:lnSpc>
                <a:spcPct val="110000"/>
              </a:lnSpc>
            </a:pPr>
            <a:r>
              <a:rPr lang="zh-CN" altLang="en-US" sz="1700" b="1">
                <a:effectLst/>
              </a:rPr>
              <a:t>不是统计有效，但是实践中发现有效</a:t>
            </a: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sld>
</file>

<file path=ppt/tags/tag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2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4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4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4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6.xml><?xml version="1.0" encoding="utf-8"?>
<p:tagLst xmlns:p="http://schemas.openxmlformats.org/presentationml/2006/main">
  <p:tag name="KSO_WM_BEAUTIFY_FLAG" val="#wm#"/>
  <p:tag name="KSO_WM_SLIDE_BACKGROUND_TYPE" val="general"/>
  <p:tag name="KSO_WM_SLIDE_BK_DARK_LIGHT" val="2"/>
  <p:tag name="KSO_WM_TAG_VERSION" val="1.0"/>
  <p:tag name="KSO_WM_UNIT_COMPATIBLE" val="0"/>
  <p:tag name="KSO_WM_UNIT_DIAGRAM_ISNUMVISUAL" val="0"/>
  <p:tag name="KSO_WM_UNIT_DIAGRAM_ISREFERUNIT" val="0"/>
  <p:tag name="KSO_WM_UNIT_HIGHLIGHT" val="0"/>
  <p:tag name="KSO_WM_UNIT_ID" val="_12**"/>
  <p:tag name="KSO_WM_UNIT_LAYERLEVEL" val="1"/>
</p:tagLst>
</file>

<file path=ppt/tags/tag57.xml><?xml version="1.0" encoding="utf-8"?>
<p:tagLst xmlns:p="http://schemas.openxmlformats.org/presentationml/2006/main">
  <p:tag name="KSO_WM_BEAUTIFY_FLAG" val="#wm#"/>
  <p:tag name="KSO_WM_SLIDE_BACKGROUND_TYPE" val="general"/>
  <p:tag name="KSO_WM_SLIDE_BK_DARK_LIGHT" val="2"/>
  <p:tag name="KSO_WM_TAG_VERSION" val="1.0"/>
  <p:tag name="KSO_WM_UNIT_COMPATIBLE" val="0"/>
  <p:tag name="KSO_WM_UNIT_DIAGRAM_ISNUMVISUAL" val="0"/>
  <p:tag name="KSO_WM_UNIT_DIAGRAM_ISREFERUNIT" val="0"/>
  <p:tag name="KSO_WM_UNIT_HIGHLIGHT" val="0"/>
  <p:tag name="KSO_WM_UNIT_ID" val="_12**"/>
  <p:tag name="KSO_WM_UNIT_LAYERLEVEL" val="1"/>
</p:tagLst>
</file>

<file path=ppt/tags/tag58.xml><?xml version="1.0" encoding="utf-8"?>
<p:tagLst xmlns:p="http://schemas.openxmlformats.org/presentationml/2006/main">
  <p:tag name="KSO_WM_BEAUTIFY_FLAG" val="#wm#"/>
  <p:tag name="KSO_WM_SLIDE_BACKGROUND_TYPE" val="general"/>
  <p:tag name="KSO_WM_SLIDE_BK_DARK_LIGHT" val="2"/>
  <p:tag name="KSO_WM_TAG_VERSION" val="1.0"/>
  <p:tag name="KSO_WM_UNIT_COMPATIBLE" val="0"/>
  <p:tag name="KSO_WM_UNIT_DIAGRAM_ISNUMVISUAL" val="0"/>
  <p:tag name="KSO_WM_UNIT_DIAGRAM_ISREFERUNIT" val="0"/>
  <p:tag name="KSO_WM_UNIT_HIGHLIGHT" val="0"/>
  <p:tag name="KSO_WM_UNIT_ID" val="_12**"/>
  <p:tag name="KSO_WM_UNIT_LAYERLEVEL" val="1"/>
</p:tagLst>
</file>

<file path=ppt/tags/tag59.xml><?xml version="1.0" encoding="utf-8"?>
<p:tagLst xmlns:p="http://schemas.openxmlformats.org/presentationml/2006/main">
  <p:tag name="KSO_WM_BEAUTIFY_FLAG" val="#wm#"/>
  <p:tag name="KSO_WM_SLIDE_BACKGROUND_TYPE" val="general"/>
  <p:tag name="KSO_WM_SLIDE_BK_DARK_LIGHT" val="2"/>
  <p:tag name="KSO_WM_TAG_VERSION" val="1.0"/>
  <p:tag name="KSO_WM_UNIT_COMPATIBLE" val="0"/>
  <p:tag name="KSO_WM_UNIT_DIAGRAM_ISNUMVISUAL" val="0"/>
  <p:tag name="KSO_WM_UNIT_DIAGRAM_ISREFERUNIT" val="0"/>
  <p:tag name="KSO_WM_UNIT_HIGHLIGHT" val="0"/>
  <p:tag name="KSO_WM_UNIT_ID" val="_12**"/>
  <p:tag name="KSO_WM_UNIT_LAYERLEVEL" val="1"/>
</p:tagLst>
</file>

<file path=ppt/tags/tag60.xml><?xml version="1.0" encoding="utf-8"?>
<p:tagLst xmlns:p="http://schemas.openxmlformats.org/presentationml/2006/main">
  <p:tag name="KSO_WM_BEAUTIFY_FLAG" val="#wm#"/>
  <p:tag name="KSO_WM_SLIDE_BACKGROUND_TYPE" val="frame"/>
  <p:tag name="KSO_WM_SLIDE_BK_DARK_LIGHT" val="2"/>
  <p:tag name="KSO_WM_TAG_VERSION" val="1.0"/>
  <p:tag name="KSO_WM_UNIT_BK_DARK_LIGHT" val="2"/>
  <p:tag name="KSO_WM_UNIT_COMPATIBLE" val="0"/>
  <p:tag name="KSO_WM_UNIT_DIAGRAM_ISNUMVISUAL" val="0"/>
  <p:tag name="KSO_WM_UNIT_DIAGRAM_ISREFERUNIT" val="0"/>
  <p:tag name="KSO_WM_UNIT_HIGHLIGHT" val="0"/>
  <p:tag name="KSO_WM_UNIT_ID" val="_13*i*1"/>
  <p:tag name="KSO_WM_UNIT_INDEX" val="1"/>
  <p:tag name="KSO_WM_UNIT_LAYERLEVEL" val="1"/>
  <p:tag name="KSO_WM_UNIT_SUBTYPE" val="h"/>
  <p:tag name="KSO_WM_UNIT_TYPE" val="i"/>
</p:tagLst>
</file>

<file path=ppt/tags/tag61.xml><?xml version="1.0" encoding="utf-8"?>
<p:tagLst xmlns:p="http://schemas.openxmlformats.org/presentationml/2006/main">
  <p:tag name="KSO_WM_BEAUTIFY_FLAG" val="#wm#"/>
  <p:tag name="KSO_WM_SLIDE_BACKGROUND_TYPE" val="frame"/>
  <p:tag name="KSO_WM_SLIDE_BK_DARK_LIGHT" val="2"/>
  <p:tag name="KSO_WM_TAG_VERSION" val="1.0"/>
  <p:tag name="KSO_WM_UNIT_COMPATIBLE" val="0"/>
  <p:tag name="KSO_WM_UNIT_DIAGRAM_ISNUMVISUAL" val="0"/>
  <p:tag name="KSO_WM_UNIT_DIAGRAM_ISREFERUNIT" val="0"/>
  <p:tag name="KSO_WM_UNIT_HIGHLIGHT" val="0"/>
  <p:tag name="KSO_WM_UNIT_ID" val="_13**"/>
  <p:tag name="KSO_WM_UNIT_LAYERLEVEL" val="1"/>
</p:tagLst>
</file>

<file path=ppt/tags/tag62.xml><?xml version="1.0" encoding="utf-8"?>
<p:tagLst xmlns:p="http://schemas.openxmlformats.org/presentationml/2006/main">
  <p:tag name="KSO_WM_BEAUTIFY_FLAG" val="#wm#"/>
  <p:tag name="KSO_WM_SLIDE_BACKGROUND_TYPE" val="frame"/>
  <p:tag name="KSO_WM_SLIDE_BK_DARK_LIGHT" val="2"/>
  <p:tag name="KSO_WM_TAG_VERSION" val="1.0"/>
  <p:tag name="KSO_WM_UNIT_COMPATIBLE" val="0"/>
  <p:tag name="KSO_WM_UNIT_DIAGRAM_ISNUMVISUAL" val="0"/>
  <p:tag name="KSO_WM_UNIT_DIAGRAM_ISREFERUNIT" val="0"/>
  <p:tag name="KSO_WM_UNIT_HIGHLIGHT" val="0"/>
  <p:tag name="KSO_WM_UNIT_ID" val="_13**"/>
  <p:tag name="KSO_WM_UNIT_LAYERLEVEL" val="1"/>
</p:tagLst>
</file>

<file path=ppt/tags/tag63.xml><?xml version="1.0" encoding="utf-8"?>
<p:tagLst xmlns:p="http://schemas.openxmlformats.org/presentationml/2006/main">
  <p:tag name="KSO_WM_BEAUTIFY_FLAG" val="#wm#"/>
  <p:tag name="KSO_WM_SLIDE_BACKGROUND_TYPE" val="frame"/>
  <p:tag name="KSO_WM_SLIDE_BK_DARK_LIGHT" val="2"/>
  <p:tag name="KSO_WM_TAG_VERSION" val="1.0"/>
  <p:tag name="KSO_WM_UNIT_COMPATIBLE" val="0"/>
  <p:tag name="KSO_WM_UNIT_DIAGRAM_ISNUMVISUAL" val="0"/>
  <p:tag name="KSO_WM_UNIT_DIAGRAM_ISREFERUNIT" val="0"/>
  <p:tag name="KSO_WM_UNIT_HIGHLIGHT" val="0"/>
  <p:tag name="KSO_WM_UNIT_ID" val="_13**"/>
  <p:tag name="KSO_WM_UNIT_LAYERLEVEL" val="1"/>
</p:tagLst>
</file>

<file path=ppt/tags/tag64.xml><?xml version="1.0" encoding="utf-8"?>
<p:tagLst xmlns:p="http://schemas.openxmlformats.org/presentationml/2006/main">
  <p:tag name="KSO_WM_BEAUTIFY_FLAG" val="#wm#"/>
  <p:tag name="KSO_WM_SLIDE_BACKGROUND_TYPE" val="frame"/>
  <p:tag name="KSO_WM_SLIDE_BK_DARK_LIGHT" val="2"/>
  <p:tag name="KSO_WM_TAG_VERSION" val="1.0"/>
  <p:tag name="KSO_WM_UNIT_COMPATIBLE" val="0"/>
  <p:tag name="KSO_WM_UNIT_DIAGRAM_ISNUMVISUAL" val="0"/>
  <p:tag name="KSO_WM_UNIT_DIAGRAM_ISREFERUNIT" val="0"/>
  <p:tag name="KSO_WM_UNIT_HIGHLIGHT" val="0"/>
  <p:tag name="KSO_WM_UNIT_ID" val="_13**"/>
  <p:tag name="KSO_WM_UNIT_LAYERLEVEL" val="1"/>
</p:tagLst>
</file>

<file path=ppt/tags/tag65.xml><?xml version="1.0" encoding="utf-8"?>
<p:tagLst xmlns:p="http://schemas.openxmlformats.org/presentationml/2006/main">
  <p:tag name="KSO_WM_BEAUTIFY_FLAG" val="#wm#"/>
  <p:tag name="KSO_WM_SLIDE_BACKGROUND_TYPE" val="frame"/>
  <p:tag name="KSO_WM_SLIDE_BK_DARK_LIGHT" val="2"/>
  <p:tag name="KSO_WM_TAG_VERSION" val="1.0"/>
  <p:tag name="KSO_WM_UNIT_COMPATIBLE" val="0"/>
  <p:tag name="KSO_WM_UNIT_DIAGRAM_ISNUMVISUAL" val="0"/>
  <p:tag name="KSO_WM_UNIT_DIAGRAM_ISREFERUNIT" val="0"/>
  <p:tag name="KSO_WM_UNIT_HIGHLIGHT" val="0"/>
  <p:tag name="KSO_WM_UNIT_ID" val="_13**"/>
  <p:tag name="KSO_WM_UNIT_LAYERLEVEL" val="1"/>
</p:tagLst>
</file>

<file path=ppt/tags/tag66.xml><?xml version="1.0" encoding="utf-8"?>
<p:tagLst xmlns:p="http://schemas.openxmlformats.org/presentationml/2006/main">
  <p:tag name="KSO_WM_BEAUTIFY_FLAG" val="#wm#"/>
  <p:tag name="KSO_WM_SLIDE_BACKGROUND_TYPE" val="leftRight"/>
  <p:tag name="KSO_WM_SLIDE_BK_DARK_LIGHT" val="2"/>
  <p:tag name="KSO_WM_TAG_VERSION" val="1.0"/>
  <p:tag name="KSO_WM_UNIT_BK_DARK_LIGHT" val="2"/>
  <p:tag name="KSO_WM_UNIT_COMPATIBLE" val="0"/>
  <p:tag name="KSO_WM_UNIT_DIAGRAM_ISNUMVISUAL" val="0"/>
  <p:tag name="KSO_WM_UNIT_DIAGRAM_ISREFERUNIT" val="0"/>
  <p:tag name="KSO_WM_UNIT_HIGHLIGHT" val="0"/>
  <p:tag name="KSO_WM_UNIT_ID" val="_14*i*1"/>
  <p:tag name="KSO_WM_UNIT_INDEX" val="1"/>
  <p:tag name="KSO_WM_UNIT_LAYERLEVEL" val="1"/>
  <p:tag name="KSO_WM_UNIT_SUBTYPE" val="h"/>
  <p:tag name="KSO_WM_UNIT_TYPE" val="i"/>
</p:tagLst>
</file>

<file path=ppt/tags/tag67.xml><?xml version="1.0" encoding="utf-8"?>
<p:tagLst xmlns:p="http://schemas.openxmlformats.org/presentationml/2006/main">
  <p:tag name="KSO_WM_BEAUTIFY_FLAG" val="#wm#"/>
  <p:tag name="KSO_WM_SLIDE_BACKGROUND_TYPE" val="leftRight"/>
  <p:tag name="KSO_WM_SLIDE_BK_DARK_LIGHT" val="2"/>
  <p:tag name="KSO_WM_TAG_VERSION" val="1.0"/>
  <p:tag name="KSO_WM_UNIT_COMPATIBLE" val="0"/>
  <p:tag name="KSO_WM_UNIT_DIAGRAM_ISNUMVISUAL" val="0"/>
  <p:tag name="KSO_WM_UNIT_DIAGRAM_ISREFERUNIT" val="0"/>
  <p:tag name="KSO_WM_UNIT_HIGHLIGHT" val="0"/>
  <p:tag name="KSO_WM_UNIT_ID" val="_14**"/>
  <p:tag name="KSO_WM_UNIT_LAYERLEVEL" val="1"/>
</p:tagLst>
</file>

<file path=ppt/tags/tag68.xml><?xml version="1.0" encoding="utf-8"?>
<p:tagLst xmlns:p="http://schemas.openxmlformats.org/presentationml/2006/main">
  <p:tag name="KSO_WM_BEAUTIFY_FLAG" val="#wm#"/>
  <p:tag name="KSO_WM_SLIDE_BACKGROUND_TYPE" val="leftRight"/>
  <p:tag name="KSO_WM_SLIDE_BK_DARK_LIGHT" val="2"/>
  <p:tag name="KSO_WM_TAG_VERSION" val="1.0"/>
  <p:tag name="KSO_WM_UNIT_COMPATIBLE" val="0"/>
  <p:tag name="KSO_WM_UNIT_DIAGRAM_ISNUMVISUAL" val="0"/>
  <p:tag name="KSO_WM_UNIT_DIAGRAM_ISREFERUNIT" val="0"/>
  <p:tag name="KSO_WM_UNIT_HIGHLIGHT" val="0"/>
  <p:tag name="KSO_WM_UNIT_ID" val="_14**"/>
  <p:tag name="KSO_WM_UNIT_LAYERLEVEL" val="1"/>
</p:tagLst>
</file>

<file path=ppt/tags/tag69.xml><?xml version="1.0" encoding="utf-8"?>
<p:tagLst xmlns:p="http://schemas.openxmlformats.org/presentationml/2006/main">
  <p:tag name="KSO_WM_BEAUTIFY_FLAG" val="#wm#"/>
  <p:tag name="KSO_WM_SLIDE_BACKGROUND_TYPE" val="leftRight"/>
  <p:tag name="KSO_WM_SLIDE_BK_DARK_LIGHT" val="2"/>
  <p:tag name="KSO_WM_TAG_VERSION" val="1.0"/>
  <p:tag name="KSO_WM_UNIT_COMPATIBLE" val="0"/>
  <p:tag name="KSO_WM_UNIT_DIAGRAM_ISNUMVISUAL" val="0"/>
  <p:tag name="KSO_WM_UNIT_DIAGRAM_ISREFERUNIT" val="0"/>
  <p:tag name="KSO_WM_UNIT_HIGHLIGHT" val="0"/>
  <p:tag name="KSO_WM_UNIT_ID" val="_14**"/>
  <p:tag name="KSO_WM_UNIT_LAYERLEVEL" val="1"/>
</p:tagLst>
</file>

<file path=ppt/tags/tag70.xml><?xml version="1.0" encoding="utf-8"?>
<p:tagLst xmlns:p="http://schemas.openxmlformats.org/presentationml/2006/main">
  <p:tag name="KSO_WM_BEAUTIFY_FLAG" val="#wm#"/>
  <p:tag name="KSO_WM_SLIDE_BACKGROUND_TYPE" val="leftRight"/>
  <p:tag name="KSO_WM_SLIDE_BK_DARK_LIGHT" val="2"/>
  <p:tag name="KSO_WM_TAG_VERSION" val="1.0"/>
  <p:tag name="KSO_WM_UNIT_COMPATIBLE" val="0"/>
  <p:tag name="KSO_WM_UNIT_DIAGRAM_ISNUMVISUAL" val="0"/>
  <p:tag name="KSO_WM_UNIT_DIAGRAM_ISREFERUNIT" val="0"/>
  <p:tag name="KSO_WM_UNIT_HIGHLIGHT" val="0"/>
  <p:tag name="KSO_WM_UNIT_ID" val="_14**"/>
  <p:tag name="KSO_WM_UNIT_LAYERLEVEL" val="1"/>
</p:tagLst>
</file>

<file path=ppt/tags/tag71.xml><?xml version="1.0" encoding="utf-8"?>
<p:tagLst xmlns:p="http://schemas.openxmlformats.org/presentationml/2006/main">
  <p:tag name="KSO_WM_BEAUTIFY_FLAG" val="#wm#"/>
  <p:tag name="KSO_WM_SLIDE_BACKGROUND_TYPE" val="leftRight"/>
  <p:tag name="KSO_WM_SLIDE_BK_DARK_LIGHT" val="2"/>
  <p:tag name="KSO_WM_TAG_VERSION" val="1.0"/>
  <p:tag name="KSO_WM_UNIT_COMPATIBLE" val="0"/>
  <p:tag name="KSO_WM_UNIT_DIAGRAM_ISNUMVISUAL" val="0"/>
  <p:tag name="KSO_WM_UNIT_DIAGRAM_ISREFERUNIT" val="0"/>
  <p:tag name="KSO_WM_UNIT_HIGHLIGHT" val="0"/>
  <p:tag name="KSO_WM_UNIT_ID" val="_14**"/>
  <p:tag name="KSO_WM_UNIT_LAYERLEVEL" val="1"/>
</p:tagLst>
</file>

<file path=ppt/tags/tag72.xml><?xml version="1.0" encoding="utf-8"?>
<p:tagLst xmlns:p="http://schemas.openxmlformats.org/presentationml/2006/main">
  <p:tag name="KSO_WM_BEAUTIFY_FLAG" val="#wm#"/>
  <p:tag name="KSO_WM_SLIDE_BACKGROUND_TYPE" val="leftRight"/>
  <p:tag name="KSO_WM_SLIDE_BK_DARK_LIGHT" val="2"/>
  <p:tag name="KSO_WM_TAG_VERSION" val="1.0"/>
  <p:tag name="KSO_WM_UNIT_COMPATIBLE" val="0"/>
  <p:tag name="KSO_WM_UNIT_DIAGRAM_ISNUMVISUAL" val="0"/>
  <p:tag name="KSO_WM_UNIT_DIAGRAM_ISREFERUNIT" val="0"/>
  <p:tag name="KSO_WM_UNIT_HIGHLIGHT" val="0"/>
  <p:tag name="KSO_WM_UNIT_ID" val="_14**"/>
  <p:tag name="KSO_WM_UNIT_LAYERLEVEL" val="1"/>
</p:tagLst>
</file>

<file path=ppt/tags/tag73.xml><?xml version="1.0" encoding="utf-8"?>
<p:tagLst xmlns:p="http://schemas.openxmlformats.org/presentationml/2006/main">
  <p:tag name="KSO_WM_BEAUTIFY_FLAG" val="#wm#"/>
  <p:tag name="KSO_WM_SLIDE_BACKGROUND_TYPE" val="topBottom"/>
  <p:tag name="KSO_WM_SLIDE_BK_DARK_LIGHT" val="2"/>
  <p:tag name="KSO_WM_TAG_VERSION" val="1.0"/>
  <p:tag name="KSO_WM_UNIT_BK_DARK_LIGHT" val="2"/>
  <p:tag name="KSO_WM_UNIT_COMPATIBLE" val="0"/>
  <p:tag name="KSO_WM_UNIT_DIAGRAM_ISNUMVISUAL" val="0"/>
  <p:tag name="KSO_WM_UNIT_DIAGRAM_ISREFERUNIT" val="0"/>
  <p:tag name="KSO_WM_UNIT_HIGHLIGHT" val="0"/>
  <p:tag name="KSO_WM_UNIT_ID" val="_15*i*1"/>
  <p:tag name="KSO_WM_UNIT_INDEX" val="1"/>
  <p:tag name="KSO_WM_UNIT_LAYERLEVEL" val="1"/>
  <p:tag name="KSO_WM_UNIT_SUBTYPE" val="h"/>
  <p:tag name="KSO_WM_UNIT_TYPE" val="i"/>
</p:tagLst>
</file>

<file path=ppt/tags/tag74.xml><?xml version="1.0" encoding="utf-8"?>
<p:tagLst xmlns:p="http://schemas.openxmlformats.org/presentationml/2006/main">
  <p:tag name="KSO_WM_BEAUTIFY_FLAG" val="#wm#"/>
  <p:tag name="KSO_WM_SLIDE_BACKGROUND_TYPE" val="topBottom"/>
  <p:tag name="KSO_WM_SLIDE_BK_DARK_LIGHT" val="2"/>
  <p:tag name="KSO_WM_TAG_VERSION" val="1.0"/>
  <p:tag name="KSO_WM_UNIT_COMPATIBLE" val="0"/>
  <p:tag name="KSO_WM_UNIT_DIAGRAM_ISNUMVISUAL" val="0"/>
  <p:tag name="KSO_WM_UNIT_DIAGRAM_ISREFERUNIT" val="0"/>
  <p:tag name="KSO_WM_UNIT_HIGHLIGHT" val="0"/>
  <p:tag name="KSO_WM_UNIT_ID" val="_15**"/>
  <p:tag name="KSO_WM_UNIT_LAYERLEVEL" val="1"/>
</p:tagLst>
</file>

<file path=ppt/tags/tag75.xml><?xml version="1.0" encoding="utf-8"?>
<p:tagLst xmlns:p="http://schemas.openxmlformats.org/presentationml/2006/main">
  <p:tag name="KSO_WM_BEAUTIFY_FLAG" val="#wm#"/>
  <p:tag name="KSO_WM_SLIDE_BACKGROUND_TYPE" val="topBottom"/>
  <p:tag name="KSO_WM_SLIDE_BK_DARK_LIGHT" val="2"/>
  <p:tag name="KSO_WM_TAG_VERSION" val="1.0"/>
  <p:tag name="KSO_WM_UNIT_COMPATIBLE" val="0"/>
  <p:tag name="KSO_WM_UNIT_DIAGRAM_ISNUMVISUAL" val="0"/>
  <p:tag name="KSO_WM_UNIT_DIAGRAM_ISREFERUNIT" val="0"/>
  <p:tag name="KSO_WM_UNIT_HIGHLIGHT" val="0"/>
  <p:tag name="KSO_WM_UNIT_ID" val="_15**"/>
  <p:tag name="KSO_WM_UNIT_LAYERLEVEL" val="1"/>
</p:tagLst>
</file>

<file path=ppt/tags/tag76.xml><?xml version="1.0" encoding="utf-8"?>
<p:tagLst xmlns:p="http://schemas.openxmlformats.org/presentationml/2006/main">
  <p:tag name="KSO_WM_BEAUTIFY_FLAG" val="#wm#"/>
  <p:tag name="KSO_WM_SLIDE_BACKGROUND_TYPE" val="topBottom"/>
  <p:tag name="KSO_WM_SLIDE_BK_DARK_LIGHT" val="2"/>
  <p:tag name="KSO_WM_TAG_VERSION" val="1.0"/>
  <p:tag name="KSO_WM_UNIT_COMPATIBLE" val="0"/>
  <p:tag name="KSO_WM_UNIT_DIAGRAM_ISNUMVISUAL" val="0"/>
  <p:tag name="KSO_WM_UNIT_DIAGRAM_ISREFERUNIT" val="0"/>
  <p:tag name="KSO_WM_UNIT_HIGHLIGHT" val="0"/>
  <p:tag name="KSO_WM_UNIT_ID" val="_15**"/>
  <p:tag name="KSO_WM_UNIT_LAYERLEVEL" val="1"/>
</p:tagLst>
</file>

<file path=ppt/tags/tag77.xml><?xml version="1.0" encoding="utf-8"?>
<p:tagLst xmlns:p="http://schemas.openxmlformats.org/presentationml/2006/main">
  <p:tag name="KSO_WM_BEAUTIFY_FLAG" val="#wm#"/>
  <p:tag name="KSO_WM_SLIDE_BACKGROUND_TYPE" val="topBottom"/>
  <p:tag name="KSO_WM_SLIDE_BK_DARK_LIGHT" val="2"/>
  <p:tag name="KSO_WM_TAG_VERSION" val="1.0"/>
  <p:tag name="KSO_WM_UNIT_COMPATIBLE" val="0"/>
  <p:tag name="KSO_WM_UNIT_DIAGRAM_ISNUMVISUAL" val="0"/>
  <p:tag name="KSO_WM_UNIT_DIAGRAM_ISREFERUNIT" val="0"/>
  <p:tag name="KSO_WM_UNIT_HIGHLIGHT" val="0"/>
  <p:tag name="KSO_WM_UNIT_ID" val="_15**"/>
  <p:tag name="KSO_WM_UNIT_LAYERLEVEL" val="1"/>
</p:tagLst>
</file>

<file path=ppt/tags/tag78.xml><?xml version="1.0" encoding="utf-8"?>
<p:tagLst xmlns:p="http://schemas.openxmlformats.org/presentationml/2006/main">
  <p:tag name="KSO_WM_BEAUTIFY_FLAG" val="#wm#"/>
  <p:tag name="KSO_WM_SLIDE_BACKGROUND_TYPE" val="topBottom"/>
  <p:tag name="KSO_WM_SLIDE_BK_DARK_LIGHT" val="2"/>
  <p:tag name="KSO_WM_TAG_VERSION" val="1.0"/>
  <p:tag name="KSO_WM_UNIT_COMPATIBLE" val="0"/>
  <p:tag name="KSO_WM_UNIT_DIAGRAM_ISNUMVISUAL" val="0"/>
  <p:tag name="KSO_WM_UNIT_DIAGRAM_ISREFERUNIT" val="0"/>
  <p:tag name="KSO_WM_UNIT_HIGHLIGHT" val="0"/>
  <p:tag name="KSO_WM_UNIT_ID" val="_15**"/>
  <p:tag name="KSO_WM_UNIT_LAYERLEVEL" val="1"/>
</p:tagLst>
</file>

<file path=ppt/tags/tag79.xml><?xml version="1.0" encoding="utf-8"?>
<p:tagLst xmlns:p="http://schemas.openxmlformats.org/presentationml/2006/main">
  <p:tag name="KSO_WM_BEAUTIFY_FLAG" val="#wm#"/>
  <p:tag name="KSO_WM_SLIDE_BACKGROUND_TYPE" val="topBottom"/>
  <p:tag name="KSO_WM_SLIDE_BK_DARK_LIGHT" val="2"/>
  <p:tag name="KSO_WM_TAG_VERSION" val="1.0"/>
  <p:tag name="KSO_WM_UNIT_COMPATIBLE" val="0"/>
  <p:tag name="KSO_WM_UNIT_DIAGRAM_ISNUMVISUAL" val="0"/>
  <p:tag name="KSO_WM_UNIT_DIAGRAM_ISREFERUNIT" val="0"/>
  <p:tag name="KSO_WM_UNIT_HIGHLIGHT" val="0"/>
  <p:tag name="KSO_WM_UNIT_ID" val="_15**"/>
  <p:tag name="KSO_WM_UNIT_LAYERLEVEL" val="1"/>
</p:tagLst>
</file>

<file path=ppt/tags/tag80.xml><?xml version="1.0" encoding="utf-8"?>
<p:tagLst xmlns:p="http://schemas.openxmlformats.org/presentationml/2006/main">
  <p:tag name="KSO_WM_BEAUTIFY_FLAG" val="#wm#"/>
  <p:tag name="KSO_WM_SLIDE_BACKGROUND_TYPE" val="bottomTop"/>
  <p:tag name="KSO_WM_SLIDE_BK_DARK_LIGHT" val="2"/>
  <p:tag name="KSO_WM_TAG_VERSION" val="1.0"/>
  <p:tag name="KSO_WM_UNIT_BK_DARK_LIGHT" val="2"/>
  <p:tag name="KSO_WM_UNIT_COMPATIBLE" val="0"/>
  <p:tag name="KSO_WM_UNIT_DIAGRAM_ISNUMVISUAL" val="0"/>
  <p:tag name="KSO_WM_UNIT_DIAGRAM_ISREFERUNIT" val="0"/>
  <p:tag name="KSO_WM_UNIT_HIGHLIGHT" val="0"/>
  <p:tag name="KSO_WM_UNIT_ID" val="_16*i*1"/>
  <p:tag name="KSO_WM_UNIT_INDEX" val="1"/>
  <p:tag name="KSO_WM_UNIT_LAYERLEVEL" val="1"/>
  <p:tag name="KSO_WM_UNIT_SUBTYPE" val="h"/>
  <p:tag name="KSO_WM_UNIT_TYPE" val="i"/>
</p:tagLst>
</file>

<file path=ppt/tags/tag81.xml><?xml version="1.0" encoding="utf-8"?>
<p:tagLst xmlns:p="http://schemas.openxmlformats.org/presentationml/2006/main">
  <p:tag name="KSO_WM_BEAUTIFY_FLAG" val="#wm#"/>
  <p:tag name="KSO_WM_SLIDE_BACKGROUND_TYPE" val="bottomTop"/>
  <p:tag name="KSO_WM_SLIDE_BK_DARK_LIGHT" val="2"/>
  <p:tag name="KSO_WM_TAG_VERSION" val="1.0"/>
  <p:tag name="KSO_WM_UNIT_COMPATIBLE" val="0"/>
  <p:tag name="KSO_WM_UNIT_DIAGRAM_ISNUMVISUAL" val="0"/>
  <p:tag name="KSO_WM_UNIT_DIAGRAM_ISREFERUNIT" val="0"/>
  <p:tag name="KSO_WM_UNIT_HIGHLIGHT" val="0"/>
  <p:tag name="KSO_WM_UNIT_ID" val="_16**"/>
  <p:tag name="KSO_WM_UNIT_LAYERLEVEL" val="1"/>
</p:tagLst>
</file>

<file path=ppt/tags/tag82.xml><?xml version="1.0" encoding="utf-8"?>
<p:tagLst xmlns:p="http://schemas.openxmlformats.org/presentationml/2006/main">
  <p:tag name="KSO_WM_BEAUTIFY_FLAG" val="#wm#"/>
  <p:tag name="KSO_WM_SLIDE_BACKGROUND_TYPE" val="bottomTop"/>
  <p:tag name="KSO_WM_SLIDE_BK_DARK_LIGHT" val="2"/>
  <p:tag name="KSO_WM_TAG_VERSION" val="1.0"/>
  <p:tag name="KSO_WM_UNIT_COMPATIBLE" val="0"/>
  <p:tag name="KSO_WM_UNIT_DIAGRAM_ISNUMVISUAL" val="0"/>
  <p:tag name="KSO_WM_UNIT_DIAGRAM_ISREFERUNIT" val="0"/>
  <p:tag name="KSO_WM_UNIT_HIGHLIGHT" val="0"/>
  <p:tag name="KSO_WM_UNIT_ID" val="_16**"/>
  <p:tag name="KSO_WM_UNIT_LAYERLEVEL" val="1"/>
</p:tagLst>
</file>

<file path=ppt/tags/tag83.xml><?xml version="1.0" encoding="utf-8"?>
<p:tagLst xmlns:p="http://schemas.openxmlformats.org/presentationml/2006/main">
  <p:tag name="KSO_WM_BEAUTIFY_FLAG" val="#wm#"/>
  <p:tag name="KSO_WM_SLIDE_BACKGROUND_TYPE" val="bottomTop"/>
  <p:tag name="KSO_WM_SLIDE_BK_DARK_LIGHT" val="2"/>
  <p:tag name="KSO_WM_TAG_VERSION" val="1.0"/>
  <p:tag name="KSO_WM_UNIT_COMPATIBLE" val="0"/>
  <p:tag name="KSO_WM_UNIT_DIAGRAM_ISNUMVISUAL" val="0"/>
  <p:tag name="KSO_WM_UNIT_DIAGRAM_ISREFERUNIT" val="0"/>
  <p:tag name="KSO_WM_UNIT_HIGHLIGHT" val="0"/>
  <p:tag name="KSO_WM_UNIT_ID" val="_16**"/>
  <p:tag name="KSO_WM_UNIT_LAYERLEVEL" val="1"/>
</p:tagLst>
</file>

<file path=ppt/tags/tag84.xml><?xml version="1.0" encoding="utf-8"?>
<p:tagLst xmlns:p="http://schemas.openxmlformats.org/presentationml/2006/main">
  <p:tag name="KSO_WM_BEAUTIFY_FLAG" val="#wm#"/>
  <p:tag name="KSO_WM_SLIDE_BACKGROUND_TYPE" val="bottomTop"/>
  <p:tag name="KSO_WM_SLIDE_BK_DARK_LIGHT" val="2"/>
  <p:tag name="KSO_WM_TAG_VERSION" val="1.0"/>
  <p:tag name="KSO_WM_UNIT_COMPATIBLE" val="0"/>
  <p:tag name="KSO_WM_UNIT_DIAGRAM_ISNUMVISUAL" val="0"/>
  <p:tag name="KSO_WM_UNIT_DIAGRAM_ISREFERUNIT" val="0"/>
  <p:tag name="KSO_WM_UNIT_HIGHLIGHT" val="0"/>
  <p:tag name="KSO_WM_UNIT_ID" val="_16**"/>
  <p:tag name="KSO_WM_UNIT_LAYERLEVEL" val="1"/>
</p:tagLst>
</file>

<file path=ppt/tags/tag85.xml><?xml version="1.0" encoding="utf-8"?>
<p:tagLst xmlns:p="http://schemas.openxmlformats.org/presentationml/2006/main">
  <p:tag name="KSO_WM_BEAUTIFY_FLAG" val="#wm#"/>
  <p:tag name="KSO_WM_SLIDE_BACKGROUND_TYPE" val="bottomTop"/>
  <p:tag name="KSO_WM_SLIDE_BK_DARK_LIGHT" val="2"/>
  <p:tag name="KSO_WM_TAG_VERSION" val="1.0"/>
  <p:tag name="KSO_WM_UNIT_COMPATIBLE" val="0"/>
  <p:tag name="KSO_WM_UNIT_DIAGRAM_ISNUMVISUAL" val="0"/>
  <p:tag name="KSO_WM_UNIT_DIAGRAM_ISREFERUNIT" val="0"/>
  <p:tag name="KSO_WM_UNIT_HIGHLIGHT" val="0"/>
  <p:tag name="KSO_WM_UNIT_ID" val="_16**"/>
  <p:tag name="KSO_WM_UNIT_LAYERLEVEL" val="1"/>
</p:tagLst>
</file>

<file path=ppt/tags/tag86.xml><?xml version="1.0" encoding="utf-8"?>
<p:tagLst xmlns:p="http://schemas.openxmlformats.org/presentationml/2006/main">
  <p:tag name="KSO_WM_BEAUTIFY_FLAG" val="#wm#"/>
  <p:tag name="KSO_WM_SLIDE_BACKGROUND_TYPE" val="bottomTop"/>
  <p:tag name="KSO_WM_SLIDE_BK_DARK_LIGHT" val="2"/>
  <p:tag name="KSO_WM_TAG_VERSION" val="1.0"/>
  <p:tag name="KSO_WM_UNIT_COMPATIBLE" val="0"/>
  <p:tag name="KSO_WM_UNIT_DIAGRAM_ISNUMVISUAL" val="0"/>
  <p:tag name="KSO_WM_UNIT_DIAGRAM_ISREFERUNIT" val="0"/>
  <p:tag name="KSO_WM_UNIT_HIGHLIGHT" val="0"/>
  <p:tag name="KSO_WM_UNIT_ID" val="_16**"/>
  <p:tag name="KSO_WM_UNIT_LAYERLEVEL" val="1"/>
</p:tagLst>
</file>

<file path=ppt/tags/tag87.xml><?xml version="1.0" encoding="utf-8"?>
<p:tagLst xmlns:p="http://schemas.openxmlformats.org/presentationml/2006/main">
  <p:tag name="KSO_WM_BEAUTIFY_FLAG" val="#wm#"/>
  <p:tag name="KSO_WM_SLIDE_BACKGROUND_TYPE" val="navigation"/>
  <p:tag name="KSO_WM_SLIDE_BK_DARK_LIGHT" val="2"/>
  <p:tag name="KSO_WM_TAG_VERSION" val="1.0"/>
  <p:tag name="KSO_WM_UNIT_BK_DARK_LIGHT" val="2"/>
  <p:tag name="KSO_WM_UNIT_COMPATIBLE" val="0"/>
  <p:tag name="KSO_WM_UNIT_DIAGRAM_ISNUMVISUAL" val="0"/>
  <p:tag name="KSO_WM_UNIT_DIAGRAM_ISREFERUNIT" val="0"/>
  <p:tag name="KSO_WM_UNIT_HIGHLIGHT" val="0"/>
  <p:tag name="KSO_WM_UNIT_ID" val="_17*i*1"/>
  <p:tag name="KSO_WM_UNIT_INDEX" val="1"/>
  <p:tag name="KSO_WM_UNIT_LAYERLEVEL" val="1"/>
  <p:tag name="KSO_WM_UNIT_SUBTYPE" val="h"/>
  <p:tag name="KSO_WM_UNIT_TYPE" val="i"/>
</p:tagLst>
</file>

<file path=ppt/tags/tag88.xml><?xml version="1.0" encoding="utf-8"?>
<p:tagLst xmlns:p="http://schemas.openxmlformats.org/presentationml/2006/main">
  <p:tag name="KSO_WM_BEAUTIFY_FLAG" val="#wm#"/>
  <p:tag name="KSO_WM_SLIDE_BACKGROUND_TYPE" val="navigation"/>
  <p:tag name="KSO_WM_SLIDE_BK_DARK_LIGHT" val="2"/>
  <p:tag name="KSO_WM_TAG_VERSION" val="1.0"/>
  <p:tag name="KSO_WM_UNIT_COMPATIBLE" val="0"/>
  <p:tag name="KSO_WM_UNIT_DIAGRAM_ISNUMVISUAL" val="0"/>
  <p:tag name="KSO_WM_UNIT_DIAGRAM_ISREFERUNIT" val="0"/>
  <p:tag name="KSO_WM_UNIT_HIGHLIGHT" val="0"/>
  <p:tag name="KSO_WM_UNIT_ID" val="_17**"/>
  <p:tag name="KSO_WM_UNIT_LAYERLEVEL" val="1"/>
</p:tagLst>
</file>

<file path=ppt/tags/tag89.xml><?xml version="1.0" encoding="utf-8"?>
<p:tagLst xmlns:p="http://schemas.openxmlformats.org/presentationml/2006/main">
  <p:tag name="KSO_WM_BEAUTIFY_FLAG" val="#wm#"/>
  <p:tag name="KSO_WM_SLIDE_BACKGROUND_TYPE" val="navigation"/>
  <p:tag name="KSO_WM_SLIDE_BK_DARK_LIGHT" val="2"/>
  <p:tag name="KSO_WM_TAG_VERSION" val="1.0"/>
  <p:tag name="KSO_WM_UNIT_COMPATIBLE" val="0"/>
  <p:tag name="KSO_WM_UNIT_DIAGRAM_ISNUMVISUAL" val="0"/>
  <p:tag name="KSO_WM_UNIT_DIAGRAM_ISREFERUNIT" val="0"/>
  <p:tag name="KSO_WM_UNIT_HIGHLIGHT" val="0"/>
  <p:tag name="KSO_WM_UNIT_ID" val="_17**"/>
  <p:tag name="KSO_WM_UNIT_LAYERLEVEL" val="1"/>
</p:tagLst>
</file>

<file path=ppt/tags/tag90.xml><?xml version="1.0" encoding="utf-8"?>
<p:tagLst xmlns:p="http://schemas.openxmlformats.org/presentationml/2006/main">
  <p:tag name="KSO_WM_BEAUTIFY_FLAG" val="#wm#"/>
  <p:tag name="KSO_WM_SLIDE_BACKGROUND_TYPE" val="navigation"/>
  <p:tag name="KSO_WM_SLIDE_BK_DARK_LIGHT" val="2"/>
  <p:tag name="KSO_WM_TAG_VERSION" val="1.0"/>
  <p:tag name="KSO_WM_UNIT_COMPATIBLE" val="0"/>
  <p:tag name="KSO_WM_UNIT_DIAGRAM_ISNUMVISUAL" val="0"/>
  <p:tag name="KSO_WM_UNIT_DIAGRAM_ISREFERUNIT" val="0"/>
  <p:tag name="KSO_WM_UNIT_HIGHLIGHT" val="0"/>
  <p:tag name="KSO_WM_UNIT_ID" val="_17**"/>
  <p:tag name="KSO_WM_UNIT_LAYERLEVEL" val="1"/>
</p:tagLst>
</file>

<file path=ppt/tags/tag91.xml><?xml version="1.0" encoding="utf-8"?>
<p:tagLst xmlns:p="http://schemas.openxmlformats.org/presentationml/2006/main">
  <p:tag name="KSO_WM_BEAUTIFY_FLAG" val="#wm#"/>
  <p:tag name="KSO_WM_SLIDE_BACKGROUND_TYPE" val="navigation"/>
  <p:tag name="KSO_WM_SLIDE_BK_DARK_LIGHT" val="2"/>
  <p:tag name="KSO_WM_TAG_VERSION" val="1.0"/>
  <p:tag name="KSO_WM_UNIT_COMPATIBLE" val="0"/>
  <p:tag name="KSO_WM_UNIT_DIAGRAM_ISNUMVISUAL" val="0"/>
  <p:tag name="KSO_WM_UNIT_DIAGRAM_ISREFERUNIT" val="0"/>
  <p:tag name="KSO_WM_UNIT_HIGHLIGHT" val="0"/>
  <p:tag name="KSO_WM_UNIT_ID" val="_17**"/>
  <p:tag name="KSO_WM_UNIT_LAYERLEVEL" val="1"/>
</p:tagLst>
</file>

<file path=ppt/tags/tag92.xml><?xml version="1.0" encoding="utf-8"?>
<p:tagLst xmlns:p="http://schemas.openxmlformats.org/presentationml/2006/main">
  <p:tag name="KSO_WM_BEAUTIFY_FLAG" val="#wm#"/>
  <p:tag name="KSO_WM_SLIDE_BACKGROUND_TYPE" val="navigation"/>
  <p:tag name="KSO_WM_SLIDE_BK_DARK_LIGHT" val="2"/>
  <p:tag name="KSO_WM_TAG_VERSION" val="1.0"/>
  <p:tag name="KSO_WM_UNIT_COMPATIBLE" val="0"/>
  <p:tag name="KSO_WM_UNIT_DIAGRAM_ISNUMVISUAL" val="0"/>
  <p:tag name="KSO_WM_UNIT_DIAGRAM_ISREFERUNIT" val="0"/>
  <p:tag name="KSO_WM_UNIT_HIGHLIGHT" val="0"/>
  <p:tag name="KSO_WM_UNIT_ID" val="_17**"/>
  <p:tag name="KSO_WM_UNIT_LAYERLEVEL" val="1"/>
</p:tagLst>
</file>

<file path=ppt/tags/tag93.xml><?xml version="1.0" encoding="utf-8"?>
<p:tagLst xmlns:p="http://schemas.openxmlformats.org/presentationml/2006/main">
  <p:tag name="KSO_WM_BEAUTIFY_FLAG" val="#wm#"/>
  <p:tag name="KSO_WM_SLIDE_BACKGROUND_TYPE" val="navigation"/>
  <p:tag name="KSO_WM_SLIDE_BK_DARK_LIGHT" val="2"/>
  <p:tag name="KSO_WM_TAG_VERSION" val="1.0"/>
  <p:tag name="KSO_WM_UNIT_COMPATIBLE" val="0"/>
  <p:tag name="KSO_WM_UNIT_DIAGRAM_ISNUMVISUAL" val="0"/>
  <p:tag name="KSO_WM_UNIT_DIAGRAM_ISREFERUNIT" val="0"/>
  <p:tag name="KSO_WM_UNIT_HIGHLIGHT" val="0"/>
  <p:tag name="KSO_WM_UNIT_ID" val="_17**"/>
  <p:tag name="KSO_WM_UNIT_LAYERLEVEL" val="1"/>
</p:tagLst>
</file>

<file path=ppt/tags/tag94.xml><?xml version="1.0" encoding="utf-8"?>
<p:tagLst xmlns:p="http://schemas.openxmlformats.org/presentationml/2006/main">
  <p:tag name="KSO_WM_BEAUTIFY_FLAG" val="#wm#"/>
  <p:tag name="KSO_WM_SLIDE_BACKGROUND_TYPE" val="navigation"/>
  <p:tag name="KSO_WM_SLIDE_BK_DARK_LIGHT" val="2"/>
  <p:tag name="KSO_WM_TAG_VERSION" val="1.0"/>
  <p:tag name="KSO_WM_UNIT_COMPATIBLE" val="0"/>
  <p:tag name="KSO_WM_UNIT_DIAGRAM_ISNUMVISUAL" val="0"/>
  <p:tag name="KSO_WM_UNIT_DIAGRAM_ISREFERUNIT" val="0"/>
  <p:tag name="KSO_WM_UNIT_HIGHLIGHT" val="0"/>
  <p:tag name="KSO_WM_UNIT_ID" val="_17**"/>
  <p:tag name="KSO_WM_UNIT_LAYERLEVEL" val="1"/>
</p:tagLst>
</file>

<file path=ppt/tags/tag95.xml><?xml version="1.0" encoding="utf-8"?>
<p:tagLst xmlns:p="http://schemas.openxmlformats.org/presentationml/2006/main">
  <p:tag name="KSO_WM_BEAUTIFY_FLAG" val="#wm#"/>
  <p:tag name="KSO_WM_SLIDE_BACKGROUND_TYPE" val="navigation"/>
  <p:tag name="KSO_WM_SLIDE_BK_DARK_LIGHT" val="2"/>
  <p:tag name="KSO_WM_TAG_VERSION" val="1.0"/>
  <p:tag name="KSO_WM_UNIT_COMPATIBLE" val="0"/>
  <p:tag name="KSO_WM_UNIT_DIAGRAM_ISNUMVISUAL" val="0"/>
  <p:tag name="KSO_WM_UNIT_DIAGRAM_ISREFERUNIT" val="0"/>
  <p:tag name="KSO_WM_UNIT_HIGHLIGHT" val="0"/>
  <p:tag name="KSO_WM_UNIT_ID" val="_17**"/>
  <p:tag name="KSO_WM_UNIT_LAYERLEVEL" val="1"/>
</p:tagLst>
</file>

<file path=ppt/tags/tag96.xml><?xml version="1.0" encoding="utf-8"?>
<p:tagLst xmlns:p="http://schemas.openxmlformats.org/presentationml/2006/main">
  <p:tag name="KSO_WM_BEAUTIFY_FLAG" val="#wm#"/>
  <p:tag name="KSO_WM_SLIDE_BACKGROUND_TYPE" val="belt"/>
  <p:tag name="KSO_WM_SLIDE_BK_DARK_LIGHT" val="2"/>
  <p:tag name="KSO_WM_TAG_VERSION" val="1.0"/>
  <p:tag name="KSO_WM_UNIT_BK_DARK_LIGHT" val="2"/>
  <p:tag name="KSO_WM_UNIT_COMPATIBLE" val="0"/>
  <p:tag name="KSO_WM_UNIT_DIAGRAM_ISNUMVISUAL" val="0"/>
  <p:tag name="KSO_WM_UNIT_DIAGRAM_ISREFERUNIT" val="0"/>
  <p:tag name="KSO_WM_UNIT_HIGHLIGHT" val="0"/>
  <p:tag name="KSO_WM_UNIT_ID" val="_18*i*1"/>
  <p:tag name="KSO_WM_UNIT_INDEX" val="1"/>
  <p:tag name="KSO_WM_UNIT_LAYERLEVEL" val="1"/>
  <p:tag name="KSO_WM_UNIT_SUBTYPE" val="h"/>
  <p:tag name="KSO_WM_UNIT_TYPE" val="i"/>
</p:tagLst>
</file>

<file path=ppt/tags/tag97.xml><?xml version="1.0" encoding="utf-8"?>
<p:tagLst xmlns:p="http://schemas.openxmlformats.org/presentationml/2006/main">
  <p:tag name="KSO_WM_BEAUTIFY_FLAG" val="#wm#"/>
  <p:tag name="KSO_WM_SLIDE_BACKGROUND_TYPE" val="belt"/>
  <p:tag name="KSO_WM_SLIDE_BK_DARK_LIGHT" val="2"/>
  <p:tag name="KSO_WM_TAG_VERSION" val="1.0"/>
  <p:tag name="KSO_WM_UNIT_COMPATIBLE" val="0"/>
  <p:tag name="KSO_WM_UNIT_DIAGRAM_ISNUMVISUAL" val="0"/>
  <p:tag name="KSO_WM_UNIT_DIAGRAM_ISREFERUNIT" val="0"/>
  <p:tag name="KSO_WM_UNIT_HIGHLIGHT" val="0"/>
  <p:tag name="KSO_WM_UNIT_ID" val="_18**"/>
  <p:tag name="KSO_WM_UNIT_LAYERLEVEL" val="1"/>
</p:tagLst>
</file>

<file path=ppt/tags/tag98.xml><?xml version="1.0" encoding="utf-8"?>
<p:tagLst xmlns:p="http://schemas.openxmlformats.org/presentationml/2006/main">
  <p:tag name="KSO_WM_BEAUTIFY_FLAG" val="#wm#"/>
  <p:tag name="KSO_WM_SLIDE_BACKGROUND_TYPE" val="belt"/>
  <p:tag name="KSO_WM_SLIDE_BK_DARK_LIGHT" val="2"/>
  <p:tag name="KSO_WM_TAG_VERSION" val="1.0"/>
  <p:tag name="KSO_WM_UNIT_COMPATIBLE" val="0"/>
  <p:tag name="KSO_WM_UNIT_DIAGRAM_ISNUMVISUAL" val="0"/>
  <p:tag name="KSO_WM_UNIT_DIAGRAM_ISREFERUNIT" val="0"/>
  <p:tag name="KSO_WM_UNIT_HIGHLIGHT" val="0"/>
  <p:tag name="KSO_WM_UNIT_ID" val="_18**"/>
  <p:tag name="KSO_WM_UNIT_LAYERLEVEL" val="1"/>
</p:tagLst>
</file>

<file path=ppt/tags/tag99.xml><?xml version="1.0" encoding="utf-8"?>
<p:tagLst xmlns:p="http://schemas.openxmlformats.org/presentationml/2006/main">
  <p:tag name="KSO_WM_BEAUTIFY_FLAG" val="#wm#"/>
  <p:tag name="KSO_WM_SLIDE_BACKGROUND_TYPE" val="belt"/>
  <p:tag name="KSO_WM_SLIDE_BK_DARK_LIGHT" val="2"/>
  <p:tag name="KSO_WM_TAG_VERSION" val="1.0"/>
  <p:tag name="KSO_WM_UNIT_COMPATIBLE" val="0"/>
  <p:tag name="KSO_WM_UNIT_DIAGRAM_ISNUMVISUAL" val="0"/>
  <p:tag name="KSO_WM_UNIT_DIAGRAM_ISREFERUNIT" val="0"/>
  <p:tag name="KSO_WM_UNIT_HIGHLIGHT" val="0"/>
  <p:tag name="KSO_WM_UNIT_ID" val="_18**"/>
  <p:tag name="KSO_WM_UNIT_LAYERLEVEL" val="1"/>
</p:tagLst>
</file>

<file path=ppt/tags/tag100.xml><?xml version="1.0" encoding="utf-8"?>
<p:tagLst xmlns:p="http://schemas.openxmlformats.org/presentationml/2006/main">
  <p:tag name="KSO_WM_BEAUTIFY_FLAG" val="#wm#"/>
  <p:tag name="KSO_WM_SLIDE_BACKGROUND_TYPE" val="belt"/>
  <p:tag name="KSO_WM_SLIDE_BK_DARK_LIGHT" val="2"/>
  <p:tag name="KSO_WM_TAG_VERSION" val="1.0"/>
  <p:tag name="KSO_WM_UNIT_COMPATIBLE" val="0"/>
  <p:tag name="KSO_WM_UNIT_DIAGRAM_ISNUMVISUAL" val="0"/>
  <p:tag name="KSO_WM_UNIT_DIAGRAM_ISREFERUNIT" val="0"/>
  <p:tag name="KSO_WM_UNIT_HIGHLIGHT" val="0"/>
  <p:tag name="KSO_WM_UNIT_ID" val="_18**"/>
  <p:tag name="KSO_WM_UNIT_LAYERLEVEL" val="1"/>
</p:tagLst>
</file>

<file path=ppt/tags/tag101.xml><?xml version="1.0" encoding="utf-8"?>
<p:tagLst xmlns:p="http://schemas.openxmlformats.org/presentationml/2006/main">
  <p:tag name="KSO_WM_BEAUTIFY_FLAG" val="#wm#"/>
  <p:tag name="KSO_WM_SLIDE_BACKGROUND_TYPE" val="belt"/>
  <p:tag name="KSO_WM_SLIDE_BK_DARK_LIGHT" val="2"/>
  <p:tag name="KSO_WM_TAG_VERSION" val="1.0"/>
  <p:tag name="KSO_WM_UNIT_COMPATIBLE" val="0"/>
  <p:tag name="KSO_WM_UNIT_DIAGRAM_ISNUMVISUAL" val="0"/>
  <p:tag name="KSO_WM_UNIT_DIAGRAM_ISREFERUNIT" val="0"/>
  <p:tag name="KSO_WM_UNIT_HIGHLIGHT" val="0"/>
  <p:tag name="KSO_WM_UNIT_ID" val="_18**"/>
  <p:tag name="KSO_WM_UNIT_LAYERLEVEL" val="1"/>
</p:tagLst>
</file>

<file path=ppt/tags/tag102.xml><?xml version="1.0" encoding="utf-8"?>
<p:tagLst xmlns:p="http://schemas.openxmlformats.org/presentationml/2006/main">
  <p:tag name="KSO_WM_BEAUTIFY_FLAG" val="#wm#"/>
  <p:tag name="KSO_WM_TAG_VERSION" val="1.0"/>
  <p:tag name="KSO_WM_TEMPLATE_CATEGORY" val="custom"/>
  <p:tag name="KSO_WM_TEMPLATE_INDEX" val="20218282"/>
  <p:tag name="KSO_WM_UNIT_COMPATIBLE" val="0"/>
  <p:tag name="KSO_WM_UNIT_DIAGRAM_ISNUMVISUAL" val="0"/>
  <p:tag name="KSO_WM_UNIT_DIAGRAM_ISREFERUNIT" val="0"/>
  <p:tag name="KSO_WM_UNIT_HIGHLIGHT" val="0"/>
  <p:tag name="KSO_WM_UNIT_ID" val="_0**"/>
  <p:tag name="KSO_WM_UNIT_LAYERLEVEL" val="1"/>
</p:tagLst>
</file>

<file path=ppt/tags/tag103.xml><?xml version="1.0" encoding="utf-8"?>
<p:tagLst xmlns:p="http://schemas.openxmlformats.org/presentationml/2006/main">
  <p:tag name="KSO_WM_BEAUTIFY_FLAG" val="#wm#"/>
  <p:tag name="KSO_WM_TAG_VERSION" val="1.0"/>
  <p:tag name="KSO_WM_TEMPLATE_CATEGORY" val="custom"/>
  <p:tag name="KSO_WM_TEMPLATE_INDEX" val="20218282"/>
  <p:tag name="KSO_WM_UNIT_COMPATIBLE" val="0"/>
  <p:tag name="KSO_WM_UNIT_DIAGRAM_ISNUMVISUAL" val="0"/>
  <p:tag name="KSO_WM_UNIT_DIAGRAM_ISREFERUNIT" val="0"/>
  <p:tag name="KSO_WM_UNIT_HIGHLIGHT" val="0"/>
  <p:tag name="KSO_WM_UNIT_ID" val="_0**"/>
  <p:tag name="KSO_WM_UNIT_LAYERLEVEL" val="1"/>
</p:tagLst>
</file>

<file path=ppt/tags/tag10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10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10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107.xml><?xml version="1.0" encoding="utf-8"?>
<p:tagLst xmlns:p="http://schemas.openxmlformats.org/presentationml/2006/main">
  <p:tag name="KSO_WM_BEAUTIFY_FLAG" val="#wm#"/>
  <p:tag name="KSO_WM_TAG_VERSION" val="1.0"/>
  <p:tag name="KSO_WM_TEMPLATE_CATEGORY" val="custom"/>
  <p:tag name="KSO_WM_TEMPLATE_COLOR_TYPE" val="0"/>
  <p:tag name="KSO_WM_TEMPLATE_INDEX" val="20218282"/>
  <p:tag name="KSO_WM_TEMPLATE_MASTER_TYPE" val="1"/>
  <p:tag name="KSO_WM_TEMPLATE_SUBCATEGORY" val="0"/>
  <p:tag name="KSO_WM_TEMPLATE_THUMBS_INDEX" val="1、3、6、7、9、13、14、17、18、20、21、22"/>
</p:tagLst>
</file>

<file path=ppt/tags/tag108.xml><?xml version="1.0" encoding="utf-8"?>
<p:tagLst xmlns:p="http://schemas.openxmlformats.org/presentationml/2006/main">
  <p:tag name="KSO_WM_BEAUTIFY_FLAG" val="#wm#"/>
  <p:tag name="KSO_WM_TAG_VERSION" val="1.0"/>
  <p:tag name="KSO_WM_TEMPLATE_CATEGORY" val="custom"/>
  <p:tag name="KSO_WM_TEMPLATE_COLOR_TYPE" val="0"/>
  <p:tag name="KSO_WM_TEMPLATE_INDEX" val="169"/>
  <p:tag name="KSO_WM_TEMPLATE_MASTER_TYPE" val="1"/>
  <p:tag name="KSO_WM_TEMPLATE_SUBCATEGORY" val="0"/>
</p:tagLst>
</file>

<file path=ppt/tags/tag109.xml><?xml version="1.0" encoding="utf-8"?>
<p:tagLst xmlns:p="http://schemas.openxmlformats.org/presentationml/2006/main">
  <p:tag name="AS_NET" val="4.0.30319.42000"/>
  <p:tag name="AS_OS" val="Microsoft Windows NT 6.1.7601 Service Pack 1"/>
  <p:tag name="AS_RELEASE_DATE" val="2015.01.30"/>
  <p:tag name="AS_TITLE" val="Aspose.Slides for .NET 4.0"/>
  <p:tag name="AS_VERSION" val="15.1.0.0"/>
</p:tagLst>
</file>

<file path=ppt/theme/theme1.xml><?xml version="1.0" encoding="utf-8"?>
<a:theme xmlns:r="http://schemas.openxmlformats.org/officeDocument/2006/relationships" xmlns:a="http://schemas.openxmlformats.org/drawingml/2006/main" name="12">
  <a:themeElements>
    <a:clrScheme name="12">
      <a:dk1>
        <a:sysClr val="windowText" lastClr="000000"/>
      </a:dk1>
      <a:lt1>
        <a:sysClr val="window" lastClr="FFFFFF"/>
      </a:lt1>
      <a:dk2>
        <a:srgbClr val="EEE7E3"/>
      </a:dk2>
      <a:lt2>
        <a:srgbClr val="FFFFFF"/>
      </a:lt2>
      <a:accent1>
        <a:srgbClr val="AB8771"/>
      </a:accent1>
      <a:accent2>
        <a:srgbClr val="B3927B"/>
      </a:accent2>
      <a:accent3>
        <a:srgbClr val="BB9D86"/>
      </a:accent3>
      <a:accent4>
        <a:srgbClr val="BA908F"/>
      </a:accent4>
      <a:accent5>
        <a:srgbClr val="B198AD"/>
      </a:accent5>
      <a:accent6>
        <a:srgbClr val="A2A0A7"/>
      </a:accent6>
      <a:hlink>
        <a:srgbClr val="658BD5"/>
      </a:hlink>
      <a:folHlink>
        <a:srgbClr val="A16AA5"/>
      </a:folHlink>
    </a:clrScheme>
    <a:fontScheme name="自定义 9">
      <a:majorFont>
        <a:latin typeface="Arial"/>
        <a:ea typeface="微软雅黑"/>
        <a:cs typeface="Arial"/>
      </a:majorFont>
      <a:minorFont>
        <a:latin typeface="Arial"/>
        <a:ea typeface="微软雅黑"/>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charset="0"/>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charset="0"/>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charset="0"/>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charset="0"/>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Template/>
  <Manager/>
  <Company/>
  <PresentationFormat>全屏显示(4:3)</PresentationFormat>
  <SharedDoc>0</SharedDoc>
  <Application>WPS 演示</Application>
  <AppVersion>14.0000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PowerPoint 演示文稿</dc:title>
  <dc:creator>向阳花儿PPT</dc:creator>
  <cp:lastModifiedBy>Administrator</cp:lastModifiedBy>
  <cp:revision>363</cp:revision>
  <dcterms:created xsi:type="dcterms:W3CDTF">2014-08-08T03:06:00Z</dcterms:created>
  <dcterms:modified xsi:type="dcterms:W3CDTF">2021-07-05T15:07:04Z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ICV">
    <vt:lpwstr>9E73394387F242829E624BF7DFC028F6</vt:lpwstr>
  </property>
  <property fmtid="{D5CDD505-2E9C-101B-9397-08002B2CF9AE}" pid="3" name="KSOProductBuildVer">
    <vt:lpwstr>2052-11.1.0.10132</vt:lpwstr>
  </property>
</Properties>
</file>