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Lst>
  <p:notesMasterIdLst>
    <p:notesMasterId r:id="rId25"/>
  </p:notesMasterIdLst>
  <p:sldIdLst>
    <p:sldId id="257" r:id="rId6"/>
    <p:sldId id="258" r:id="rId7"/>
    <p:sldId id="261" r:id="rId8"/>
    <p:sldId id="263" r:id="rId9"/>
    <p:sldId id="267" r:id="rId10"/>
    <p:sldId id="259" r:id="rId11"/>
    <p:sldId id="265" r:id="rId12"/>
    <p:sldId id="316" r:id="rId13"/>
    <p:sldId id="269" r:id="rId14"/>
    <p:sldId id="270" r:id="rId15"/>
    <p:sldId id="271" r:id="rId16"/>
    <p:sldId id="272" r:id="rId17"/>
    <p:sldId id="274" r:id="rId18"/>
    <p:sldId id="273" r:id="rId19"/>
    <p:sldId id="277" r:id="rId20"/>
    <p:sldId id="278" r:id="rId21"/>
    <p:sldId id="276" r:id="rId22"/>
    <p:sldId id="318" r:id="rId23"/>
    <p:sldId id="295" r:id="rId24"/>
    <p:sldId id="297" r:id="rId26"/>
    <p:sldId id="299" r:id="rId27"/>
    <p:sldId id="317" r:id="rId28"/>
    <p:sldId id="319" r:id="rId29"/>
    <p:sldId id="320" r:id="rId30"/>
    <p:sldId id="323" r:id="rId31"/>
    <p:sldId id="321" r:id="rId32"/>
    <p:sldId id="322" r:id="rId33"/>
    <p:sldId id="296" r:id="rId34"/>
    <p:sldId id="281" r:id="rId35"/>
    <p:sldId id="282" r:id="rId36"/>
    <p:sldId id="283" r:id="rId37"/>
    <p:sldId id="284" r:id="rId38"/>
    <p:sldId id="285" r:id="rId39"/>
    <p:sldId id="286" r:id="rId40"/>
    <p:sldId id="287" r:id="rId41"/>
    <p:sldId id="288" r:id="rId42"/>
    <p:sldId id="289" r:id="rId43"/>
    <p:sldId id="290" r:id="rId44"/>
    <p:sldId id="292" r:id="rId45"/>
    <p:sldId id="293" r:id="rId46"/>
    <p:sldId id="294" r:id="rId47"/>
    <p:sldId id="266" r:id="rId48"/>
    <p:sldId id="324" r:id="rId49"/>
    <p:sldId id="325" r:id="rId50"/>
    <p:sldId id="327" r:id="rId51"/>
    <p:sldId id="326" r:id="rId52"/>
    <p:sldId id="328" r:id="rId53"/>
    <p:sldId id="329" r:id="rId54"/>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2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showGuides="1">
      <p:cViewPr varScale="1">
        <p:scale>
          <a:sx n="69" d="100"/>
          <a:sy n="69" d="100"/>
        </p:scale>
        <p:origin x="-138" y="-102"/>
      </p:cViewPr>
      <p:guideLst>
        <p:guide orient="horz" pos="2232"/>
        <p:guide pos="292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notesMaster" Target="notesMasters/notesMaster1.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44.wmf"/><Relationship Id="rId8" Type="http://schemas.openxmlformats.org/officeDocument/2006/relationships/image" Target="../media/image18.wmf"/><Relationship Id="rId7" Type="http://schemas.openxmlformats.org/officeDocument/2006/relationships/image" Target="../media/image43.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0" Type="http://schemas.openxmlformats.org/officeDocument/2006/relationships/image" Target="../media/image45.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47.wmf"/><Relationship Id="rId8" Type="http://schemas.openxmlformats.org/officeDocument/2006/relationships/image" Target="../media/image46.wmf"/><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18.wmf"/><Relationship Id="rId4" Type="http://schemas.openxmlformats.org/officeDocument/2006/relationships/image" Target="../media/image42.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image" Target="../media/image48.wmf"/><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18.wmf"/><Relationship Id="rId4" Type="http://schemas.openxmlformats.org/officeDocument/2006/relationships/image" Target="../media/image42.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18.wmf"/><Relationship Id="rId4" Type="http://schemas.openxmlformats.org/officeDocument/2006/relationships/image" Target="../media/image42.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5.vml.rels><?xml version="1.0" encoding="UTF-8" standalone="yes"?>
<Relationships xmlns="http://schemas.openxmlformats.org/package/2006/relationships"><Relationship Id="rId7" Type="http://schemas.openxmlformats.org/officeDocument/2006/relationships/image" Target="../media/image66.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16.vml.rels><?xml version="1.0" encoding="UTF-8" standalone="yes"?>
<Relationships xmlns="http://schemas.openxmlformats.org/package/2006/relationships"><Relationship Id="rId7" Type="http://schemas.openxmlformats.org/officeDocument/2006/relationships/image" Target="../media/image71.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1.wmf"/><Relationship Id="rId1" Type="http://schemas.openxmlformats.org/officeDocument/2006/relationships/image" Target="../media/image60.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79.wmf"/><Relationship Id="rId8" Type="http://schemas.openxmlformats.org/officeDocument/2006/relationships/image" Target="../media/image78.wmf"/><Relationship Id="rId7" Type="http://schemas.openxmlformats.org/officeDocument/2006/relationships/image" Target="../media/image77.wmf"/><Relationship Id="rId6" Type="http://schemas.openxmlformats.org/officeDocument/2006/relationships/image" Target="../media/image9.jpeg"/><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1" Type="http://schemas.openxmlformats.org/officeDocument/2006/relationships/image" Target="../media/image81.wmf"/><Relationship Id="rId10" Type="http://schemas.openxmlformats.org/officeDocument/2006/relationships/image" Target="../media/image80.wmf"/><Relationship Id="rId1" Type="http://schemas.openxmlformats.org/officeDocument/2006/relationships/image" Target="../media/image72.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81.wmf"/><Relationship Id="rId7" Type="http://schemas.openxmlformats.org/officeDocument/2006/relationships/image" Target="../media/image77.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89.wmf"/><Relationship Id="rId8" Type="http://schemas.openxmlformats.org/officeDocument/2006/relationships/image" Target="../media/image82.wmf"/><Relationship Id="rId7" Type="http://schemas.openxmlformats.org/officeDocument/2006/relationships/image" Target="../media/image81.wmf"/><Relationship Id="rId6" Type="http://schemas.openxmlformats.org/officeDocument/2006/relationships/image" Target="../media/image77.wmf"/><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88.wmf"/><Relationship Id="rId2" Type="http://schemas.openxmlformats.org/officeDocument/2006/relationships/image" Target="../media/image87.wmf"/><Relationship Id="rId12" Type="http://schemas.openxmlformats.org/officeDocument/2006/relationships/image" Target="../media/image92.wmf"/><Relationship Id="rId11" Type="http://schemas.openxmlformats.org/officeDocument/2006/relationships/image" Target="../media/image91.wmf"/><Relationship Id="rId10" Type="http://schemas.openxmlformats.org/officeDocument/2006/relationships/image" Target="../media/image90.wmf"/><Relationship Id="rId1" Type="http://schemas.openxmlformats.org/officeDocument/2006/relationships/image" Target="../media/image86.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97.wmf"/><Relationship Id="rId8" Type="http://schemas.openxmlformats.org/officeDocument/2006/relationships/image" Target="../media/image96.wmf"/><Relationship Id="rId7" Type="http://schemas.openxmlformats.org/officeDocument/2006/relationships/image" Target="../media/image81.wmf"/><Relationship Id="rId6" Type="http://schemas.openxmlformats.org/officeDocument/2006/relationships/image" Target="../media/image77.wmf"/><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95.wmf"/><Relationship Id="rId2" Type="http://schemas.openxmlformats.org/officeDocument/2006/relationships/image" Target="../media/image94.wmf"/><Relationship Id="rId10" Type="http://schemas.openxmlformats.org/officeDocument/2006/relationships/image" Target="../media/image83.wmf"/><Relationship Id="rId1" Type="http://schemas.openxmlformats.org/officeDocument/2006/relationships/image" Target="../media/image93.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97.wmf"/><Relationship Id="rId8" Type="http://schemas.openxmlformats.org/officeDocument/2006/relationships/image" Target="../media/image96.wmf"/><Relationship Id="rId7" Type="http://schemas.openxmlformats.org/officeDocument/2006/relationships/image" Target="../media/image81.wmf"/><Relationship Id="rId6" Type="http://schemas.openxmlformats.org/officeDocument/2006/relationships/image" Target="../media/image77.wmf"/><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95.wmf"/><Relationship Id="rId2" Type="http://schemas.openxmlformats.org/officeDocument/2006/relationships/image" Target="../media/image94.wmf"/><Relationship Id="rId10" Type="http://schemas.openxmlformats.org/officeDocument/2006/relationships/image" Target="../media/image76.wmf"/><Relationship Id="rId1" Type="http://schemas.openxmlformats.org/officeDocument/2006/relationships/image" Target="../media/image93.wmf"/></Relationships>
</file>

<file path=ppt/drawings/_rels/vmlDrawing22.vml.rels><?xml version="1.0" encoding="UTF-8" standalone="yes"?>
<Relationships xmlns="http://schemas.openxmlformats.org/package/2006/relationships"><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7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image" Target="../media/image10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9218" name="Rectangle 2"/>
          <p:cNvSpPr>
            <a:spLocks noGrp="1"/>
          </p:cNvSpPr>
          <p:nvPr>
            <p:ph type="hdr" sz="quarter"/>
          </p:nvPr>
        </p:nvSpPr>
        <p:spPr>
          <a:xfrm>
            <a:off x="0" y="0"/>
            <a:ext cx="2970213" cy="457200"/>
          </a:xfrm>
          <a:prstGeom prst="rect">
            <a:avLst/>
          </a:prstGeom>
          <a:noFill/>
          <a:ln w="9525">
            <a:noFill/>
          </a:ln>
        </p:spPr>
        <p:txBody>
          <a:bodyPr/>
          <a:p>
            <a:pPr lvl="0"/>
            <a:endParaRPr lang="zh-CN" altLang="en-US" sz="1200" dirty="0"/>
          </a:p>
        </p:txBody>
      </p:sp>
      <p:sp>
        <p:nvSpPr>
          <p:cNvPr id="9219" name="Rectangle 3"/>
          <p:cNvSpPr>
            <a:spLocks noGrp="1"/>
          </p:cNvSpPr>
          <p:nvPr>
            <p:ph type="dt" idx="1"/>
          </p:nvPr>
        </p:nvSpPr>
        <p:spPr>
          <a:xfrm>
            <a:off x="3883025" y="0"/>
            <a:ext cx="2973388" cy="457200"/>
          </a:xfrm>
          <a:prstGeom prst="rect">
            <a:avLst/>
          </a:prstGeom>
          <a:noFill/>
          <a:ln w="9525">
            <a:noFill/>
          </a:ln>
        </p:spPr>
        <p:txBody>
          <a:bodyPr/>
          <a:p>
            <a:pPr lvl="0" algn="r"/>
            <a:endParaRPr lang="zh-CN" altLang="en-US" sz="1200" dirty="0"/>
          </a:p>
        </p:txBody>
      </p:sp>
      <p:sp>
        <p:nvSpPr>
          <p:cNvPr id="9220" name="Rectangle 4"/>
          <p:cNvSpPr>
            <a:spLocks noGrp="1"/>
          </p:cNvSpPr>
          <p:nvPr>
            <p:ph type="sldImg" idx="2"/>
          </p:nvPr>
        </p:nvSpPr>
        <p:spPr>
          <a:xfrm>
            <a:off x="1143000" y="685800"/>
            <a:ext cx="4572000" cy="3429000"/>
          </a:xfrm>
          <a:prstGeom prst="rect">
            <a:avLst/>
          </a:prstGeom>
          <a:noFill/>
          <a:ln w="9525">
            <a:noFill/>
          </a:ln>
        </p:spPr>
      </p:sp>
      <p:sp>
        <p:nvSpPr>
          <p:cNvPr id="9221" name="Rectangle 5"/>
          <p:cNvSpPr>
            <a:spLocks noGrp="1"/>
          </p:cNvSpPr>
          <p:nvPr>
            <p:ph type="body" sz="quarter" idx="3"/>
          </p:nvPr>
        </p:nvSpPr>
        <p:spPr>
          <a:xfrm>
            <a:off x="685800" y="4343400"/>
            <a:ext cx="5486400" cy="4114800"/>
          </a:xfrm>
          <a:prstGeom prst="rect">
            <a:avLst/>
          </a:prstGeom>
          <a:noFill/>
          <a:ln w="9525">
            <a:noFill/>
          </a:ln>
        </p:spPr>
        <p:txBody>
          <a:bodyPr anchor="ct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222" name="Rectangle 6"/>
          <p:cNvSpPr>
            <a:spLocks noGrp="1"/>
          </p:cNvSpPr>
          <p:nvPr>
            <p:ph type="ftr" sz="quarter" idx="4"/>
          </p:nvPr>
        </p:nvSpPr>
        <p:spPr>
          <a:xfrm>
            <a:off x="0" y="8685213"/>
            <a:ext cx="2970213" cy="457200"/>
          </a:xfrm>
          <a:prstGeom prst="rect">
            <a:avLst/>
          </a:prstGeom>
          <a:noFill/>
          <a:ln w="9525">
            <a:noFill/>
          </a:ln>
        </p:spPr>
        <p:txBody>
          <a:bodyPr anchor="b"/>
          <a:p>
            <a:pPr lvl="0"/>
            <a:endParaRPr lang="en-US" altLang="x-none" sz="1200" dirty="0"/>
          </a:p>
        </p:txBody>
      </p:sp>
      <p:sp>
        <p:nvSpPr>
          <p:cNvPr id="9223" name="Rectangle 7"/>
          <p:cNvSpPr>
            <a:spLocks noGrp="1"/>
          </p:cNvSpPr>
          <p:nvPr>
            <p:ph type="sldNum" sz="quarter" idx="5"/>
          </p:nvPr>
        </p:nvSpPr>
        <p:spPr>
          <a:xfrm>
            <a:off x="3883025" y="8685213"/>
            <a:ext cx="2973388" cy="457200"/>
          </a:xfrm>
          <a:prstGeom prst="rect">
            <a:avLst/>
          </a:prstGeom>
          <a:noFill/>
          <a:ln w="9525">
            <a:noFill/>
          </a:ln>
        </p:spPr>
        <p:txBody>
          <a:bodyPr anchor="b"/>
          <a:p>
            <a:pPr lvl="0" algn="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0722" name="幻灯片图像占位符 30721"/>
          <p:cNvSpPr>
            <a:spLocks noGrp="1" noRot="1" noTextEdit="1"/>
          </p:cNvSpPr>
          <p:nvPr>
            <p:ph type="sldImg"/>
          </p:nvPr>
        </p:nvSpPr>
        <p:spPr>
          <a:xfrm>
            <a:off x="1139825" y="684213"/>
            <a:ext cx="4573588" cy="3429000"/>
          </a:xfrm>
        </p:spPr>
      </p:sp>
      <p:sp>
        <p:nvSpPr>
          <p:cNvPr id="30723" name="文本占位符 30722"/>
          <p:cNvSpPr>
            <a:spLocks noGrp="1" noRot="1"/>
          </p:cNvSpPr>
          <p:nvPr>
            <p:ph type="body" idx="1"/>
          </p:nvPr>
        </p:nvSpPr>
        <p:spPr>
          <a:xfrm>
            <a:off x="684213" y="4341813"/>
            <a:ext cx="5486400" cy="4114800"/>
          </a:xfrm>
        </p:spPr>
        <p:txBody>
          <a:bodyPr anchor="ctr"/>
          <a:p>
            <a:pPr lvl="0"/>
            <a:r>
              <a:rPr lang="en-US" altLang="zh-CN"/>
              <a:t>c0</a:t>
            </a:r>
            <a:r>
              <a:rPr lang="zh-CN" altLang="en-US"/>
              <a:t>的大小决定了对粒子当前速度继承的多少，称为惯性因子；</a:t>
            </a:r>
            <a:endParaRPr lang="zh-CN" altLang="en-US"/>
          </a:p>
          <a:p>
            <a:pPr lvl="0"/>
            <a:r>
              <a:rPr lang="en-US" altLang="zh-CN"/>
              <a:t>c1</a:t>
            </a:r>
            <a:r>
              <a:rPr lang="zh-CN" altLang="en-US"/>
              <a:t>决定了自身经验对粒子速度的影响程度，它保证了粒子能够向自己的历史最优位置靠近，称为学习因子；</a:t>
            </a:r>
            <a:endParaRPr lang="zh-CN" altLang="en-US"/>
          </a:p>
          <a:p>
            <a:pPr lvl="0"/>
            <a:r>
              <a:rPr lang="en-US" altLang="zh-CN"/>
              <a:t>c2</a:t>
            </a:r>
            <a:r>
              <a:rPr lang="zh-CN" altLang="en-US"/>
              <a:t>决定了群体经验对粒子个体速度的影响程度，它保证了粒子能够向群体中的其他粒子学习，使粒子在飞行时向邻域内所有粒子曾找到过的历史最优位置靠近，也称为学习因子．</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2770" name="幻灯片图像占位符 32769"/>
          <p:cNvSpPr>
            <a:spLocks noGrp="1" noRot="1" noTextEdit="1"/>
          </p:cNvSpPr>
          <p:nvPr>
            <p:ph type="sldImg"/>
          </p:nvPr>
        </p:nvSpPr>
        <p:spPr>
          <a:xfrm>
            <a:off x="1139825" y="684213"/>
            <a:ext cx="4573588" cy="3429000"/>
          </a:xfrm>
        </p:spPr>
      </p:sp>
      <p:sp>
        <p:nvSpPr>
          <p:cNvPr id="32771" name="文本占位符 32770"/>
          <p:cNvSpPr>
            <a:spLocks noGrp="1" noRot="1"/>
          </p:cNvSpPr>
          <p:nvPr>
            <p:ph type="body" idx="1"/>
          </p:nvPr>
        </p:nvSpPr>
        <p:spPr>
          <a:xfrm>
            <a:off x="684213" y="4341813"/>
            <a:ext cx="5486400" cy="4114800"/>
          </a:xfrm>
        </p:spPr>
        <p:txBody>
          <a:bodyPr anchor="ctr"/>
          <a:p>
            <a:pPr lvl="0"/>
            <a:r>
              <a:rPr lang="en-US" altLang="zh-CN"/>
              <a:t>c0</a:t>
            </a:r>
            <a:r>
              <a:rPr lang="zh-CN" altLang="en-US"/>
              <a:t>的大小决定了对粒子当前速度继承的多少，称为惯性因子；</a:t>
            </a:r>
            <a:endParaRPr lang="zh-CN" altLang="en-US"/>
          </a:p>
          <a:p>
            <a:pPr lvl="0"/>
            <a:r>
              <a:rPr lang="en-US" altLang="zh-CN"/>
              <a:t>c1</a:t>
            </a:r>
            <a:r>
              <a:rPr lang="zh-CN" altLang="en-US"/>
              <a:t>决定了自身经验对粒子速度的影响程度，它保证了粒子能够向自己的历史最优位置靠近，称为学习因子；</a:t>
            </a:r>
            <a:endParaRPr lang="zh-CN" altLang="en-US"/>
          </a:p>
          <a:p>
            <a:pPr lvl="0"/>
            <a:r>
              <a:rPr lang="en-US" altLang="zh-CN"/>
              <a:t>c2</a:t>
            </a:r>
            <a:r>
              <a:rPr lang="zh-CN" altLang="en-US"/>
              <a:t>决定了群体经验对粒子个体速度的影响程度，它保证了粒子能够向群体中的其他粒子学习，使粒子在飞行时向邻域内所有粒子曾找到过的历史最优位置靠近，也称为学习因子．</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4818" name="幻灯片图像占位符 34817"/>
          <p:cNvSpPr>
            <a:spLocks noGrp="1" noRot="1" noTextEdit="1"/>
          </p:cNvSpPr>
          <p:nvPr>
            <p:ph type="sldImg"/>
          </p:nvPr>
        </p:nvSpPr>
        <p:spPr>
          <a:xfrm>
            <a:off x="1139825" y="682625"/>
            <a:ext cx="4572000" cy="3429000"/>
          </a:xfrm>
        </p:spPr>
      </p:sp>
      <p:sp>
        <p:nvSpPr>
          <p:cNvPr id="34819" name="文本占位符 34818"/>
          <p:cNvSpPr>
            <a:spLocks noGrp="1" noRot="1"/>
          </p:cNvSpPr>
          <p:nvPr>
            <p:ph type="body" idx="1"/>
          </p:nvPr>
        </p:nvSpPr>
        <p:spPr>
          <a:xfrm>
            <a:off x="682625" y="4340225"/>
            <a:ext cx="5486400" cy="4114800"/>
          </a:xfrm>
        </p:spPr>
        <p:txBody>
          <a:bodyPr anchor="ctr"/>
          <a:p>
            <a:pPr lvl="0"/>
            <a:r>
              <a:rPr lang="en-US" altLang="zh-CN"/>
              <a:t>c0</a:t>
            </a:r>
            <a:r>
              <a:rPr lang="zh-CN" altLang="en-US"/>
              <a:t>的大小决定了对粒子当前速度继承的多少，称为惯性因子；</a:t>
            </a:r>
            <a:endParaRPr lang="zh-CN" altLang="en-US"/>
          </a:p>
          <a:p>
            <a:pPr lvl="0"/>
            <a:r>
              <a:rPr lang="en-US" altLang="zh-CN"/>
              <a:t>c1</a:t>
            </a:r>
            <a:r>
              <a:rPr lang="zh-CN" altLang="en-US"/>
              <a:t>决定了自身经验对粒子速度的影响程度，它保证了粒子能够向自己的历史最优位置靠近，称为学习因子；</a:t>
            </a:r>
            <a:endParaRPr lang="zh-CN" altLang="en-US"/>
          </a:p>
          <a:p>
            <a:pPr lvl="0"/>
            <a:r>
              <a:rPr lang="en-US" altLang="zh-CN"/>
              <a:t>c2</a:t>
            </a:r>
            <a:r>
              <a:rPr lang="zh-CN" altLang="en-US"/>
              <a:t>决定了群体经验对粒子个体速度的影响程度，它保证了粒子能够向群体中的其他粒子学习，使粒子在飞行时向邻域内所有粒子曾找到过的历史最优位置靠近，也称为学习因子．</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6866" name="幻灯片图像占位符 36865"/>
          <p:cNvSpPr>
            <a:spLocks noGrp="1" noRot="1" noTextEdit="1"/>
          </p:cNvSpPr>
          <p:nvPr>
            <p:ph type="sldImg"/>
          </p:nvPr>
        </p:nvSpPr>
        <p:spPr>
          <a:xfrm>
            <a:off x="1138238" y="681038"/>
            <a:ext cx="4572000" cy="3429000"/>
          </a:xfrm>
        </p:spPr>
      </p:sp>
      <p:sp>
        <p:nvSpPr>
          <p:cNvPr id="36867" name="文本占位符 36866"/>
          <p:cNvSpPr>
            <a:spLocks noGrp="1" noRot="1"/>
          </p:cNvSpPr>
          <p:nvPr>
            <p:ph type="body" idx="1"/>
          </p:nvPr>
        </p:nvSpPr>
        <p:spPr>
          <a:xfrm>
            <a:off x="681038" y="4338638"/>
            <a:ext cx="5486400" cy="4114800"/>
          </a:xfrm>
        </p:spPr>
        <p:txBody>
          <a:bodyPr anchor="ctr"/>
          <a:p>
            <a:pPr lvl="0"/>
            <a:r>
              <a:rPr lang="en-US" altLang="zh-CN"/>
              <a:t>c0</a:t>
            </a:r>
            <a:r>
              <a:rPr lang="zh-CN" altLang="en-US"/>
              <a:t>的大小决定了对粒子当前速度继承的多少，称为惯性因子；</a:t>
            </a:r>
            <a:endParaRPr lang="zh-CN" altLang="en-US"/>
          </a:p>
          <a:p>
            <a:pPr lvl="0"/>
            <a:r>
              <a:rPr lang="en-US" altLang="zh-CN"/>
              <a:t>c1</a:t>
            </a:r>
            <a:r>
              <a:rPr lang="zh-CN" altLang="en-US"/>
              <a:t>决定了自身经验对粒子速度的影响程度，它保证了粒子能够向自己的历史最优位置靠近，称为学习因子；</a:t>
            </a:r>
            <a:endParaRPr lang="zh-CN" altLang="en-US"/>
          </a:p>
          <a:p>
            <a:pPr lvl="0"/>
            <a:r>
              <a:rPr lang="en-US" altLang="zh-CN"/>
              <a:t>c2</a:t>
            </a:r>
            <a:r>
              <a:rPr lang="zh-CN" altLang="en-US"/>
              <a:t>决定了群体经验对粒子个体速度的影响程度，它保证了粒子能够向群体中的其他粒子学习，使粒子在飞行时向邻域内所有粒子曾找到过的历史最优位置靠近，也称为学习因子．</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p:cSld name="标题幻灯片">
    <p:bg>
      <p:bgPr>
        <a:blipFill rotWithShape="0">
          <a:blip r:embed="rId2"/>
          <a:stretch>
            <a:fillRect/>
          </a:stretch>
        </a:blipFill>
        <a:effectLst/>
      </p:bgPr>
    </p:bg>
    <p:spTree>
      <p:nvGrpSpPr>
        <p:cNvPr id="1" name=""/>
        <p:cNvGrpSpPr/>
        <p:nvPr/>
      </p:nvGrpSpPr>
      <p:grpSpPr/>
      <p:sp>
        <p:nvSpPr>
          <p:cNvPr id="2050" name="标题 2049"/>
          <p:cNvSpPr/>
          <p:nvPr>
            <p:ph type="ctrTitle"/>
          </p:nvPr>
        </p:nvSpPr>
        <p:spPr>
          <a:xfrm>
            <a:off x="457200" y="2435225"/>
            <a:ext cx="7772400" cy="1146175"/>
          </a:xfrm>
          <a:prstGeom prst="rect">
            <a:avLst/>
          </a:prstGeom>
          <a:noFill/>
          <a:ln w="9525">
            <a:noFill/>
          </a:ln>
        </p:spPr>
        <p:txBody>
          <a:bodyPr anchor="ctr"/>
          <a:lstStyle>
            <a:lvl1pPr lvl="0" algn="l">
              <a:defRPr sz="4000" b="1"/>
            </a:lvl1pPr>
          </a:lstStyle>
          <a:p>
            <a:pPr lvl="0"/>
            <a:r>
              <a:rPr lang="zh-CN" altLang="en-US"/>
              <a:t>单击此处编辑母版标题样式</a:t>
            </a:r>
            <a:endParaRPr lang="zh-CN" altLang="en-US"/>
          </a:p>
        </p:txBody>
      </p:sp>
      <p:sp>
        <p:nvSpPr>
          <p:cNvPr id="2051" name="副标题 2050"/>
          <p:cNvSpPr/>
          <p:nvPr>
            <p:ph type="subTitle" idx="1"/>
          </p:nvPr>
        </p:nvSpPr>
        <p:spPr>
          <a:xfrm>
            <a:off x="457200" y="3733800"/>
            <a:ext cx="6400800" cy="914400"/>
          </a:xfrm>
          <a:prstGeom prst="rect">
            <a:avLst/>
          </a:prstGeom>
          <a:noFill/>
          <a:ln w="9525">
            <a:noFill/>
          </a:ln>
        </p:spPr>
        <p:txBody>
          <a:bodyPr anchor="t"/>
          <a:lstStyle>
            <a:lvl1pPr marL="0" lvl="0" indent="0">
              <a:buNone/>
              <a:defRPr sz="3200">
                <a:solidFill>
                  <a:schemeClr val="bg1"/>
                </a:solidFill>
              </a:defRPr>
            </a:lvl1pPr>
            <a:lvl2pPr marL="457200" lvl="1" indent="0" algn="ctr">
              <a:buNone/>
              <a:defRPr sz="2000">
                <a:solidFill>
                  <a:srgbClr val="006260"/>
                </a:solidFill>
              </a:defRPr>
            </a:lvl2pPr>
            <a:lvl3pPr marL="914400" lvl="2" indent="0" algn="ctr">
              <a:buNone/>
              <a:defRPr sz="2000">
                <a:solidFill>
                  <a:srgbClr val="006260"/>
                </a:solidFill>
              </a:defRPr>
            </a:lvl3pPr>
            <a:lvl4pPr marL="1371600" lvl="3" indent="0" algn="ctr">
              <a:buNone/>
              <a:defRPr sz="2000">
                <a:solidFill>
                  <a:srgbClr val="006260"/>
                </a:solidFill>
              </a:defRPr>
            </a:lvl4pPr>
            <a:lvl5pPr marL="1828800" lvl="4" indent="0" algn="ctr">
              <a:buNone/>
              <a:defRPr sz="2000">
                <a:solidFill>
                  <a:srgbClr val="006260"/>
                </a:solidFill>
              </a:defRPr>
            </a:lvl5pPr>
          </a:lstStyle>
          <a:p>
            <a:pPr lvl="0"/>
            <a:r>
              <a:rPr lang="zh-CN" altLang="en-US"/>
              <a:t>单击此处编辑母版副标题样式</a:t>
            </a:r>
            <a:endParaRPr lang="zh-CN" alt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6225"/>
            <a:ext cx="6052930" cy="58499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4098" name="标题 4097"/>
          <p:cNvSpPr/>
          <p:nvPr>
            <p:ph type="ctrTitle"/>
          </p:nvPr>
        </p:nvSpPr>
        <p:spPr>
          <a:xfrm>
            <a:off x="457200" y="2435225"/>
            <a:ext cx="7772400" cy="1146175"/>
          </a:xfrm>
          <a:prstGeom prst="rect">
            <a:avLst/>
          </a:prstGeom>
          <a:noFill/>
          <a:ln w="9525">
            <a:noFill/>
          </a:ln>
        </p:spPr>
        <p:txBody>
          <a:bodyPr anchor="ctr"/>
          <a:lstStyle>
            <a:lvl1pPr lvl="0" algn="l">
              <a:defRPr sz="4000" b="1"/>
            </a:lvl1pPr>
          </a:lstStyle>
          <a:p>
            <a:pPr lvl="0"/>
            <a:r>
              <a:rPr lang="zh-CN" altLang="en-US"/>
              <a:t>单击此处编辑母版标题样式</a:t>
            </a:r>
            <a:endParaRPr lang="zh-CN" altLang="en-US"/>
          </a:p>
        </p:txBody>
      </p:sp>
      <p:sp>
        <p:nvSpPr>
          <p:cNvPr id="4099" name="副标题 4098"/>
          <p:cNvSpPr/>
          <p:nvPr>
            <p:ph type="subTitle" idx="1"/>
          </p:nvPr>
        </p:nvSpPr>
        <p:spPr>
          <a:xfrm>
            <a:off x="457200" y="3733800"/>
            <a:ext cx="6400800" cy="914400"/>
          </a:xfrm>
          <a:prstGeom prst="rect">
            <a:avLst/>
          </a:prstGeom>
          <a:noFill/>
          <a:ln w="9525">
            <a:noFill/>
          </a:ln>
        </p:spPr>
        <p:txBody>
          <a:bodyPr anchor="t"/>
          <a:lstStyle>
            <a:lvl1pPr marL="0" lvl="0" indent="0">
              <a:buNone/>
              <a:defRPr sz="3200">
                <a:solidFill>
                  <a:schemeClr val="bg1"/>
                </a:solidFill>
              </a:defRPr>
            </a:lvl1pPr>
            <a:lvl2pPr marL="457200" lvl="1" indent="0" algn="ctr">
              <a:buNone/>
              <a:defRPr sz="2000">
                <a:solidFill>
                  <a:srgbClr val="006260"/>
                </a:solidFill>
              </a:defRPr>
            </a:lvl2pPr>
            <a:lvl3pPr marL="914400" lvl="2" indent="0" algn="ctr">
              <a:buNone/>
              <a:defRPr sz="2000">
                <a:solidFill>
                  <a:srgbClr val="006260"/>
                </a:solidFill>
              </a:defRPr>
            </a:lvl3pPr>
            <a:lvl4pPr marL="1371600" lvl="3" indent="0" algn="ctr">
              <a:buNone/>
              <a:defRPr sz="2000">
                <a:solidFill>
                  <a:srgbClr val="006260"/>
                </a:solidFill>
              </a:defRPr>
            </a:lvl4pPr>
            <a:lvl5pPr marL="1828800" lvl="4" indent="0" algn="ctr">
              <a:buNone/>
              <a:defRPr sz="2000">
                <a:solidFill>
                  <a:srgbClr val="006260"/>
                </a:solidFill>
              </a:defRPr>
            </a:lvl5pPr>
          </a:lstStyle>
          <a:p>
            <a:pPr lvl="0"/>
            <a:r>
              <a:rPr lang="zh-CN" altLang="en-US"/>
              <a:t>单击此处编辑母版副标题样式</a:t>
            </a:r>
            <a:endParaRPr lang="zh-CN" altLang="en-US"/>
          </a:p>
        </p:txBody>
      </p:sp>
      <p:sp>
        <p:nvSpPr>
          <p:cNvPr id="4100" name="动作按钮: 自定义 4099">
            <a:hlinkClick r:id="" action="ppaction://hlinkshowjump?jump=firstslide"/>
          </p:cNvPr>
          <p:cNvSpPr/>
          <p:nvPr userDrawn="1"/>
        </p:nvSpPr>
        <p:spPr>
          <a:xfrm>
            <a:off x="8448675" y="14288"/>
            <a:ext cx="319088" cy="393700"/>
          </a:xfrm>
          <a:prstGeom prst="actionButtonBlank">
            <a:avLst/>
          </a:prstGeom>
          <a:noFill/>
          <a:ln w="9525">
            <a:noFill/>
          </a:ln>
        </p:spPr>
        <p:txBody>
          <a:bodyPr/>
          <a:p>
            <a:endParaRPr lang="zh-CN" altLang="en-US"/>
          </a:p>
        </p:txBody>
      </p:sp>
      <p:sp>
        <p:nvSpPr>
          <p:cNvPr id="4101" name="动作按钮: 自定义 4100">
            <a:hlinkClick r:id="" action="ppaction://hlinkshowjump?jump=endshow"/>
          </p:cNvPr>
          <p:cNvSpPr/>
          <p:nvPr userDrawn="1"/>
        </p:nvSpPr>
        <p:spPr>
          <a:xfrm>
            <a:off x="8782050" y="14288"/>
            <a:ext cx="319088" cy="393700"/>
          </a:xfrm>
          <a:prstGeom prst="actionButtonBlank">
            <a:avLst/>
          </a:prstGeom>
          <a:noFill/>
          <a:ln w="9525">
            <a:noFill/>
          </a:ln>
        </p:spPr>
        <p:txBody>
          <a:bodyPr/>
          <a:p>
            <a:endParaRPr lang="zh-CN" altLang="en-US"/>
          </a:p>
        </p:txBody>
      </p:sp>
      <p:sp>
        <p:nvSpPr>
          <p:cNvPr id="4102" name="动作按钮: 自定义 4101">
            <a:hlinkClick r:id="" action="ppaction://hlinkshowjump?jump=nextslide"/>
          </p:cNvPr>
          <p:cNvSpPr/>
          <p:nvPr userDrawn="1"/>
        </p:nvSpPr>
        <p:spPr>
          <a:xfrm>
            <a:off x="8116888" y="14288"/>
            <a:ext cx="319087" cy="393700"/>
          </a:xfrm>
          <a:prstGeom prst="actionButtonBlank">
            <a:avLst/>
          </a:prstGeom>
          <a:noFill/>
          <a:ln w="9525">
            <a:noFill/>
          </a:ln>
        </p:spPr>
        <p:txBody>
          <a:bodyPr/>
          <a:p>
            <a:endParaRPr lang="zh-CN" altLang="en-US"/>
          </a:p>
        </p:txBody>
      </p:sp>
      <p:sp>
        <p:nvSpPr>
          <p:cNvPr id="4103" name="动作按钮: 自定义 4102">
            <a:hlinkClick r:id="" action="ppaction://hlinkshowjump?jump=previousslide"/>
          </p:cNvPr>
          <p:cNvSpPr/>
          <p:nvPr userDrawn="1"/>
        </p:nvSpPr>
        <p:spPr>
          <a:xfrm>
            <a:off x="7783513" y="14288"/>
            <a:ext cx="319087" cy="393700"/>
          </a:xfrm>
          <a:prstGeom prst="actionButtonBlank">
            <a:avLst/>
          </a:prstGeom>
          <a:noFill/>
          <a:ln w="9525">
            <a:noFill/>
          </a:ln>
        </p:spPr>
        <p:txBody>
          <a:bodyPr/>
          <a:p>
            <a:endParaRPr lang="zh-CN" altLang="en-US"/>
          </a:p>
        </p:txBody>
      </p:sp>
      <p:sp>
        <p:nvSpPr>
          <p:cNvPr id="4104" name="动作按钮: 自定义 4103">
            <a:hlinkClick r:id="" action="ppaction://hlinkshowjump?jump=lastslideviewed"/>
          </p:cNvPr>
          <p:cNvSpPr/>
          <p:nvPr userDrawn="1"/>
        </p:nvSpPr>
        <p:spPr>
          <a:xfrm>
            <a:off x="7451725" y="14288"/>
            <a:ext cx="319088" cy="393700"/>
          </a:xfrm>
          <a:prstGeom prst="actionButtonBlank">
            <a:avLst/>
          </a:prstGeom>
          <a:noFill/>
          <a:ln w="9525">
            <a:noFill/>
          </a:ln>
        </p:spPr>
        <p:txBody>
          <a:bodyPr/>
          <a:p>
            <a:endParaRPr lang="zh-CN" altLang="en-US"/>
          </a:p>
        </p:txBody>
      </p:sp>
      <p:sp>
        <p:nvSpPr>
          <p:cNvPr id="4105" name="动作按钮: 自定义 4104"/>
          <p:cNvSpPr/>
          <p:nvPr userDrawn="1"/>
        </p:nvSpPr>
        <p:spPr>
          <a:xfrm>
            <a:off x="7121525" y="30163"/>
            <a:ext cx="319088" cy="393700"/>
          </a:xfrm>
          <a:prstGeom prst="actionButtonBlank">
            <a:avLst/>
          </a:prstGeom>
          <a:noFill/>
          <a:ln w="9525">
            <a:noFill/>
          </a:ln>
        </p:spPr>
        <p:txBody>
          <a:bodyPr/>
          <a:p>
            <a:endParaRPr lang="zh-CN" altLang="en-US"/>
          </a:p>
        </p:txBody>
      </p:sp>
      <p:pic>
        <p:nvPicPr>
          <p:cNvPr id="4106" name="图片 4105" descr="黄校徽"/>
          <p:cNvPicPr>
            <a:picLocks noChangeAspect="1"/>
          </p:cNvPicPr>
          <p:nvPr userDrawn="1"/>
        </p:nvPicPr>
        <p:blipFill>
          <a:blip r:embed="rId3"/>
          <a:stretch>
            <a:fillRect/>
          </a:stretch>
        </p:blipFill>
        <p:spPr>
          <a:xfrm>
            <a:off x="79375" y="42863"/>
            <a:ext cx="360363" cy="360362"/>
          </a:xfrm>
          <a:prstGeom prst="rect">
            <a:avLst/>
          </a:prstGeom>
          <a:noFill/>
          <a:ln w="9525">
            <a:noFill/>
          </a:ln>
        </p:spPr>
      </p:pic>
      <p:sp>
        <p:nvSpPr>
          <p:cNvPr id="4107" name="矩形 4106"/>
          <p:cNvSpPr/>
          <p:nvPr userDrawn="1"/>
        </p:nvSpPr>
        <p:spPr>
          <a:xfrm>
            <a:off x="7938" y="25400"/>
            <a:ext cx="9129712" cy="369888"/>
          </a:xfrm>
          <a:prstGeom prst="rect">
            <a:avLst/>
          </a:prstGeom>
          <a:solidFill>
            <a:srgbClr val="663300">
              <a:alpha val="100000"/>
            </a:srgbClr>
          </a:solidFill>
          <a:ln w="38100" cap="flat" cmpd="sng">
            <a:pattFill prst="pct30">
              <a:fgClr>
                <a:srgbClr val="CC6600"/>
              </a:fgClr>
              <a:bgClr>
                <a:srgbClr val="FFFFFF"/>
              </a:bgClr>
            </a:pattFill>
            <a:prstDash val="solid"/>
            <a:miter/>
            <a:headEnd type="none" w="med" len="med"/>
            <a:tailEnd type="none" w="med" len="med"/>
          </a:ln>
        </p:spPr>
        <p:txBody>
          <a:bodyPr/>
          <a:p>
            <a:endParaRPr lang="zh-CN" altLang="en-US"/>
          </a:p>
        </p:txBody>
      </p:sp>
      <p:sp>
        <p:nvSpPr>
          <p:cNvPr id="4108" name="矩形 4107"/>
          <p:cNvSpPr/>
          <p:nvPr userDrawn="1"/>
        </p:nvSpPr>
        <p:spPr>
          <a:xfrm>
            <a:off x="28575" y="-7937"/>
            <a:ext cx="7927975" cy="454025"/>
          </a:xfrm>
          <a:prstGeom prst="rect">
            <a:avLst/>
          </a:prstGeom>
          <a:noFill/>
          <a:ln w="9525">
            <a:noFill/>
          </a:ln>
        </p:spPr>
        <p:txBody>
          <a:bodyPr vert="horz" wrap="square" anchor="t">
            <a:spAutoFit/>
          </a:bodyPr>
          <a:p>
            <a:pPr lvl="0" eaLnBrk="0" hangingPunct="0"/>
            <a:r>
              <a:rPr lang="zh-CN" altLang="en-US" sz="2400" b="1">
                <a:solidFill>
                  <a:schemeClr val="bg1"/>
                </a:solidFill>
                <a:latin typeface="楷体_GB2312" pitchFamily="1" charset="-122"/>
                <a:ea typeface="楷体_GB2312" pitchFamily="1" charset="-122"/>
              </a:rPr>
              <a:t>第九讲</a:t>
            </a:r>
            <a:r>
              <a:rPr lang="en-US" altLang="zh-CN" sz="1200" b="1">
                <a:solidFill>
                  <a:schemeClr val="accent1"/>
                </a:solidFill>
                <a:latin typeface="Albertus Extra Bold" pitchFamily="2" charset="0"/>
                <a:ea typeface="Dotum" pitchFamily="2" charset="-127"/>
              </a:rPr>
              <a:t>daili</a:t>
            </a:r>
            <a:r>
              <a:rPr lang="en-US" altLang="zh-CN" sz="2400" b="1">
                <a:solidFill>
                  <a:schemeClr val="bg1"/>
                </a:solidFill>
                <a:latin typeface="楷体_GB2312" pitchFamily="1" charset="-122"/>
                <a:ea typeface="楷体_GB2312" pitchFamily="1" charset="-122"/>
              </a:rPr>
              <a:t>                   </a:t>
            </a:r>
            <a:r>
              <a:rPr lang="zh-CN" altLang="en-US" sz="2400" b="1">
                <a:solidFill>
                  <a:schemeClr val="bg1"/>
                </a:solidFill>
                <a:latin typeface="楷体_GB2312" pitchFamily="1" charset="-122"/>
                <a:ea typeface="楷体_GB2312" pitchFamily="1" charset="-122"/>
              </a:rPr>
              <a:t>粒子群算法　　</a:t>
            </a:r>
            <a:endParaRPr lang="zh-CN" altLang="en-US" sz="2400" b="1">
              <a:solidFill>
                <a:schemeClr val="bg1"/>
              </a:solidFill>
              <a:latin typeface="楷体_GB2312" pitchFamily="1" charset="-122"/>
              <a:ea typeface="楷体_GB2312" pitchFamily="1" charset="-122"/>
            </a:endParaRPr>
          </a:p>
        </p:txBody>
      </p:sp>
      <p:sp>
        <p:nvSpPr>
          <p:cNvPr id="4109" name="矩形 4108"/>
          <p:cNvSpPr/>
          <p:nvPr userDrawn="1"/>
        </p:nvSpPr>
        <p:spPr>
          <a:xfrm>
            <a:off x="8620125" y="25400"/>
            <a:ext cx="527050" cy="365125"/>
          </a:xfrm>
          <a:prstGeom prst="rect">
            <a:avLst/>
          </a:prstGeom>
          <a:noFill/>
          <a:ln w="9525">
            <a:noFill/>
          </a:ln>
        </p:spPr>
        <p:txBody>
          <a:bodyPr vert="horz" wrap="none" anchor="t">
            <a:spAutoFit/>
          </a:bodyPr>
          <a:p>
            <a:pPr lvl="0" algn="ctr" eaLnBrk="0" hangingPunct="0"/>
            <a:fld id="{9A0DB2DC-4C9A-4742-B13C-FB6460FD3503}" type="slidenum">
              <a:rPr lang="zh-CN" altLang="en-US">
                <a:solidFill>
                  <a:srgbClr val="FFFFFF"/>
                </a:solidFill>
                <a:latin typeface="楷体_GB2312" pitchFamily="1" charset="-122"/>
                <a:ea typeface="楷体_GB2312" pitchFamily="1" charset="-122"/>
              </a:rPr>
            </a:fld>
            <a:endParaRPr lang="zh-CN" altLang="en-US">
              <a:solidFill>
                <a:srgbClr val="FFFFFF"/>
              </a:solidFill>
              <a:latin typeface="楷体_GB2312" pitchFamily="1" charset="-122"/>
              <a:ea typeface="楷体_GB2312" pitchFamily="1" charset="-122"/>
            </a:endParaRPr>
          </a:p>
        </p:txBody>
      </p:sp>
      <p:grpSp>
        <p:nvGrpSpPr>
          <p:cNvPr id="4110" name="组合 4109"/>
          <p:cNvGrpSpPr/>
          <p:nvPr userDrawn="1"/>
        </p:nvGrpSpPr>
        <p:grpSpPr>
          <a:xfrm>
            <a:off x="-22225" y="404813"/>
            <a:ext cx="9207500" cy="6451600"/>
            <a:chOff x="0" y="0"/>
            <a:chExt cx="5804" cy="4064"/>
          </a:xfrm>
        </p:grpSpPr>
        <p:sp>
          <p:nvSpPr>
            <p:cNvPr id="4111" name="矩形 4110"/>
            <p:cNvSpPr/>
            <p:nvPr userDrawn="1"/>
          </p:nvSpPr>
          <p:spPr>
            <a:xfrm>
              <a:off x="45" y="9"/>
              <a:ext cx="5736" cy="4038"/>
            </a:xfrm>
            <a:prstGeom prst="rect">
              <a:avLst/>
            </a:prstGeom>
            <a:solidFill>
              <a:srgbClr val="000000">
                <a:alpha val="100000"/>
              </a:srgbClr>
            </a:solidFill>
            <a:ln w="19050" cap="flat" cmpd="sng">
              <a:pattFill prst="pct30">
                <a:fgClr>
                  <a:srgbClr val="CC6600"/>
                </a:fgClr>
                <a:bgClr>
                  <a:srgbClr val="FFFFFF"/>
                </a:bgClr>
              </a:pattFill>
              <a:prstDash val="solid"/>
              <a:miter/>
              <a:headEnd type="none" w="med" len="med"/>
              <a:tailEnd type="none" w="med" len="med"/>
            </a:ln>
          </p:spPr>
          <p:txBody>
            <a:bodyPr vert="horz" wrap="none" anchor="ctr"/>
            <a:p>
              <a:pPr lvl="0" algn="ctr" eaLnBrk="0" hangingPunct="0"/>
              <a:endParaRPr sz="1400">
                <a:solidFill>
                  <a:srgbClr val="FFFFFF"/>
                </a:solidFill>
                <a:latin typeface="Arial" panose="020B0604020202020204" pitchFamily="34" charset="0"/>
              </a:endParaRPr>
            </a:p>
          </p:txBody>
        </p:sp>
        <p:sp>
          <p:nvSpPr>
            <p:cNvPr id="4112" name="直接连接符 4111"/>
            <p:cNvSpPr/>
            <p:nvPr userDrawn="1"/>
          </p:nvSpPr>
          <p:spPr>
            <a:xfrm>
              <a:off x="36" y="0"/>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4113" name="直接连接符 4112"/>
            <p:cNvSpPr/>
            <p:nvPr userDrawn="1"/>
          </p:nvSpPr>
          <p:spPr>
            <a:xfrm>
              <a:off x="5765" y="9"/>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4114" name="直接连接符 4113"/>
            <p:cNvSpPr/>
            <p:nvPr userDrawn="1"/>
          </p:nvSpPr>
          <p:spPr>
            <a:xfrm rot="-16200000" flipV="1">
              <a:off x="2902" y="1162"/>
              <a:ext cx="0" cy="5804"/>
            </a:xfrm>
            <a:prstGeom prst="line">
              <a:avLst/>
            </a:prstGeom>
            <a:ln w="158750" cap="flat" cmpd="sng">
              <a:pattFill prst="lgCheck">
                <a:fgClr>
                  <a:srgbClr val="663300"/>
                </a:fgClr>
                <a:bgClr>
                  <a:srgbClr val="FFCC99"/>
                </a:bgClr>
              </a:pattFill>
              <a:prstDash val="solid"/>
              <a:headEnd type="none" w="med" len="med"/>
              <a:tailEnd type="none" w="med" len="med"/>
            </a:ln>
          </p:spPr>
        </p:sp>
      </p:grpSp>
    </p:spTree>
  </p:cSld>
  <p:clrMapOvr>
    <a:masterClrMapping/>
  </p:clrMapOvr>
  <p:transition>
    <p:wipe/>
  </p:transition>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6225"/>
            <a:ext cx="6052930" cy="58499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p:nvPr>
            <p:ph type="ctrTitle"/>
          </p:nvPr>
        </p:nvSpPr>
        <p:spPr>
          <a:xfrm>
            <a:off x="457200" y="2435225"/>
            <a:ext cx="7772400" cy="1146175"/>
          </a:xfrm>
          <a:prstGeom prst="rect">
            <a:avLst/>
          </a:prstGeom>
          <a:noFill/>
          <a:ln w="9525">
            <a:noFill/>
          </a:ln>
        </p:spPr>
        <p:txBody>
          <a:bodyPr anchor="ctr"/>
          <a:lstStyle>
            <a:lvl1pPr lvl="0" algn="l">
              <a:defRPr sz="4000" b="1"/>
            </a:lvl1pPr>
          </a:lstStyle>
          <a:p>
            <a:pPr lvl="0"/>
            <a:r>
              <a:rPr lang="zh-CN" altLang="en-US"/>
              <a:t>单击此处编辑母版标题样式</a:t>
            </a:r>
            <a:endParaRPr lang="zh-CN" altLang="en-US"/>
          </a:p>
        </p:txBody>
      </p:sp>
      <p:sp>
        <p:nvSpPr>
          <p:cNvPr id="6147" name="副标题 6146"/>
          <p:cNvSpPr/>
          <p:nvPr>
            <p:ph type="subTitle" idx="1"/>
          </p:nvPr>
        </p:nvSpPr>
        <p:spPr>
          <a:xfrm>
            <a:off x="457200" y="3733800"/>
            <a:ext cx="6400800" cy="914400"/>
          </a:xfrm>
          <a:prstGeom prst="rect">
            <a:avLst/>
          </a:prstGeom>
          <a:noFill/>
          <a:ln w="9525">
            <a:noFill/>
          </a:ln>
        </p:spPr>
        <p:txBody>
          <a:bodyPr anchor="t"/>
          <a:lstStyle>
            <a:lvl1pPr marL="0" lvl="0" indent="0">
              <a:buNone/>
              <a:defRPr sz="3200">
                <a:solidFill>
                  <a:schemeClr val="bg1"/>
                </a:solidFill>
              </a:defRPr>
            </a:lvl1pPr>
            <a:lvl2pPr marL="457200" lvl="1" indent="0" algn="ctr">
              <a:buNone/>
              <a:defRPr sz="2000">
                <a:solidFill>
                  <a:srgbClr val="006260"/>
                </a:solidFill>
              </a:defRPr>
            </a:lvl2pPr>
            <a:lvl3pPr marL="914400" lvl="2" indent="0" algn="ctr">
              <a:buNone/>
              <a:defRPr sz="2000">
                <a:solidFill>
                  <a:srgbClr val="006260"/>
                </a:solidFill>
              </a:defRPr>
            </a:lvl3pPr>
            <a:lvl4pPr marL="1371600" lvl="3" indent="0" algn="ctr">
              <a:buNone/>
              <a:defRPr sz="2000">
                <a:solidFill>
                  <a:srgbClr val="006260"/>
                </a:solidFill>
              </a:defRPr>
            </a:lvl4pPr>
            <a:lvl5pPr marL="1828800" lvl="4" indent="0" algn="ctr">
              <a:buNone/>
              <a:defRPr sz="2000">
                <a:solidFill>
                  <a:srgbClr val="006260"/>
                </a:solidFill>
              </a:defRPr>
            </a:lvl5pPr>
          </a:lstStyle>
          <a:p>
            <a:pPr lvl="0"/>
            <a:r>
              <a:rPr lang="zh-CN" altLang="en-US"/>
              <a:t>单击此处编辑母版副标题样式</a:t>
            </a:r>
            <a:endParaRPr lang="zh-CN" altLang="en-US"/>
          </a:p>
        </p:txBody>
      </p:sp>
      <p:sp>
        <p:nvSpPr>
          <p:cNvPr id="6148" name="动作按钮: 自定义 6147">
            <a:hlinkClick r:id="" action="ppaction://hlinkshowjump?jump=firstslide"/>
          </p:cNvPr>
          <p:cNvSpPr/>
          <p:nvPr userDrawn="1"/>
        </p:nvSpPr>
        <p:spPr>
          <a:xfrm>
            <a:off x="8448675" y="14288"/>
            <a:ext cx="319088" cy="393700"/>
          </a:xfrm>
          <a:prstGeom prst="actionButtonBlank">
            <a:avLst/>
          </a:prstGeom>
          <a:noFill/>
          <a:ln w="9525">
            <a:noFill/>
          </a:ln>
        </p:spPr>
        <p:txBody>
          <a:bodyPr/>
          <a:p>
            <a:endParaRPr lang="zh-CN" altLang="en-US"/>
          </a:p>
        </p:txBody>
      </p:sp>
      <p:sp>
        <p:nvSpPr>
          <p:cNvPr id="6149" name="动作按钮: 自定义 6148">
            <a:hlinkClick r:id="" action="ppaction://hlinkshowjump?jump=endshow"/>
          </p:cNvPr>
          <p:cNvSpPr/>
          <p:nvPr userDrawn="1"/>
        </p:nvSpPr>
        <p:spPr>
          <a:xfrm>
            <a:off x="8782050" y="14288"/>
            <a:ext cx="319088" cy="393700"/>
          </a:xfrm>
          <a:prstGeom prst="actionButtonBlank">
            <a:avLst/>
          </a:prstGeom>
          <a:noFill/>
          <a:ln w="9525">
            <a:noFill/>
          </a:ln>
        </p:spPr>
        <p:txBody>
          <a:bodyPr/>
          <a:p>
            <a:endParaRPr lang="zh-CN" altLang="en-US"/>
          </a:p>
        </p:txBody>
      </p:sp>
      <p:sp>
        <p:nvSpPr>
          <p:cNvPr id="6150" name="动作按钮: 自定义 6149">
            <a:hlinkClick r:id="" action="ppaction://hlinkshowjump?jump=nextslide"/>
          </p:cNvPr>
          <p:cNvSpPr/>
          <p:nvPr userDrawn="1"/>
        </p:nvSpPr>
        <p:spPr>
          <a:xfrm>
            <a:off x="8116888" y="14288"/>
            <a:ext cx="319087" cy="393700"/>
          </a:xfrm>
          <a:prstGeom prst="actionButtonBlank">
            <a:avLst/>
          </a:prstGeom>
          <a:noFill/>
          <a:ln w="9525">
            <a:noFill/>
          </a:ln>
        </p:spPr>
        <p:txBody>
          <a:bodyPr/>
          <a:p>
            <a:endParaRPr lang="zh-CN" altLang="en-US"/>
          </a:p>
        </p:txBody>
      </p:sp>
      <p:sp>
        <p:nvSpPr>
          <p:cNvPr id="6151" name="动作按钮: 自定义 6150">
            <a:hlinkClick r:id="" action="ppaction://hlinkshowjump?jump=previousslide"/>
          </p:cNvPr>
          <p:cNvSpPr/>
          <p:nvPr userDrawn="1"/>
        </p:nvSpPr>
        <p:spPr>
          <a:xfrm>
            <a:off x="7783513" y="14288"/>
            <a:ext cx="319087" cy="393700"/>
          </a:xfrm>
          <a:prstGeom prst="actionButtonBlank">
            <a:avLst/>
          </a:prstGeom>
          <a:noFill/>
          <a:ln w="9525">
            <a:noFill/>
          </a:ln>
        </p:spPr>
        <p:txBody>
          <a:bodyPr/>
          <a:p>
            <a:endParaRPr lang="zh-CN" altLang="en-US"/>
          </a:p>
        </p:txBody>
      </p:sp>
      <p:sp>
        <p:nvSpPr>
          <p:cNvPr id="6152" name="动作按钮: 自定义 6151">
            <a:hlinkClick r:id="" action="ppaction://hlinkshowjump?jump=lastslideviewed"/>
          </p:cNvPr>
          <p:cNvSpPr/>
          <p:nvPr userDrawn="1"/>
        </p:nvSpPr>
        <p:spPr>
          <a:xfrm>
            <a:off x="7451725" y="14288"/>
            <a:ext cx="319088" cy="393700"/>
          </a:xfrm>
          <a:prstGeom prst="actionButtonBlank">
            <a:avLst/>
          </a:prstGeom>
          <a:noFill/>
          <a:ln w="9525">
            <a:noFill/>
          </a:ln>
        </p:spPr>
        <p:txBody>
          <a:bodyPr/>
          <a:p>
            <a:endParaRPr lang="zh-CN" altLang="en-US"/>
          </a:p>
        </p:txBody>
      </p:sp>
      <p:sp>
        <p:nvSpPr>
          <p:cNvPr id="6153" name="动作按钮: 自定义 6152"/>
          <p:cNvSpPr/>
          <p:nvPr userDrawn="1"/>
        </p:nvSpPr>
        <p:spPr>
          <a:xfrm>
            <a:off x="7121525" y="30163"/>
            <a:ext cx="319088" cy="393700"/>
          </a:xfrm>
          <a:prstGeom prst="actionButtonBlank">
            <a:avLst/>
          </a:prstGeom>
          <a:noFill/>
          <a:ln w="9525">
            <a:noFill/>
          </a:ln>
        </p:spPr>
        <p:txBody>
          <a:bodyPr/>
          <a:p>
            <a:endParaRPr lang="zh-CN" altLang="en-US"/>
          </a:p>
        </p:txBody>
      </p:sp>
      <p:pic>
        <p:nvPicPr>
          <p:cNvPr id="6154" name="图片 6153" descr="黄校徽"/>
          <p:cNvPicPr>
            <a:picLocks noChangeAspect="1"/>
          </p:cNvPicPr>
          <p:nvPr userDrawn="1"/>
        </p:nvPicPr>
        <p:blipFill>
          <a:blip r:embed="rId3"/>
          <a:stretch>
            <a:fillRect/>
          </a:stretch>
        </p:blipFill>
        <p:spPr>
          <a:xfrm>
            <a:off x="79375" y="42863"/>
            <a:ext cx="360363" cy="360362"/>
          </a:xfrm>
          <a:prstGeom prst="rect">
            <a:avLst/>
          </a:prstGeom>
          <a:noFill/>
          <a:ln w="9525">
            <a:noFill/>
          </a:ln>
        </p:spPr>
      </p:pic>
      <p:sp>
        <p:nvSpPr>
          <p:cNvPr id="6155" name="矩形 6154"/>
          <p:cNvSpPr/>
          <p:nvPr userDrawn="1"/>
        </p:nvSpPr>
        <p:spPr>
          <a:xfrm>
            <a:off x="7938" y="25400"/>
            <a:ext cx="9129712" cy="369888"/>
          </a:xfrm>
          <a:prstGeom prst="rect">
            <a:avLst/>
          </a:prstGeom>
          <a:solidFill>
            <a:srgbClr val="663300">
              <a:alpha val="100000"/>
            </a:srgbClr>
          </a:solidFill>
          <a:ln w="38100" cap="flat" cmpd="sng">
            <a:pattFill prst="pct30">
              <a:fgClr>
                <a:srgbClr val="CC6600"/>
              </a:fgClr>
              <a:bgClr>
                <a:srgbClr val="FFFFFF"/>
              </a:bgClr>
            </a:pattFill>
            <a:prstDash val="solid"/>
            <a:miter/>
            <a:headEnd type="none" w="med" len="med"/>
            <a:tailEnd type="none" w="med" len="med"/>
          </a:ln>
        </p:spPr>
        <p:txBody>
          <a:bodyPr/>
          <a:p>
            <a:endParaRPr lang="zh-CN" altLang="en-US"/>
          </a:p>
        </p:txBody>
      </p:sp>
      <p:sp>
        <p:nvSpPr>
          <p:cNvPr id="6156" name="矩形 6155"/>
          <p:cNvSpPr/>
          <p:nvPr userDrawn="1"/>
        </p:nvSpPr>
        <p:spPr>
          <a:xfrm>
            <a:off x="28575" y="-7937"/>
            <a:ext cx="7927975" cy="454025"/>
          </a:xfrm>
          <a:prstGeom prst="rect">
            <a:avLst/>
          </a:prstGeom>
          <a:noFill/>
          <a:ln w="9525">
            <a:noFill/>
          </a:ln>
        </p:spPr>
        <p:txBody>
          <a:bodyPr vert="horz" wrap="square" anchor="t">
            <a:spAutoFit/>
          </a:bodyPr>
          <a:p>
            <a:pPr lvl="0" eaLnBrk="0" hangingPunct="0"/>
            <a:r>
              <a:rPr lang="zh-CN" altLang="en-US" sz="2400" b="1">
                <a:solidFill>
                  <a:schemeClr val="bg1"/>
                </a:solidFill>
                <a:latin typeface="楷体_GB2312" pitchFamily="1" charset="-122"/>
                <a:ea typeface="楷体_GB2312" pitchFamily="1" charset="-122"/>
              </a:rPr>
              <a:t>第九讲</a:t>
            </a:r>
            <a:r>
              <a:rPr lang="en-US" altLang="zh-CN" sz="1200" b="1">
                <a:solidFill>
                  <a:schemeClr val="accent1"/>
                </a:solidFill>
                <a:latin typeface="Albertus Extra Bold" pitchFamily="2" charset="0"/>
                <a:ea typeface="Dotum" pitchFamily="2" charset="-127"/>
              </a:rPr>
              <a:t>daili</a:t>
            </a:r>
            <a:r>
              <a:rPr lang="en-US" altLang="zh-CN" sz="2400" b="1">
                <a:solidFill>
                  <a:schemeClr val="bg1"/>
                </a:solidFill>
                <a:latin typeface="楷体_GB2312" pitchFamily="1" charset="-122"/>
                <a:ea typeface="楷体_GB2312" pitchFamily="1" charset="-122"/>
              </a:rPr>
              <a:t>                   </a:t>
            </a:r>
            <a:r>
              <a:rPr lang="zh-CN" altLang="en-US" sz="2400" b="1">
                <a:solidFill>
                  <a:schemeClr val="bg1"/>
                </a:solidFill>
                <a:latin typeface="楷体_GB2312" pitchFamily="1" charset="-122"/>
                <a:ea typeface="楷体_GB2312" pitchFamily="1" charset="-122"/>
              </a:rPr>
              <a:t>粒子群算法　　</a:t>
            </a:r>
            <a:endParaRPr lang="zh-CN" altLang="en-US" sz="2400" b="1">
              <a:solidFill>
                <a:schemeClr val="bg1"/>
              </a:solidFill>
              <a:latin typeface="楷体_GB2312" pitchFamily="1" charset="-122"/>
              <a:ea typeface="楷体_GB2312" pitchFamily="1" charset="-122"/>
            </a:endParaRPr>
          </a:p>
        </p:txBody>
      </p:sp>
      <p:sp>
        <p:nvSpPr>
          <p:cNvPr id="6157" name="矩形 6156"/>
          <p:cNvSpPr/>
          <p:nvPr userDrawn="1"/>
        </p:nvSpPr>
        <p:spPr>
          <a:xfrm>
            <a:off x="8620125" y="25400"/>
            <a:ext cx="527050" cy="365125"/>
          </a:xfrm>
          <a:prstGeom prst="rect">
            <a:avLst/>
          </a:prstGeom>
          <a:noFill/>
          <a:ln w="9525">
            <a:noFill/>
          </a:ln>
        </p:spPr>
        <p:txBody>
          <a:bodyPr vert="horz" wrap="none" anchor="t">
            <a:spAutoFit/>
          </a:bodyPr>
          <a:p>
            <a:pPr lvl="0" algn="ctr" eaLnBrk="0" hangingPunct="0"/>
            <a:fld id="{9A0DB2DC-4C9A-4742-B13C-FB6460FD3503}" type="slidenum">
              <a:rPr lang="zh-CN" altLang="en-US">
                <a:solidFill>
                  <a:srgbClr val="FFFFFF"/>
                </a:solidFill>
                <a:latin typeface="楷体_GB2312" pitchFamily="1" charset="-122"/>
                <a:ea typeface="楷体_GB2312" pitchFamily="1" charset="-122"/>
              </a:rPr>
            </a:fld>
            <a:endParaRPr lang="zh-CN" altLang="en-US">
              <a:solidFill>
                <a:srgbClr val="FFFFFF"/>
              </a:solidFill>
              <a:latin typeface="楷体_GB2312" pitchFamily="1" charset="-122"/>
              <a:ea typeface="楷体_GB2312" pitchFamily="1" charset="-122"/>
            </a:endParaRPr>
          </a:p>
        </p:txBody>
      </p:sp>
      <p:grpSp>
        <p:nvGrpSpPr>
          <p:cNvPr id="6158" name="组合 6157"/>
          <p:cNvGrpSpPr/>
          <p:nvPr userDrawn="1"/>
        </p:nvGrpSpPr>
        <p:grpSpPr>
          <a:xfrm>
            <a:off x="-22225" y="404813"/>
            <a:ext cx="9207500" cy="6451600"/>
            <a:chOff x="0" y="0"/>
            <a:chExt cx="5804" cy="4064"/>
          </a:xfrm>
        </p:grpSpPr>
        <p:sp>
          <p:nvSpPr>
            <p:cNvPr id="6159" name="矩形 6158"/>
            <p:cNvSpPr/>
            <p:nvPr userDrawn="1"/>
          </p:nvSpPr>
          <p:spPr>
            <a:xfrm>
              <a:off x="45" y="9"/>
              <a:ext cx="5736" cy="4038"/>
            </a:xfrm>
            <a:prstGeom prst="rect">
              <a:avLst/>
            </a:prstGeom>
            <a:solidFill>
              <a:srgbClr val="000000">
                <a:alpha val="100000"/>
              </a:srgbClr>
            </a:solidFill>
            <a:ln w="19050" cap="flat" cmpd="sng">
              <a:pattFill prst="pct30">
                <a:fgClr>
                  <a:srgbClr val="CC6600"/>
                </a:fgClr>
                <a:bgClr>
                  <a:srgbClr val="FFFFFF"/>
                </a:bgClr>
              </a:pattFill>
              <a:prstDash val="solid"/>
              <a:miter/>
              <a:headEnd type="none" w="med" len="med"/>
              <a:tailEnd type="none" w="med" len="med"/>
            </a:ln>
          </p:spPr>
          <p:txBody>
            <a:bodyPr vert="horz" wrap="none" anchor="ctr"/>
            <a:p>
              <a:pPr lvl="0" algn="ctr" eaLnBrk="0" hangingPunct="0"/>
              <a:endParaRPr sz="1400">
                <a:solidFill>
                  <a:srgbClr val="FFFFFF"/>
                </a:solidFill>
                <a:latin typeface="Arial" panose="020B0604020202020204" pitchFamily="34" charset="0"/>
              </a:endParaRPr>
            </a:p>
          </p:txBody>
        </p:sp>
        <p:sp>
          <p:nvSpPr>
            <p:cNvPr id="6160" name="直接连接符 6159"/>
            <p:cNvSpPr/>
            <p:nvPr userDrawn="1"/>
          </p:nvSpPr>
          <p:spPr>
            <a:xfrm>
              <a:off x="36" y="0"/>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6161" name="直接连接符 6160"/>
            <p:cNvSpPr/>
            <p:nvPr userDrawn="1"/>
          </p:nvSpPr>
          <p:spPr>
            <a:xfrm>
              <a:off x="5765" y="9"/>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6162" name="直接连接符 6161"/>
            <p:cNvSpPr/>
            <p:nvPr userDrawn="1"/>
          </p:nvSpPr>
          <p:spPr>
            <a:xfrm rot="-16200000" flipV="1">
              <a:off x="2902" y="1162"/>
              <a:ext cx="0" cy="5804"/>
            </a:xfrm>
            <a:prstGeom prst="line">
              <a:avLst/>
            </a:prstGeom>
            <a:ln w="158750" cap="flat" cmpd="sng">
              <a:pattFill prst="lgCheck">
                <a:fgClr>
                  <a:srgbClr val="663300"/>
                </a:fgClr>
                <a:bgClr>
                  <a:srgbClr val="FFCC99"/>
                </a:bgClr>
              </a:pattFill>
              <a:prstDash val="solid"/>
              <a:headEnd type="none" w="med" len="med"/>
              <a:tailEnd type="none" w="med" len="med"/>
            </a:ln>
          </p:spPr>
        </p:sp>
      </p:grpSp>
    </p:spTree>
  </p:cSld>
  <p:clrMapOvr>
    <a:masterClrMapping/>
  </p:clrMapOvr>
  <p:transition>
    <p:wipe/>
  </p:transition>
  <p:hf sldNum="0"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6225"/>
            <a:ext cx="6052930" cy="58499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transition>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showMasterPhAnim="0">
  <p:cSld name="标题幻灯片">
    <p:bg>
      <p:bgPr>
        <a:blipFill rotWithShape="0">
          <a:blip r:embed="rId2"/>
          <a:stretch>
            <a:fillRect/>
          </a:stretch>
        </a:blipFill>
        <a:effectLst/>
      </p:bgPr>
    </p:bg>
    <p:spTree>
      <p:nvGrpSpPr>
        <p:cNvPr id="1" name=""/>
        <p:cNvGrpSpPr/>
        <p:nvPr/>
      </p:nvGrpSpPr>
      <p:grpSpPr/>
      <p:sp>
        <p:nvSpPr>
          <p:cNvPr id="8194" name="标题 8193"/>
          <p:cNvSpPr/>
          <p:nvPr>
            <p:ph type="ctrTitle"/>
          </p:nvPr>
        </p:nvSpPr>
        <p:spPr>
          <a:xfrm>
            <a:off x="457200" y="2435225"/>
            <a:ext cx="7772400" cy="1146175"/>
          </a:xfrm>
          <a:prstGeom prst="rect">
            <a:avLst/>
          </a:prstGeom>
          <a:noFill/>
          <a:ln w="9525">
            <a:noFill/>
          </a:ln>
        </p:spPr>
        <p:txBody>
          <a:bodyPr anchor="ctr"/>
          <a:lstStyle>
            <a:lvl1pPr lvl="0" algn="l">
              <a:defRPr sz="4000" b="1"/>
            </a:lvl1pPr>
          </a:lstStyle>
          <a:p>
            <a:pPr lvl="0"/>
            <a:r>
              <a:rPr lang="zh-CN" altLang="en-US"/>
              <a:t>单击此处编辑母版标题样式</a:t>
            </a:r>
            <a:endParaRPr lang="zh-CN" altLang="en-US"/>
          </a:p>
        </p:txBody>
      </p:sp>
      <p:sp>
        <p:nvSpPr>
          <p:cNvPr id="8195" name="副标题 8194"/>
          <p:cNvSpPr/>
          <p:nvPr>
            <p:ph type="subTitle" idx="1"/>
          </p:nvPr>
        </p:nvSpPr>
        <p:spPr>
          <a:xfrm>
            <a:off x="457200" y="3733800"/>
            <a:ext cx="6400800" cy="914400"/>
          </a:xfrm>
          <a:prstGeom prst="rect">
            <a:avLst/>
          </a:prstGeom>
          <a:noFill/>
          <a:ln w="9525">
            <a:noFill/>
          </a:ln>
        </p:spPr>
        <p:txBody>
          <a:bodyPr anchor="t"/>
          <a:lstStyle>
            <a:lvl1pPr marL="0" lvl="0" indent="0">
              <a:buNone/>
              <a:defRPr sz="3200">
                <a:solidFill>
                  <a:schemeClr val="bg1"/>
                </a:solidFill>
              </a:defRPr>
            </a:lvl1pPr>
            <a:lvl2pPr marL="457200" lvl="1" indent="0" algn="ctr">
              <a:buNone/>
              <a:defRPr sz="2000">
                <a:solidFill>
                  <a:srgbClr val="006260"/>
                </a:solidFill>
              </a:defRPr>
            </a:lvl2pPr>
            <a:lvl3pPr marL="914400" lvl="2" indent="0" algn="ctr">
              <a:buNone/>
              <a:defRPr sz="2000">
                <a:solidFill>
                  <a:srgbClr val="006260"/>
                </a:solidFill>
              </a:defRPr>
            </a:lvl3pPr>
            <a:lvl4pPr marL="1371600" lvl="3" indent="0" algn="ctr">
              <a:buNone/>
              <a:defRPr sz="2000">
                <a:solidFill>
                  <a:srgbClr val="006260"/>
                </a:solidFill>
              </a:defRPr>
            </a:lvl4pPr>
            <a:lvl5pPr marL="1828800" lvl="4" indent="0" algn="ctr">
              <a:buNone/>
              <a:defRPr sz="2000">
                <a:solidFill>
                  <a:srgbClr val="006260"/>
                </a:solidFill>
              </a:defRPr>
            </a:lvl5pPr>
          </a:lstStyle>
          <a:p>
            <a:pPr lvl="0"/>
            <a:r>
              <a:rPr lang="zh-CN" altLang="en-US"/>
              <a:t>单击此处编辑母版副标题样式</a:t>
            </a:r>
            <a:endParaRPr lang="zh-CN" altLang="en-US"/>
          </a:p>
        </p:txBody>
      </p:sp>
    </p:spTree>
  </p:cSld>
  <p:clrMapOvr>
    <a:masterClrMapping/>
  </p:clrMapOvr>
  <p:hf sldNum="0" hd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447800"/>
            <a:ext cx="4032504" cy="4678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6225"/>
            <a:ext cx="6052930" cy="58499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3.png"/><Relationship Id="rId12" Type="http://schemas.openxmlformats.org/officeDocument/2006/relationships/image" Target="../media/image2.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4" Type="http://schemas.openxmlformats.org/officeDocument/2006/relationships/theme" Target="../theme/theme3.xml"/><Relationship Id="rId13" Type="http://schemas.openxmlformats.org/officeDocument/2006/relationships/image" Target="../media/image3.png"/><Relationship Id="rId12" Type="http://schemas.openxmlformats.org/officeDocument/2006/relationships/image" Target="../media/image2.jpeg"/><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3" Type="http://schemas.openxmlformats.org/officeDocument/2006/relationships/theme" Target="../theme/theme4.xml"/><Relationship Id="rId12" Type="http://schemas.openxmlformats.org/officeDocument/2006/relationships/image" Target="../media/image2.jpeg"/><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日期占位符 1025"/>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a:latin typeface="Arial" panose="020B0604020202020204" pitchFamily="34" charset="0"/>
            </a:endParaRPr>
          </a:p>
        </p:txBody>
      </p:sp>
      <p:sp>
        <p:nvSpPr>
          <p:cNvPr id="1027" name="页脚占位符 1026"/>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a:latin typeface="Arial" panose="020B0604020202020204" pitchFamily="34" charset="0"/>
            </a:endParaRPr>
          </a:p>
        </p:txBody>
      </p:sp>
      <p:sp>
        <p:nvSpPr>
          <p:cNvPr id="1028" name="灯片编号占位符 1027"/>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
        <p:nvSpPr>
          <p:cNvPr id="1029" name="标题 1028"/>
          <p:cNvSpPr/>
          <p:nvPr>
            <p:ph type="title"/>
          </p:nvPr>
        </p:nvSpPr>
        <p:spPr>
          <a:xfrm>
            <a:off x="457200" y="276225"/>
            <a:ext cx="8229600" cy="942975"/>
          </a:xfrm>
          <a:prstGeom prst="rect">
            <a:avLst/>
          </a:prstGeom>
          <a:noFill/>
          <a:ln w="9525">
            <a:noFill/>
          </a:ln>
        </p:spPr>
        <p:txBody>
          <a:bodyPr anchor="ctr"/>
          <a:p>
            <a:pPr lvl="0"/>
            <a:r>
              <a:rPr lang="zh-CN" altLang="en-US"/>
              <a:t>单击此处编辑母版标题样式</a:t>
            </a:r>
            <a:endParaRPr lang="zh-CN" altLang="en-US"/>
          </a:p>
        </p:txBody>
      </p:sp>
      <p:sp>
        <p:nvSpPr>
          <p:cNvPr id="1030" name="文本占位符 1029"/>
          <p:cNvSpPr/>
          <p:nvPr>
            <p:ph type="body" idx="1"/>
          </p:nvPr>
        </p:nvSpPr>
        <p:spPr>
          <a:xfrm>
            <a:off x="457200" y="1447800"/>
            <a:ext cx="8229600" cy="4678363"/>
          </a:xfrm>
          <a:prstGeom prst="rect">
            <a:avLst/>
          </a:prstGeom>
          <a:solidFill>
            <a:schemeClr val="bg1">
              <a:alpha val="50000"/>
            </a:schemeClr>
          </a:solidFill>
          <a:ln w="9525">
            <a:noFill/>
          </a:ln>
        </p:spPr>
        <p:txBody>
          <a:bodyPr lIns="90170" tIns="46990" rIns="90170" bIns="4699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l" defTabSz="914400" eaLnBrk="1" fontAlgn="base" latinLnBrk="0" hangingPunct="1">
        <a:lnSpc>
          <a:spcPct val="100000"/>
        </a:lnSpc>
        <a:spcBef>
          <a:spcPct val="0"/>
        </a:spcBef>
        <a:spcAft>
          <a:spcPct val="0"/>
        </a:spcAft>
        <a:buNone/>
        <a:defRPr sz="3200" b="0" i="0" u="none" kern="1200" baseline="0">
          <a:solidFill>
            <a:schemeClr val="bg1"/>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q"/>
        <a:defRPr sz="2400" b="0" i="0" u="none" kern="1200" baseline="0">
          <a:solidFill>
            <a:srgbClr val="006260"/>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Font typeface="Wingdings" panose="05000000000000000000" pitchFamily="2" charset="2"/>
        <a:buChar char="q"/>
        <a:defRPr sz="2000" b="0" i="0" u="none" kern="1200" baseline="0">
          <a:solidFill>
            <a:srgbClr val="006260"/>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Font typeface="Wingdings" panose="05000000000000000000" pitchFamily="2" charset="2"/>
        <a:buChar char="q"/>
        <a:defRPr sz="1800" b="0" i="0" u="none" kern="1200" baseline="0">
          <a:solidFill>
            <a:srgbClr val="006260"/>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3074" name="日期占位符 3073"/>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a:latin typeface="Arial" panose="020B0604020202020204" pitchFamily="34" charset="0"/>
            </a:endParaRPr>
          </a:p>
        </p:txBody>
      </p:sp>
      <p:sp>
        <p:nvSpPr>
          <p:cNvPr id="3075" name="页脚占位符 3074"/>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a:latin typeface="Arial" panose="020B0604020202020204" pitchFamily="34" charset="0"/>
            </a:endParaRPr>
          </a:p>
        </p:txBody>
      </p:sp>
      <p:sp>
        <p:nvSpPr>
          <p:cNvPr id="3076" name="灯片编号占位符 3075"/>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
        <p:nvSpPr>
          <p:cNvPr id="3077" name="标题 3076"/>
          <p:cNvSpPr/>
          <p:nvPr>
            <p:ph type="title"/>
          </p:nvPr>
        </p:nvSpPr>
        <p:spPr>
          <a:xfrm>
            <a:off x="457200" y="276225"/>
            <a:ext cx="8229600" cy="942975"/>
          </a:xfrm>
          <a:prstGeom prst="rect">
            <a:avLst/>
          </a:prstGeom>
          <a:noFill/>
          <a:ln w="9525">
            <a:noFill/>
          </a:ln>
        </p:spPr>
        <p:txBody>
          <a:bodyPr anchor="ctr"/>
          <a:p>
            <a:pPr lvl="0"/>
            <a:r>
              <a:rPr lang="zh-CN" altLang="en-US"/>
              <a:t>单击此处编辑母版标题样式</a:t>
            </a:r>
            <a:endParaRPr lang="zh-CN" altLang="en-US"/>
          </a:p>
        </p:txBody>
      </p:sp>
      <p:sp>
        <p:nvSpPr>
          <p:cNvPr id="3078" name="文本占位符 3077"/>
          <p:cNvSpPr/>
          <p:nvPr>
            <p:ph type="body" idx="1"/>
          </p:nvPr>
        </p:nvSpPr>
        <p:spPr>
          <a:xfrm>
            <a:off x="457200" y="1447800"/>
            <a:ext cx="8229600" cy="4678363"/>
          </a:xfrm>
          <a:prstGeom prst="rect">
            <a:avLst/>
          </a:prstGeom>
          <a:solidFill>
            <a:schemeClr val="bg1">
              <a:alpha val="50000"/>
            </a:schemeClr>
          </a:solidFill>
          <a:ln w="9525">
            <a:noFill/>
          </a:ln>
        </p:spPr>
        <p:txBody>
          <a:bodyPr lIns="90170" tIns="46990" rIns="90170" bIns="4699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079" name="动作按钮: 自定义 3078">
            <a:hlinkClick r:id="" action="ppaction://hlinkshowjump?jump=firstslide"/>
          </p:cNvPr>
          <p:cNvSpPr/>
          <p:nvPr userDrawn="1"/>
        </p:nvSpPr>
        <p:spPr>
          <a:xfrm>
            <a:off x="8448675" y="14288"/>
            <a:ext cx="319088" cy="393700"/>
          </a:xfrm>
          <a:prstGeom prst="actionButtonBlank">
            <a:avLst/>
          </a:prstGeom>
          <a:noFill/>
          <a:ln w="9525">
            <a:noFill/>
          </a:ln>
        </p:spPr>
        <p:txBody>
          <a:bodyPr/>
          <a:p>
            <a:endParaRPr lang="zh-CN" altLang="en-US"/>
          </a:p>
        </p:txBody>
      </p:sp>
      <p:sp>
        <p:nvSpPr>
          <p:cNvPr id="3080" name="动作按钮: 自定义 3079">
            <a:hlinkClick r:id="" action="ppaction://hlinkshowjump?jump=endshow"/>
          </p:cNvPr>
          <p:cNvSpPr/>
          <p:nvPr userDrawn="1"/>
        </p:nvSpPr>
        <p:spPr>
          <a:xfrm>
            <a:off x="8782050" y="14288"/>
            <a:ext cx="319088" cy="393700"/>
          </a:xfrm>
          <a:prstGeom prst="actionButtonBlank">
            <a:avLst/>
          </a:prstGeom>
          <a:noFill/>
          <a:ln w="9525">
            <a:noFill/>
          </a:ln>
        </p:spPr>
        <p:txBody>
          <a:bodyPr/>
          <a:p>
            <a:endParaRPr lang="zh-CN" altLang="en-US"/>
          </a:p>
        </p:txBody>
      </p:sp>
      <p:sp>
        <p:nvSpPr>
          <p:cNvPr id="3081" name="动作按钮: 自定义 3080">
            <a:hlinkClick r:id="" action="ppaction://hlinkshowjump?jump=nextslide"/>
          </p:cNvPr>
          <p:cNvSpPr/>
          <p:nvPr userDrawn="1"/>
        </p:nvSpPr>
        <p:spPr>
          <a:xfrm>
            <a:off x="8116888" y="14288"/>
            <a:ext cx="319087" cy="393700"/>
          </a:xfrm>
          <a:prstGeom prst="actionButtonBlank">
            <a:avLst/>
          </a:prstGeom>
          <a:noFill/>
          <a:ln w="9525">
            <a:noFill/>
          </a:ln>
        </p:spPr>
        <p:txBody>
          <a:bodyPr/>
          <a:p>
            <a:endParaRPr lang="zh-CN" altLang="en-US"/>
          </a:p>
        </p:txBody>
      </p:sp>
      <p:sp>
        <p:nvSpPr>
          <p:cNvPr id="3082" name="动作按钮: 自定义 3081">
            <a:hlinkClick r:id="" action="ppaction://hlinkshowjump?jump=previousslide"/>
          </p:cNvPr>
          <p:cNvSpPr/>
          <p:nvPr userDrawn="1"/>
        </p:nvSpPr>
        <p:spPr>
          <a:xfrm>
            <a:off x="7783513" y="14288"/>
            <a:ext cx="319087" cy="393700"/>
          </a:xfrm>
          <a:prstGeom prst="actionButtonBlank">
            <a:avLst/>
          </a:prstGeom>
          <a:noFill/>
          <a:ln w="9525">
            <a:noFill/>
          </a:ln>
        </p:spPr>
        <p:txBody>
          <a:bodyPr/>
          <a:p>
            <a:endParaRPr lang="zh-CN" altLang="en-US"/>
          </a:p>
        </p:txBody>
      </p:sp>
      <p:sp>
        <p:nvSpPr>
          <p:cNvPr id="3083" name="动作按钮: 自定义 3082">
            <a:hlinkClick r:id="" action="ppaction://hlinkshowjump?jump=lastslideviewed"/>
          </p:cNvPr>
          <p:cNvSpPr/>
          <p:nvPr userDrawn="1"/>
        </p:nvSpPr>
        <p:spPr>
          <a:xfrm>
            <a:off x="7451725" y="14288"/>
            <a:ext cx="319088" cy="393700"/>
          </a:xfrm>
          <a:prstGeom prst="actionButtonBlank">
            <a:avLst/>
          </a:prstGeom>
          <a:noFill/>
          <a:ln w="9525">
            <a:noFill/>
          </a:ln>
        </p:spPr>
        <p:txBody>
          <a:bodyPr/>
          <a:p>
            <a:endParaRPr lang="zh-CN" altLang="en-US"/>
          </a:p>
        </p:txBody>
      </p:sp>
      <p:sp>
        <p:nvSpPr>
          <p:cNvPr id="3084" name="动作按钮: 自定义 3083"/>
          <p:cNvSpPr/>
          <p:nvPr userDrawn="1"/>
        </p:nvSpPr>
        <p:spPr>
          <a:xfrm>
            <a:off x="7121525" y="30163"/>
            <a:ext cx="319088" cy="393700"/>
          </a:xfrm>
          <a:prstGeom prst="actionButtonBlank">
            <a:avLst/>
          </a:prstGeom>
          <a:noFill/>
          <a:ln w="9525">
            <a:noFill/>
          </a:ln>
        </p:spPr>
        <p:txBody>
          <a:bodyPr/>
          <a:p>
            <a:endParaRPr lang="zh-CN" altLang="en-US"/>
          </a:p>
        </p:txBody>
      </p:sp>
      <p:pic>
        <p:nvPicPr>
          <p:cNvPr id="3085" name="图片 3084" descr="黄校徽"/>
          <p:cNvPicPr>
            <a:picLocks noChangeAspect="1"/>
          </p:cNvPicPr>
          <p:nvPr userDrawn="1"/>
        </p:nvPicPr>
        <p:blipFill>
          <a:blip r:embed="rId13"/>
          <a:stretch>
            <a:fillRect/>
          </a:stretch>
        </p:blipFill>
        <p:spPr>
          <a:xfrm>
            <a:off x="79375" y="42863"/>
            <a:ext cx="360363" cy="360362"/>
          </a:xfrm>
          <a:prstGeom prst="rect">
            <a:avLst/>
          </a:prstGeom>
          <a:noFill/>
          <a:ln w="9525">
            <a:noFill/>
          </a:ln>
        </p:spPr>
      </p:pic>
      <p:sp>
        <p:nvSpPr>
          <p:cNvPr id="3086" name="矩形 3085"/>
          <p:cNvSpPr/>
          <p:nvPr userDrawn="1"/>
        </p:nvSpPr>
        <p:spPr>
          <a:xfrm>
            <a:off x="7938" y="25400"/>
            <a:ext cx="9129712" cy="369888"/>
          </a:xfrm>
          <a:prstGeom prst="rect">
            <a:avLst/>
          </a:prstGeom>
          <a:solidFill>
            <a:srgbClr val="663300">
              <a:alpha val="100000"/>
            </a:srgbClr>
          </a:solidFill>
          <a:ln w="38100" cap="flat" cmpd="sng">
            <a:pattFill prst="pct30">
              <a:fgClr>
                <a:srgbClr val="CC6600"/>
              </a:fgClr>
              <a:bgClr>
                <a:srgbClr val="FFFFFF"/>
              </a:bgClr>
            </a:pattFill>
            <a:prstDash val="solid"/>
            <a:miter/>
            <a:headEnd type="none" w="med" len="med"/>
            <a:tailEnd type="none" w="med" len="med"/>
          </a:ln>
        </p:spPr>
        <p:txBody>
          <a:bodyPr/>
          <a:p>
            <a:endParaRPr lang="zh-CN" altLang="en-US"/>
          </a:p>
        </p:txBody>
      </p:sp>
      <p:sp>
        <p:nvSpPr>
          <p:cNvPr id="3087" name="矩形 3086"/>
          <p:cNvSpPr/>
          <p:nvPr userDrawn="1"/>
        </p:nvSpPr>
        <p:spPr>
          <a:xfrm>
            <a:off x="28575" y="-7937"/>
            <a:ext cx="7927975" cy="454025"/>
          </a:xfrm>
          <a:prstGeom prst="rect">
            <a:avLst/>
          </a:prstGeom>
          <a:noFill/>
          <a:ln w="9525">
            <a:noFill/>
          </a:ln>
        </p:spPr>
        <p:txBody>
          <a:bodyPr vert="horz" wrap="square" anchor="t">
            <a:spAutoFit/>
          </a:bodyPr>
          <a:p>
            <a:pPr lvl="0" eaLnBrk="0" hangingPunct="0"/>
            <a:r>
              <a:rPr lang="zh-CN" altLang="en-US" sz="2400" b="1">
                <a:solidFill>
                  <a:schemeClr val="bg1"/>
                </a:solidFill>
                <a:latin typeface="楷体_GB2312" pitchFamily="1" charset="-122"/>
                <a:ea typeface="楷体_GB2312" pitchFamily="1" charset="-122"/>
              </a:rPr>
              <a:t>第九讲</a:t>
            </a:r>
            <a:r>
              <a:rPr lang="en-US" altLang="zh-CN" sz="1200" b="1">
                <a:solidFill>
                  <a:schemeClr val="accent1"/>
                </a:solidFill>
                <a:latin typeface="Albertus Extra Bold" pitchFamily="2" charset="0"/>
                <a:ea typeface="Dotum" pitchFamily="2" charset="-127"/>
              </a:rPr>
              <a:t>daili</a:t>
            </a:r>
            <a:r>
              <a:rPr lang="en-US" altLang="zh-CN" sz="2400" b="1">
                <a:solidFill>
                  <a:schemeClr val="bg1"/>
                </a:solidFill>
                <a:latin typeface="楷体_GB2312" pitchFamily="1" charset="-122"/>
                <a:ea typeface="楷体_GB2312" pitchFamily="1" charset="-122"/>
              </a:rPr>
              <a:t>                   </a:t>
            </a:r>
            <a:r>
              <a:rPr lang="zh-CN" altLang="en-US" sz="2400" b="1">
                <a:solidFill>
                  <a:schemeClr val="bg1"/>
                </a:solidFill>
                <a:latin typeface="楷体_GB2312" pitchFamily="1" charset="-122"/>
                <a:ea typeface="楷体_GB2312" pitchFamily="1" charset="-122"/>
              </a:rPr>
              <a:t>粒子群算法　　</a:t>
            </a:r>
            <a:endParaRPr lang="zh-CN" altLang="en-US" sz="2400" b="1">
              <a:solidFill>
                <a:schemeClr val="bg1"/>
              </a:solidFill>
              <a:latin typeface="楷体_GB2312" pitchFamily="1" charset="-122"/>
              <a:ea typeface="楷体_GB2312" pitchFamily="1" charset="-122"/>
            </a:endParaRPr>
          </a:p>
        </p:txBody>
      </p:sp>
      <p:sp>
        <p:nvSpPr>
          <p:cNvPr id="3088" name="矩形 3087"/>
          <p:cNvSpPr/>
          <p:nvPr userDrawn="1"/>
        </p:nvSpPr>
        <p:spPr>
          <a:xfrm>
            <a:off x="8620125" y="25400"/>
            <a:ext cx="527050" cy="365125"/>
          </a:xfrm>
          <a:prstGeom prst="rect">
            <a:avLst/>
          </a:prstGeom>
          <a:noFill/>
          <a:ln w="9525">
            <a:noFill/>
          </a:ln>
        </p:spPr>
        <p:txBody>
          <a:bodyPr vert="horz" wrap="none" anchor="t">
            <a:spAutoFit/>
          </a:bodyPr>
          <a:p>
            <a:pPr lvl="0" algn="ctr" eaLnBrk="0" hangingPunct="0"/>
            <a:fld id="{9A0DB2DC-4C9A-4742-B13C-FB6460FD3503}" type="slidenum">
              <a:rPr lang="zh-CN" altLang="en-US">
                <a:solidFill>
                  <a:srgbClr val="FFFFFF"/>
                </a:solidFill>
                <a:latin typeface="楷体_GB2312" pitchFamily="1" charset="-122"/>
                <a:ea typeface="楷体_GB2312" pitchFamily="1" charset="-122"/>
              </a:rPr>
            </a:fld>
            <a:endParaRPr lang="zh-CN" altLang="en-US">
              <a:solidFill>
                <a:srgbClr val="FFFFFF"/>
              </a:solidFill>
              <a:latin typeface="楷体_GB2312" pitchFamily="1" charset="-122"/>
              <a:ea typeface="楷体_GB2312" pitchFamily="1" charset="-122"/>
            </a:endParaRPr>
          </a:p>
        </p:txBody>
      </p:sp>
      <p:grpSp>
        <p:nvGrpSpPr>
          <p:cNvPr id="3089" name="组合 3088"/>
          <p:cNvGrpSpPr/>
          <p:nvPr userDrawn="1"/>
        </p:nvGrpSpPr>
        <p:grpSpPr>
          <a:xfrm>
            <a:off x="-22225" y="404813"/>
            <a:ext cx="9207500" cy="6451600"/>
            <a:chOff x="0" y="0"/>
            <a:chExt cx="5804" cy="4064"/>
          </a:xfrm>
        </p:grpSpPr>
        <p:sp>
          <p:nvSpPr>
            <p:cNvPr id="3090" name="矩形 3089"/>
            <p:cNvSpPr/>
            <p:nvPr userDrawn="1"/>
          </p:nvSpPr>
          <p:spPr>
            <a:xfrm>
              <a:off x="45" y="9"/>
              <a:ext cx="5736" cy="4038"/>
            </a:xfrm>
            <a:prstGeom prst="rect">
              <a:avLst/>
            </a:prstGeom>
            <a:solidFill>
              <a:srgbClr val="000000">
                <a:alpha val="100000"/>
              </a:srgbClr>
            </a:solidFill>
            <a:ln w="19050" cap="flat" cmpd="sng">
              <a:pattFill prst="pct30">
                <a:fgClr>
                  <a:srgbClr val="CC6600"/>
                </a:fgClr>
                <a:bgClr>
                  <a:srgbClr val="FFFFFF"/>
                </a:bgClr>
              </a:pattFill>
              <a:prstDash val="solid"/>
              <a:miter/>
              <a:headEnd type="none" w="med" len="med"/>
              <a:tailEnd type="none" w="med" len="med"/>
            </a:ln>
          </p:spPr>
          <p:txBody>
            <a:bodyPr vert="horz" wrap="none" anchor="ctr"/>
            <a:p>
              <a:pPr lvl="0" algn="ctr" eaLnBrk="0" hangingPunct="0"/>
              <a:endParaRPr sz="1400">
                <a:solidFill>
                  <a:srgbClr val="FFFFFF"/>
                </a:solidFill>
                <a:latin typeface="Arial" panose="020B0604020202020204" pitchFamily="34" charset="0"/>
              </a:endParaRPr>
            </a:p>
          </p:txBody>
        </p:sp>
        <p:sp>
          <p:nvSpPr>
            <p:cNvPr id="3091" name="直接连接符 3090"/>
            <p:cNvSpPr/>
            <p:nvPr userDrawn="1"/>
          </p:nvSpPr>
          <p:spPr>
            <a:xfrm>
              <a:off x="36" y="0"/>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3092" name="直接连接符 3091"/>
            <p:cNvSpPr/>
            <p:nvPr userDrawn="1"/>
          </p:nvSpPr>
          <p:spPr>
            <a:xfrm>
              <a:off x="5765" y="9"/>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3093" name="直接连接符 3092"/>
            <p:cNvSpPr/>
            <p:nvPr userDrawn="1"/>
          </p:nvSpPr>
          <p:spPr>
            <a:xfrm rot="-16200000" flipV="1">
              <a:off x="2902" y="1162"/>
              <a:ext cx="0" cy="5804"/>
            </a:xfrm>
            <a:prstGeom prst="line">
              <a:avLst/>
            </a:prstGeom>
            <a:ln w="158750" cap="flat" cmpd="sng">
              <a:pattFill prst="lgCheck">
                <a:fgClr>
                  <a:srgbClr val="663300"/>
                </a:fgClr>
                <a:bgClr>
                  <a:srgbClr val="FFCC99"/>
                </a:bgClr>
              </a:patt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wipe/>
  </p:transition>
  <p:hf sldNum="0" hdr="0" ftr="0" dt="0"/>
  <p:txStyles>
    <p:titleStyle>
      <a:lvl1pPr marL="0" lvl="0" indent="0" algn="l" defTabSz="914400" eaLnBrk="1" fontAlgn="base" latinLnBrk="0" hangingPunct="1">
        <a:lnSpc>
          <a:spcPct val="100000"/>
        </a:lnSpc>
        <a:spcBef>
          <a:spcPct val="0"/>
        </a:spcBef>
        <a:spcAft>
          <a:spcPct val="0"/>
        </a:spcAft>
        <a:buNone/>
        <a:defRPr sz="3200" b="0" i="0" u="none" kern="1200" baseline="0">
          <a:solidFill>
            <a:schemeClr val="bg1"/>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q"/>
        <a:defRPr sz="2400" b="0" i="0" u="none" kern="1200" baseline="0">
          <a:solidFill>
            <a:srgbClr val="006260"/>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Font typeface="Wingdings" panose="05000000000000000000" pitchFamily="2" charset="2"/>
        <a:buChar char="q"/>
        <a:defRPr sz="2000" b="0" i="0" u="none" kern="1200" baseline="0">
          <a:solidFill>
            <a:srgbClr val="006260"/>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Font typeface="Wingdings" panose="05000000000000000000" pitchFamily="2" charset="2"/>
        <a:buChar char="q"/>
        <a:defRPr sz="1800" b="0" i="0" u="none" kern="1200" baseline="0">
          <a:solidFill>
            <a:srgbClr val="006260"/>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5122" name="日期占位符 5121"/>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a:latin typeface="Arial" panose="020B0604020202020204" pitchFamily="34" charset="0"/>
            </a:endParaRPr>
          </a:p>
        </p:txBody>
      </p:sp>
      <p:sp>
        <p:nvSpPr>
          <p:cNvPr id="5123" name="页脚占位符 5122"/>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a:latin typeface="Arial" panose="020B0604020202020204" pitchFamily="34" charset="0"/>
            </a:endParaRPr>
          </a:p>
        </p:txBody>
      </p:sp>
      <p:sp>
        <p:nvSpPr>
          <p:cNvPr id="5124" name="灯片编号占位符 5123"/>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
        <p:nvSpPr>
          <p:cNvPr id="5125" name="标题 5124"/>
          <p:cNvSpPr/>
          <p:nvPr>
            <p:ph type="title"/>
          </p:nvPr>
        </p:nvSpPr>
        <p:spPr>
          <a:xfrm>
            <a:off x="457200" y="276225"/>
            <a:ext cx="8229600" cy="942975"/>
          </a:xfrm>
          <a:prstGeom prst="rect">
            <a:avLst/>
          </a:prstGeom>
          <a:noFill/>
          <a:ln w="9525">
            <a:noFill/>
          </a:ln>
        </p:spPr>
        <p:txBody>
          <a:bodyPr anchor="ctr"/>
          <a:p>
            <a:pPr lvl="0"/>
            <a:r>
              <a:rPr lang="zh-CN" altLang="en-US"/>
              <a:t>单击此处编辑母版标题样式</a:t>
            </a:r>
            <a:endParaRPr lang="zh-CN" altLang="en-US"/>
          </a:p>
        </p:txBody>
      </p:sp>
      <p:sp>
        <p:nvSpPr>
          <p:cNvPr id="5126" name="文本占位符 5125"/>
          <p:cNvSpPr/>
          <p:nvPr>
            <p:ph type="body" idx="1"/>
          </p:nvPr>
        </p:nvSpPr>
        <p:spPr>
          <a:xfrm>
            <a:off x="457200" y="1447800"/>
            <a:ext cx="8229600" cy="4678363"/>
          </a:xfrm>
          <a:prstGeom prst="rect">
            <a:avLst/>
          </a:prstGeom>
          <a:solidFill>
            <a:schemeClr val="bg1">
              <a:alpha val="50000"/>
            </a:schemeClr>
          </a:solidFill>
          <a:ln w="9525">
            <a:noFill/>
          </a:ln>
        </p:spPr>
        <p:txBody>
          <a:bodyPr lIns="90170" tIns="46990" rIns="90170" bIns="4699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127" name="动作按钮: 自定义 5126">
            <a:hlinkClick r:id="" action="ppaction://hlinkshowjump?jump=firstslide"/>
          </p:cNvPr>
          <p:cNvSpPr/>
          <p:nvPr userDrawn="1"/>
        </p:nvSpPr>
        <p:spPr>
          <a:xfrm>
            <a:off x="8448675" y="14288"/>
            <a:ext cx="319088" cy="393700"/>
          </a:xfrm>
          <a:prstGeom prst="actionButtonBlank">
            <a:avLst/>
          </a:prstGeom>
          <a:noFill/>
          <a:ln w="9525">
            <a:noFill/>
          </a:ln>
        </p:spPr>
        <p:txBody>
          <a:bodyPr/>
          <a:p>
            <a:endParaRPr lang="zh-CN" altLang="en-US"/>
          </a:p>
        </p:txBody>
      </p:sp>
      <p:sp>
        <p:nvSpPr>
          <p:cNvPr id="5128" name="动作按钮: 自定义 5127">
            <a:hlinkClick r:id="" action="ppaction://hlinkshowjump?jump=endshow"/>
          </p:cNvPr>
          <p:cNvSpPr/>
          <p:nvPr userDrawn="1"/>
        </p:nvSpPr>
        <p:spPr>
          <a:xfrm>
            <a:off x="8782050" y="14288"/>
            <a:ext cx="319088" cy="393700"/>
          </a:xfrm>
          <a:prstGeom prst="actionButtonBlank">
            <a:avLst/>
          </a:prstGeom>
          <a:noFill/>
          <a:ln w="9525">
            <a:noFill/>
          </a:ln>
        </p:spPr>
        <p:txBody>
          <a:bodyPr/>
          <a:p>
            <a:endParaRPr lang="zh-CN" altLang="en-US"/>
          </a:p>
        </p:txBody>
      </p:sp>
      <p:sp>
        <p:nvSpPr>
          <p:cNvPr id="5129" name="动作按钮: 自定义 5128">
            <a:hlinkClick r:id="" action="ppaction://hlinkshowjump?jump=nextslide"/>
          </p:cNvPr>
          <p:cNvSpPr/>
          <p:nvPr userDrawn="1"/>
        </p:nvSpPr>
        <p:spPr>
          <a:xfrm>
            <a:off x="8116888" y="14288"/>
            <a:ext cx="319087" cy="393700"/>
          </a:xfrm>
          <a:prstGeom prst="actionButtonBlank">
            <a:avLst/>
          </a:prstGeom>
          <a:noFill/>
          <a:ln w="9525">
            <a:noFill/>
          </a:ln>
        </p:spPr>
        <p:txBody>
          <a:bodyPr/>
          <a:p>
            <a:endParaRPr lang="zh-CN" altLang="en-US"/>
          </a:p>
        </p:txBody>
      </p:sp>
      <p:sp>
        <p:nvSpPr>
          <p:cNvPr id="5130" name="动作按钮: 自定义 5129">
            <a:hlinkClick r:id="" action="ppaction://hlinkshowjump?jump=previousslide"/>
          </p:cNvPr>
          <p:cNvSpPr/>
          <p:nvPr userDrawn="1"/>
        </p:nvSpPr>
        <p:spPr>
          <a:xfrm>
            <a:off x="7783513" y="14288"/>
            <a:ext cx="319087" cy="393700"/>
          </a:xfrm>
          <a:prstGeom prst="actionButtonBlank">
            <a:avLst/>
          </a:prstGeom>
          <a:noFill/>
          <a:ln w="9525">
            <a:noFill/>
          </a:ln>
        </p:spPr>
        <p:txBody>
          <a:bodyPr/>
          <a:p>
            <a:endParaRPr lang="zh-CN" altLang="en-US"/>
          </a:p>
        </p:txBody>
      </p:sp>
      <p:sp>
        <p:nvSpPr>
          <p:cNvPr id="5131" name="动作按钮: 自定义 5130">
            <a:hlinkClick r:id="" action="ppaction://hlinkshowjump?jump=lastslideviewed"/>
          </p:cNvPr>
          <p:cNvSpPr/>
          <p:nvPr userDrawn="1"/>
        </p:nvSpPr>
        <p:spPr>
          <a:xfrm>
            <a:off x="7451725" y="14288"/>
            <a:ext cx="319088" cy="393700"/>
          </a:xfrm>
          <a:prstGeom prst="actionButtonBlank">
            <a:avLst/>
          </a:prstGeom>
          <a:noFill/>
          <a:ln w="9525">
            <a:noFill/>
          </a:ln>
        </p:spPr>
        <p:txBody>
          <a:bodyPr/>
          <a:p>
            <a:endParaRPr lang="zh-CN" altLang="en-US"/>
          </a:p>
        </p:txBody>
      </p:sp>
      <p:sp>
        <p:nvSpPr>
          <p:cNvPr id="5132" name="动作按钮: 自定义 5131"/>
          <p:cNvSpPr/>
          <p:nvPr userDrawn="1"/>
        </p:nvSpPr>
        <p:spPr>
          <a:xfrm>
            <a:off x="7121525" y="30163"/>
            <a:ext cx="319088" cy="393700"/>
          </a:xfrm>
          <a:prstGeom prst="actionButtonBlank">
            <a:avLst/>
          </a:prstGeom>
          <a:noFill/>
          <a:ln w="9525">
            <a:noFill/>
          </a:ln>
        </p:spPr>
        <p:txBody>
          <a:bodyPr/>
          <a:p>
            <a:endParaRPr lang="zh-CN" altLang="en-US"/>
          </a:p>
        </p:txBody>
      </p:sp>
      <p:pic>
        <p:nvPicPr>
          <p:cNvPr id="5133" name="图片 5132" descr="黄校徽"/>
          <p:cNvPicPr>
            <a:picLocks noChangeAspect="1"/>
          </p:cNvPicPr>
          <p:nvPr userDrawn="1"/>
        </p:nvPicPr>
        <p:blipFill>
          <a:blip r:embed="rId13"/>
          <a:stretch>
            <a:fillRect/>
          </a:stretch>
        </p:blipFill>
        <p:spPr>
          <a:xfrm>
            <a:off x="79375" y="42863"/>
            <a:ext cx="360363" cy="360362"/>
          </a:xfrm>
          <a:prstGeom prst="rect">
            <a:avLst/>
          </a:prstGeom>
          <a:noFill/>
          <a:ln w="9525">
            <a:noFill/>
          </a:ln>
        </p:spPr>
      </p:pic>
      <p:sp>
        <p:nvSpPr>
          <p:cNvPr id="5134" name="矩形 5133"/>
          <p:cNvSpPr/>
          <p:nvPr userDrawn="1"/>
        </p:nvSpPr>
        <p:spPr>
          <a:xfrm>
            <a:off x="7938" y="25400"/>
            <a:ext cx="9129712" cy="369888"/>
          </a:xfrm>
          <a:prstGeom prst="rect">
            <a:avLst/>
          </a:prstGeom>
          <a:solidFill>
            <a:srgbClr val="663300">
              <a:alpha val="100000"/>
            </a:srgbClr>
          </a:solidFill>
          <a:ln w="38100" cap="flat" cmpd="sng">
            <a:pattFill prst="pct30">
              <a:fgClr>
                <a:srgbClr val="CC6600"/>
              </a:fgClr>
              <a:bgClr>
                <a:srgbClr val="FFFFFF"/>
              </a:bgClr>
            </a:pattFill>
            <a:prstDash val="solid"/>
            <a:miter/>
            <a:headEnd type="none" w="med" len="med"/>
            <a:tailEnd type="none" w="med" len="med"/>
          </a:ln>
        </p:spPr>
        <p:txBody>
          <a:bodyPr/>
          <a:p>
            <a:endParaRPr lang="zh-CN" altLang="en-US"/>
          </a:p>
        </p:txBody>
      </p:sp>
      <p:sp>
        <p:nvSpPr>
          <p:cNvPr id="5135" name="矩形 5134"/>
          <p:cNvSpPr/>
          <p:nvPr userDrawn="1"/>
        </p:nvSpPr>
        <p:spPr>
          <a:xfrm>
            <a:off x="28575" y="-7937"/>
            <a:ext cx="7927975" cy="454025"/>
          </a:xfrm>
          <a:prstGeom prst="rect">
            <a:avLst/>
          </a:prstGeom>
          <a:noFill/>
          <a:ln w="9525">
            <a:noFill/>
          </a:ln>
        </p:spPr>
        <p:txBody>
          <a:bodyPr vert="horz" wrap="square" anchor="t">
            <a:spAutoFit/>
          </a:bodyPr>
          <a:p>
            <a:pPr lvl="0" eaLnBrk="0" hangingPunct="0"/>
            <a:r>
              <a:rPr lang="zh-CN" altLang="en-US" sz="2400" b="1">
                <a:solidFill>
                  <a:schemeClr val="bg1"/>
                </a:solidFill>
                <a:latin typeface="楷体_GB2312" pitchFamily="1" charset="-122"/>
                <a:ea typeface="楷体_GB2312" pitchFamily="1" charset="-122"/>
              </a:rPr>
              <a:t>第九讲</a:t>
            </a:r>
            <a:r>
              <a:rPr lang="en-US" altLang="zh-CN" sz="1200" b="1">
                <a:solidFill>
                  <a:schemeClr val="accent1"/>
                </a:solidFill>
                <a:latin typeface="Albertus Extra Bold" pitchFamily="2" charset="0"/>
                <a:ea typeface="Dotum" pitchFamily="2" charset="-127"/>
              </a:rPr>
              <a:t>daili</a:t>
            </a:r>
            <a:r>
              <a:rPr lang="en-US" altLang="zh-CN" sz="2400" b="1">
                <a:solidFill>
                  <a:schemeClr val="bg1"/>
                </a:solidFill>
                <a:latin typeface="楷体_GB2312" pitchFamily="1" charset="-122"/>
                <a:ea typeface="楷体_GB2312" pitchFamily="1" charset="-122"/>
              </a:rPr>
              <a:t>                   </a:t>
            </a:r>
            <a:r>
              <a:rPr lang="zh-CN" altLang="en-US" sz="2400" b="1">
                <a:solidFill>
                  <a:schemeClr val="bg1"/>
                </a:solidFill>
                <a:latin typeface="楷体_GB2312" pitchFamily="1" charset="-122"/>
                <a:ea typeface="楷体_GB2312" pitchFamily="1" charset="-122"/>
              </a:rPr>
              <a:t>粒子群算法　　</a:t>
            </a:r>
            <a:endParaRPr lang="zh-CN" altLang="en-US" sz="2400" b="1">
              <a:solidFill>
                <a:schemeClr val="bg1"/>
              </a:solidFill>
              <a:latin typeface="楷体_GB2312" pitchFamily="1" charset="-122"/>
              <a:ea typeface="楷体_GB2312" pitchFamily="1" charset="-122"/>
            </a:endParaRPr>
          </a:p>
        </p:txBody>
      </p:sp>
      <p:sp>
        <p:nvSpPr>
          <p:cNvPr id="5136" name="矩形 5135"/>
          <p:cNvSpPr/>
          <p:nvPr userDrawn="1"/>
        </p:nvSpPr>
        <p:spPr>
          <a:xfrm>
            <a:off x="8620125" y="25400"/>
            <a:ext cx="527050" cy="365125"/>
          </a:xfrm>
          <a:prstGeom prst="rect">
            <a:avLst/>
          </a:prstGeom>
          <a:noFill/>
          <a:ln w="9525">
            <a:noFill/>
          </a:ln>
        </p:spPr>
        <p:txBody>
          <a:bodyPr vert="horz" wrap="none" anchor="t">
            <a:spAutoFit/>
          </a:bodyPr>
          <a:p>
            <a:pPr lvl="0" algn="ctr" eaLnBrk="0" hangingPunct="0"/>
            <a:fld id="{9A0DB2DC-4C9A-4742-B13C-FB6460FD3503}" type="slidenum">
              <a:rPr lang="zh-CN" altLang="en-US">
                <a:solidFill>
                  <a:srgbClr val="FFFFFF"/>
                </a:solidFill>
                <a:latin typeface="楷体_GB2312" pitchFamily="1" charset="-122"/>
                <a:ea typeface="楷体_GB2312" pitchFamily="1" charset="-122"/>
              </a:rPr>
            </a:fld>
            <a:endParaRPr lang="zh-CN" altLang="en-US">
              <a:solidFill>
                <a:srgbClr val="FFFFFF"/>
              </a:solidFill>
              <a:latin typeface="楷体_GB2312" pitchFamily="1" charset="-122"/>
              <a:ea typeface="楷体_GB2312" pitchFamily="1" charset="-122"/>
            </a:endParaRPr>
          </a:p>
        </p:txBody>
      </p:sp>
      <p:grpSp>
        <p:nvGrpSpPr>
          <p:cNvPr id="5137" name="组合 5136"/>
          <p:cNvGrpSpPr/>
          <p:nvPr userDrawn="1"/>
        </p:nvGrpSpPr>
        <p:grpSpPr>
          <a:xfrm>
            <a:off x="-22225" y="404813"/>
            <a:ext cx="9207500" cy="6451600"/>
            <a:chOff x="0" y="0"/>
            <a:chExt cx="5804" cy="4064"/>
          </a:xfrm>
        </p:grpSpPr>
        <p:sp>
          <p:nvSpPr>
            <p:cNvPr id="5138" name="矩形 5137"/>
            <p:cNvSpPr/>
            <p:nvPr userDrawn="1"/>
          </p:nvSpPr>
          <p:spPr>
            <a:xfrm>
              <a:off x="45" y="9"/>
              <a:ext cx="5736" cy="4038"/>
            </a:xfrm>
            <a:prstGeom prst="rect">
              <a:avLst/>
            </a:prstGeom>
            <a:solidFill>
              <a:srgbClr val="000000">
                <a:alpha val="100000"/>
              </a:srgbClr>
            </a:solidFill>
            <a:ln w="19050" cap="flat" cmpd="sng">
              <a:pattFill prst="pct30">
                <a:fgClr>
                  <a:srgbClr val="CC6600"/>
                </a:fgClr>
                <a:bgClr>
                  <a:srgbClr val="FFFFFF"/>
                </a:bgClr>
              </a:pattFill>
              <a:prstDash val="solid"/>
              <a:miter/>
              <a:headEnd type="none" w="med" len="med"/>
              <a:tailEnd type="none" w="med" len="med"/>
            </a:ln>
          </p:spPr>
          <p:txBody>
            <a:bodyPr vert="horz" wrap="none" anchor="ctr"/>
            <a:p>
              <a:pPr lvl="0" algn="ctr" eaLnBrk="0" hangingPunct="0"/>
              <a:endParaRPr sz="1400">
                <a:solidFill>
                  <a:srgbClr val="FFFFFF"/>
                </a:solidFill>
                <a:latin typeface="Arial" panose="020B0604020202020204" pitchFamily="34" charset="0"/>
              </a:endParaRPr>
            </a:p>
          </p:txBody>
        </p:sp>
        <p:sp>
          <p:nvSpPr>
            <p:cNvPr id="5139" name="直接连接符 5138"/>
            <p:cNvSpPr/>
            <p:nvPr userDrawn="1"/>
          </p:nvSpPr>
          <p:spPr>
            <a:xfrm>
              <a:off x="36" y="0"/>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5140" name="直接连接符 5139"/>
            <p:cNvSpPr/>
            <p:nvPr userDrawn="1"/>
          </p:nvSpPr>
          <p:spPr>
            <a:xfrm>
              <a:off x="5765" y="9"/>
              <a:ext cx="0" cy="4020"/>
            </a:xfrm>
            <a:prstGeom prst="line">
              <a:avLst/>
            </a:prstGeom>
            <a:ln w="101600" cap="flat" cmpd="sng">
              <a:pattFill prst="lgCheck">
                <a:fgClr>
                  <a:srgbClr val="663300"/>
                </a:fgClr>
                <a:bgClr>
                  <a:srgbClr val="FFCC99"/>
                </a:bgClr>
              </a:pattFill>
              <a:prstDash val="solid"/>
              <a:headEnd type="none" w="med" len="med"/>
              <a:tailEnd type="none" w="med" len="med"/>
            </a:ln>
          </p:spPr>
        </p:sp>
        <p:sp>
          <p:nvSpPr>
            <p:cNvPr id="5141" name="直接连接符 5140"/>
            <p:cNvSpPr/>
            <p:nvPr userDrawn="1"/>
          </p:nvSpPr>
          <p:spPr>
            <a:xfrm rot="-16200000" flipV="1">
              <a:off x="2902" y="1162"/>
              <a:ext cx="0" cy="5804"/>
            </a:xfrm>
            <a:prstGeom prst="line">
              <a:avLst/>
            </a:prstGeom>
            <a:ln w="158750" cap="flat" cmpd="sng">
              <a:pattFill prst="lgCheck">
                <a:fgClr>
                  <a:srgbClr val="663300"/>
                </a:fgClr>
                <a:bgClr>
                  <a:srgbClr val="FFCC99"/>
                </a:bgClr>
              </a:patt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p:wipe/>
  </p:transition>
  <p:hf sldNum="0" hdr="0" ftr="0" dt="0"/>
  <p:txStyles>
    <p:titleStyle>
      <a:lvl1pPr marL="0" lvl="0" indent="0" algn="l" defTabSz="914400" eaLnBrk="1" fontAlgn="base" latinLnBrk="0" hangingPunct="1">
        <a:lnSpc>
          <a:spcPct val="100000"/>
        </a:lnSpc>
        <a:spcBef>
          <a:spcPct val="0"/>
        </a:spcBef>
        <a:spcAft>
          <a:spcPct val="0"/>
        </a:spcAft>
        <a:buNone/>
        <a:defRPr sz="3200" b="0" i="0" u="none" kern="1200" baseline="0">
          <a:solidFill>
            <a:schemeClr val="bg1"/>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q"/>
        <a:defRPr sz="2400" b="0" i="0" u="none" kern="1200" baseline="0">
          <a:solidFill>
            <a:srgbClr val="006260"/>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Font typeface="Wingdings" panose="05000000000000000000" pitchFamily="2" charset="2"/>
        <a:buChar char="q"/>
        <a:defRPr sz="2000" b="0" i="0" u="none" kern="1200" baseline="0">
          <a:solidFill>
            <a:srgbClr val="006260"/>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Font typeface="Wingdings" panose="05000000000000000000" pitchFamily="2" charset="2"/>
        <a:buChar char="q"/>
        <a:defRPr sz="1800" b="0" i="0" u="none" kern="1200" baseline="0">
          <a:solidFill>
            <a:srgbClr val="006260"/>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7170" name="日期占位符 7169"/>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a:latin typeface="Arial" panose="020B0604020202020204" pitchFamily="34" charset="0"/>
            </a:endParaRPr>
          </a:p>
        </p:txBody>
      </p:sp>
      <p:sp>
        <p:nvSpPr>
          <p:cNvPr id="7171" name="页脚占位符 7170"/>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a:latin typeface="Arial" panose="020B0604020202020204" pitchFamily="34" charset="0"/>
            </a:endParaRPr>
          </a:p>
        </p:txBody>
      </p:sp>
      <p:sp>
        <p:nvSpPr>
          <p:cNvPr id="7172" name="灯片编号占位符 7171"/>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
        <p:nvSpPr>
          <p:cNvPr id="7173" name="标题 7172"/>
          <p:cNvSpPr/>
          <p:nvPr>
            <p:ph type="title"/>
          </p:nvPr>
        </p:nvSpPr>
        <p:spPr>
          <a:xfrm>
            <a:off x="457200" y="276225"/>
            <a:ext cx="8229600" cy="942975"/>
          </a:xfrm>
          <a:prstGeom prst="rect">
            <a:avLst/>
          </a:prstGeom>
          <a:noFill/>
          <a:ln w="9525">
            <a:noFill/>
          </a:ln>
        </p:spPr>
        <p:txBody>
          <a:bodyPr anchor="ctr"/>
          <a:p>
            <a:pPr lvl="0"/>
            <a:r>
              <a:rPr lang="zh-CN" altLang="en-US"/>
              <a:t>单击此处编辑母版标题样式</a:t>
            </a:r>
            <a:endParaRPr lang="zh-CN" altLang="en-US"/>
          </a:p>
        </p:txBody>
      </p:sp>
      <p:sp>
        <p:nvSpPr>
          <p:cNvPr id="7174" name="文本占位符 7173"/>
          <p:cNvSpPr/>
          <p:nvPr>
            <p:ph type="body" idx="1"/>
          </p:nvPr>
        </p:nvSpPr>
        <p:spPr>
          <a:xfrm>
            <a:off x="457200" y="1447800"/>
            <a:ext cx="8229600" cy="4678363"/>
          </a:xfrm>
          <a:prstGeom prst="rect">
            <a:avLst/>
          </a:prstGeom>
          <a:solidFill>
            <a:schemeClr val="bg1">
              <a:alpha val="50000"/>
            </a:schemeClr>
          </a:solidFill>
          <a:ln w="9525">
            <a:noFill/>
          </a:ln>
        </p:spPr>
        <p:txBody>
          <a:bodyPr lIns="90170" tIns="46990" rIns="90170" bIns="4699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marL="0" lvl="0" indent="0" algn="l" defTabSz="914400" eaLnBrk="1" fontAlgn="base" latinLnBrk="0" hangingPunct="1">
        <a:lnSpc>
          <a:spcPct val="100000"/>
        </a:lnSpc>
        <a:spcBef>
          <a:spcPct val="0"/>
        </a:spcBef>
        <a:spcAft>
          <a:spcPct val="0"/>
        </a:spcAft>
        <a:buNone/>
        <a:defRPr sz="3200" b="0" i="0" u="none" kern="1200" baseline="0">
          <a:solidFill>
            <a:schemeClr val="bg1"/>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q"/>
        <a:defRPr sz="2400" b="0" i="0" u="none" kern="1200" baseline="0">
          <a:solidFill>
            <a:srgbClr val="006260"/>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Font typeface="Wingdings" panose="05000000000000000000" pitchFamily="2" charset="2"/>
        <a:buChar char="q"/>
        <a:defRPr sz="2000" b="0" i="0" u="none" kern="1200" baseline="0">
          <a:solidFill>
            <a:srgbClr val="006260"/>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Font typeface="Wingdings" panose="05000000000000000000" pitchFamily="2" charset="2"/>
        <a:buChar char="q"/>
        <a:defRPr sz="1800" b="0" i="0" u="none" kern="1200" baseline="0">
          <a:solidFill>
            <a:srgbClr val="006260"/>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Font typeface="Wingdings" panose="05000000000000000000" pitchFamily="2" charset="2"/>
        <a:buChar char="q"/>
        <a:defRPr sz="1600" b="0" i="0" u="none" kern="1200" baseline="0">
          <a:solidFill>
            <a:srgbClr val="006260"/>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jpeg"/><Relationship Id="rId1"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12.xml"/><Relationship Id="rId6" Type="http://schemas.openxmlformats.org/officeDocument/2006/relationships/image" Target="../media/image17.wmf"/><Relationship Id="rId5" Type="http://schemas.openxmlformats.org/officeDocument/2006/relationships/oleObject" Target="../embeddings/oleObject3.bin"/><Relationship Id="rId4" Type="http://schemas.openxmlformats.org/officeDocument/2006/relationships/image" Target="../media/image16.wmf"/><Relationship Id="rId3" Type="http://schemas.openxmlformats.org/officeDocument/2006/relationships/oleObject" Target="../embeddings/oleObject2.bin"/><Relationship Id="rId2" Type="http://schemas.openxmlformats.org/officeDocument/2006/relationships/image" Target="../media/image15.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wmf"/><Relationship Id="rId7" Type="http://schemas.openxmlformats.org/officeDocument/2006/relationships/oleObject" Target="../embeddings/oleObject7.bin"/><Relationship Id="rId6" Type="http://schemas.openxmlformats.org/officeDocument/2006/relationships/image" Target="../media/image20.wmf"/><Relationship Id="rId5" Type="http://schemas.openxmlformats.org/officeDocument/2006/relationships/oleObject" Target="../embeddings/oleObject6.bin"/><Relationship Id="rId4" Type="http://schemas.openxmlformats.org/officeDocument/2006/relationships/image" Target="../media/image19.wmf"/><Relationship Id="rId3" Type="http://schemas.openxmlformats.org/officeDocument/2006/relationships/oleObject" Target="../embeddings/oleObject5.bin"/><Relationship Id="rId2" Type="http://schemas.openxmlformats.org/officeDocument/2006/relationships/image" Target="../media/image18.wmf"/><Relationship Id="rId10" Type="http://schemas.openxmlformats.org/officeDocument/2006/relationships/vmlDrawing" Target="../drawings/vmlDrawing2.vml"/><Relationship Id="rId1"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oleObject" Target="../embeddings/oleObject11.bin"/><Relationship Id="rId7" Type="http://schemas.openxmlformats.org/officeDocument/2006/relationships/image" Target="../media/image26.wmf"/><Relationship Id="rId6" Type="http://schemas.openxmlformats.org/officeDocument/2006/relationships/oleObject" Target="../embeddings/oleObject10.bin"/><Relationship Id="rId5" Type="http://schemas.openxmlformats.org/officeDocument/2006/relationships/image" Target="../media/image25.wmf"/><Relationship Id="rId4" Type="http://schemas.openxmlformats.org/officeDocument/2006/relationships/oleObject" Target="../embeddings/oleObject9.bin"/><Relationship Id="rId3" Type="http://schemas.openxmlformats.org/officeDocument/2006/relationships/image" Target="../media/image24.jpeg"/><Relationship Id="rId2" Type="http://schemas.openxmlformats.org/officeDocument/2006/relationships/image" Target="../media/image23.jpeg"/><Relationship Id="rId13" Type="http://schemas.openxmlformats.org/officeDocument/2006/relationships/vmlDrawing" Target="../drawings/vmlDrawing4.vml"/><Relationship Id="rId12" Type="http://schemas.openxmlformats.org/officeDocument/2006/relationships/slideLayout" Target="../slideLayouts/slideLayout7.xml"/><Relationship Id="rId11" Type="http://schemas.openxmlformats.org/officeDocument/2006/relationships/image" Target="../media/image28.wmf"/><Relationship Id="rId10" Type="http://schemas.openxmlformats.org/officeDocument/2006/relationships/oleObject" Target="../embeddings/oleObject12.bin"/><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32.wmf"/><Relationship Id="rId7" Type="http://schemas.openxmlformats.org/officeDocument/2006/relationships/oleObject" Target="../embeddings/oleObject15.bin"/><Relationship Id="rId6" Type="http://schemas.openxmlformats.org/officeDocument/2006/relationships/image" Target="../media/image31.wmf"/><Relationship Id="rId5" Type="http://schemas.openxmlformats.org/officeDocument/2006/relationships/oleObject" Target="../embeddings/oleObject14.bin"/><Relationship Id="rId4" Type="http://schemas.openxmlformats.org/officeDocument/2006/relationships/image" Target="../media/image24.jpeg"/><Relationship Id="rId3" Type="http://schemas.openxmlformats.org/officeDocument/2006/relationships/image" Target="../media/image30.jpeg"/><Relationship Id="rId2" Type="http://schemas.openxmlformats.org/officeDocument/2006/relationships/image" Target="../media/image29.wmf"/><Relationship Id="rId13" Type="http://schemas.openxmlformats.org/officeDocument/2006/relationships/vmlDrawing" Target="../drawings/vmlDrawing5.vml"/><Relationship Id="rId12" Type="http://schemas.openxmlformats.org/officeDocument/2006/relationships/slideLayout" Target="../slideLayouts/slideLayout2.xml"/><Relationship Id="rId11" Type="http://schemas.openxmlformats.org/officeDocument/2006/relationships/image" Target="../media/image34.jpeg"/><Relationship Id="rId10" Type="http://schemas.openxmlformats.org/officeDocument/2006/relationships/image" Target="../media/image33.wmf"/><Relationship Id="rId1"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35.wmf"/><Relationship Id="rId1" Type="http://schemas.openxmlformats.org/officeDocument/2006/relationships/oleObject" Target="../embeddings/oleObject17.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36.wmf"/><Relationship Id="rId1" Type="http://schemas.openxmlformats.org/officeDocument/2006/relationships/oleObject" Target="../embeddings/oleObject18.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9" Type="http://schemas.openxmlformats.org/officeDocument/2006/relationships/image" Target="../media/image40.wmf"/><Relationship Id="rId8" Type="http://schemas.openxmlformats.org/officeDocument/2006/relationships/oleObject" Target="../embeddings/oleObject22.bin"/><Relationship Id="rId7" Type="http://schemas.openxmlformats.org/officeDocument/2006/relationships/image" Target="../media/image39.wmf"/><Relationship Id="rId6" Type="http://schemas.openxmlformats.org/officeDocument/2006/relationships/oleObject" Target="../embeddings/oleObject21.bin"/><Relationship Id="rId5" Type="http://schemas.openxmlformats.org/officeDocument/2006/relationships/image" Target="../media/image38.wmf"/><Relationship Id="rId4" Type="http://schemas.openxmlformats.org/officeDocument/2006/relationships/oleObject" Target="../embeddings/oleObject20.bin"/><Relationship Id="rId3" Type="http://schemas.openxmlformats.org/officeDocument/2006/relationships/image" Target="../media/image37.wmf"/><Relationship Id="rId24" Type="http://schemas.openxmlformats.org/officeDocument/2006/relationships/notesSlide" Target="../notesSlides/notesSlide1.xml"/><Relationship Id="rId23" Type="http://schemas.openxmlformats.org/officeDocument/2006/relationships/vmlDrawing" Target="../drawings/vmlDrawing8.vml"/><Relationship Id="rId22" Type="http://schemas.openxmlformats.org/officeDocument/2006/relationships/slideLayout" Target="../slideLayouts/slideLayout2.xml"/><Relationship Id="rId21" Type="http://schemas.openxmlformats.org/officeDocument/2006/relationships/image" Target="../media/image45.wmf"/><Relationship Id="rId20" Type="http://schemas.openxmlformats.org/officeDocument/2006/relationships/oleObject" Target="../embeddings/oleObject28.bin"/><Relationship Id="rId2" Type="http://schemas.openxmlformats.org/officeDocument/2006/relationships/oleObject" Target="../embeddings/oleObject19.bin"/><Relationship Id="rId19" Type="http://schemas.openxmlformats.org/officeDocument/2006/relationships/image" Target="../media/image44.wmf"/><Relationship Id="rId18" Type="http://schemas.openxmlformats.org/officeDocument/2006/relationships/oleObject" Target="../embeddings/oleObject27.bin"/><Relationship Id="rId17" Type="http://schemas.openxmlformats.org/officeDocument/2006/relationships/image" Target="../media/image18.wmf"/><Relationship Id="rId16" Type="http://schemas.openxmlformats.org/officeDocument/2006/relationships/oleObject" Target="../embeddings/oleObject26.bin"/><Relationship Id="rId15" Type="http://schemas.openxmlformats.org/officeDocument/2006/relationships/image" Target="../media/image43.wmf"/><Relationship Id="rId14" Type="http://schemas.openxmlformats.org/officeDocument/2006/relationships/oleObject" Target="../embeddings/oleObject25.bin"/><Relationship Id="rId13" Type="http://schemas.openxmlformats.org/officeDocument/2006/relationships/image" Target="../media/image42.wmf"/><Relationship Id="rId12" Type="http://schemas.openxmlformats.org/officeDocument/2006/relationships/oleObject" Target="../embeddings/oleObject24.bin"/><Relationship Id="rId11" Type="http://schemas.openxmlformats.org/officeDocument/2006/relationships/image" Target="../media/image41.wmf"/><Relationship Id="rId10" Type="http://schemas.openxmlformats.org/officeDocument/2006/relationships/oleObject" Target="../embeddings/oleObject23.bin"/><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oleObject" Target="../embeddings/oleObject32.bin"/><Relationship Id="rId7" Type="http://schemas.openxmlformats.org/officeDocument/2006/relationships/image" Target="../media/image39.wmf"/><Relationship Id="rId6" Type="http://schemas.openxmlformats.org/officeDocument/2006/relationships/oleObject" Target="../embeddings/oleObject31.bin"/><Relationship Id="rId5" Type="http://schemas.openxmlformats.org/officeDocument/2006/relationships/image" Target="../media/image38.wmf"/><Relationship Id="rId4" Type="http://schemas.openxmlformats.org/officeDocument/2006/relationships/oleObject" Target="../embeddings/oleObject30.bin"/><Relationship Id="rId3" Type="http://schemas.openxmlformats.org/officeDocument/2006/relationships/image" Target="../media/image37.wmf"/><Relationship Id="rId22" Type="http://schemas.openxmlformats.org/officeDocument/2006/relationships/notesSlide" Target="../notesSlides/notesSlide2.xml"/><Relationship Id="rId21" Type="http://schemas.openxmlformats.org/officeDocument/2006/relationships/vmlDrawing" Target="../drawings/vmlDrawing9.vml"/><Relationship Id="rId20" Type="http://schemas.openxmlformats.org/officeDocument/2006/relationships/slideLayout" Target="../slideLayouts/slideLayout2.xml"/><Relationship Id="rId2" Type="http://schemas.openxmlformats.org/officeDocument/2006/relationships/oleObject" Target="../embeddings/oleObject29.bin"/><Relationship Id="rId19" Type="http://schemas.openxmlformats.org/officeDocument/2006/relationships/image" Target="../media/image47.wmf"/><Relationship Id="rId18" Type="http://schemas.openxmlformats.org/officeDocument/2006/relationships/oleObject" Target="../embeddings/oleObject37.bin"/><Relationship Id="rId17" Type="http://schemas.openxmlformats.org/officeDocument/2006/relationships/image" Target="../media/image46.wmf"/><Relationship Id="rId16" Type="http://schemas.openxmlformats.org/officeDocument/2006/relationships/oleObject" Target="../embeddings/oleObject36.bin"/><Relationship Id="rId15" Type="http://schemas.openxmlformats.org/officeDocument/2006/relationships/image" Target="../media/image45.wmf"/><Relationship Id="rId14" Type="http://schemas.openxmlformats.org/officeDocument/2006/relationships/oleObject" Target="../embeddings/oleObject35.bin"/><Relationship Id="rId13" Type="http://schemas.openxmlformats.org/officeDocument/2006/relationships/image" Target="../media/image44.wmf"/><Relationship Id="rId12" Type="http://schemas.openxmlformats.org/officeDocument/2006/relationships/oleObject" Target="../embeddings/oleObject34.bin"/><Relationship Id="rId11" Type="http://schemas.openxmlformats.org/officeDocument/2006/relationships/image" Target="../media/image18.wmf"/><Relationship Id="rId10" Type="http://schemas.openxmlformats.org/officeDocument/2006/relationships/oleObject" Target="../embeddings/oleObject33.bin"/><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oleObject" Target="../embeddings/oleObject41.bin"/><Relationship Id="rId7" Type="http://schemas.openxmlformats.org/officeDocument/2006/relationships/image" Target="../media/image39.wmf"/><Relationship Id="rId6" Type="http://schemas.openxmlformats.org/officeDocument/2006/relationships/oleObject" Target="../embeddings/oleObject40.bin"/><Relationship Id="rId5" Type="http://schemas.openxmlformats.org/officeDocument/2006/relationships/image" Target="../media/image38.wmf"/><Relationship Id="rId4" Type="http://schemas.openxmlformats.org/officeDocument/2006/relationships/oleObject" Target="../embeddings/oleObject39.bin"/><Relationship Id="rId3" Type="http://schemas.openxmlformats.org/officeDocument/2006/relationships/image" Target="../media/image37.wmf"/><Relationship Id="rId22" Type="http://schemas.openxmlformats.org/officeDocument/2006/relationships/notesSlide" Target="../notesSlides/notesSlide3.xml"/><Relationship Id="rId21" Type="http://schemas.openxmlformats.org/officeDocument/2006/relationships/vmlDrawing" Target="../drawings/vmlDrawing10.vml"/><Relationship Id="rId20" Type="http://schemas.openxmlformats.org/officeDocument/2006/relationships/slideLayout" Target="../slideLayouts/slideLayout2.xml"/><Relationship Id="rId2" Type="http://schemas.openxmlformats.org/officeDocument/2006/relationships/oleObject" Target="../embeddings/oleObject38.bin"/><Relationship Id="rId19" Type="http://schemas.openxmlformats.org/officeDocument/2006/relationships/image" Target="../media/image49.wmf"/><Relationship Id="rId18" Type="http://schemas.openxmlformats.org/officeDocument/2006/relationships/oleObject" Target="../embeddings/oleObject46.bin"/><Relationship Id="rId17" Type="http://schemas.openxmlformats.org/officeDocument/2006/relationships/image" Target="../media/image48.wmf"/><Relationship Id="rId16" Type="http://schemas.openxmlformats.org/officeDocument/2006/relationships/oleObject" Target="../embeddings/oleObject45.bin"/><Relationship Id="rId15" Type="http://schemas.openxmlformats.org/officeDocument/2006/relationships/image" Target="../media/image45.wmf"/><Relationship Id="rId14" Type="http://schemas.openxmlformats.org/officeDocument/2006/relationships/oleObject" Target="../embeddings/oleObject44.bin"/><Relationship Id="rId13" Type="http://schemas.openxmlformats.org/officeDocument/2006/relationships/image" Target="../media/image44.wmf"/><Relationship Id="rId12" Type="http://schemas.openxmlformats.org/officeDocument/2006/relationships/oleObject" Target="../embeddings/oleObject43.bin"/><Relationship Id="rId11" Type="http://schemas.openxmlformats.org/officeDocument/2006/relationships/image" Target="../media/image18.wmf"/><Relationship Id="rId10" Type="http://schemas.openxmlformats.org/officeDocument/2006/relationships/oleObject" Target="../embeddings/oleObject42.bin"/><Relationship Id="rId1" Type="http://schemas.openxmlformats.org/officeDocument/2006/relationships/image" Target="../media/image9.jpeg"/></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51.bin"/><Relationship Id="rId8" Type="http://schemas.openxmlformats.org/officeDocument/2006/relationships/image" Target="../media/image42.wmf"/><Relationship Id="rId7" Type="http://schemas.openxmlformats.org/officeDocument/2006/relationships/oleObject" Target="../embeddings/oleObject50.bin"/><Relationship Id="rId6" Type="http://schemas.openxmlformats.org/officeDocument/2006/relationships/image" Target="../media/image39.wmf"/><Relationship Id="rId5" Type="http://schemas.openxmlformats.org/officeDocument/2006/relationships/oleObject" Target="../embeddings/oleObject49.bin"/><Relationship Id="rId4" Type="http://schemas.openxmlformats.org/officeDocument/2006/relationships/image" Target="../media/image38.wmf"/><Relationship Id="rId3" Type="http://schemas.openxmlformats.org/officeDocument/2006/relationships/oleObject" Target="../embeddings/oleObject48.bin"/><Relationship Id="rId2" Type="http://schemas.openxmlformats.org/officeDocument/2006/relationships/image" Target="../media/image37.wmf"/><Relationship Id="rId18" Type="http://schemas.openxmlformats.org/officeDocument/2006/relationships/notesSlide" Target="../notesSlides/notesSlide4.xml"/><Relationship Id="rId17" Type="http://schemas.openxmlformats.org/officeDocument/2006/relationships/vmlDrawing" Target="../drawings/vmlDrawing11.vml"/><Relationship Id="rId16" Type="http://schemas.openxmlformats.org/officeDocument/2006/relationships/slideLayout" Target="../slideLayouts/slideLayout36.xml"/><Relationship Id="rId15" Type="http://schemas.openxmlformats.org/officeDocument/2006/relationships/image" Target="../media/image9.jpeg"/><Relationship Id="rId14" Type="http://schemas.openxmlformats.org/officeDocument/2006/relationships/image" Target="../media/image45.wmf"/><Relationship Id="rId13" Type="http://schemas.openxmlformats.org/officeDocument/2006/relationships/oleObject" Target="../embeddings/oleObject53.bin"/><Relationship Id="rId12" Type="http://schemas.openxmlformats.org/officeDocument/2006/relationships/image" Target="../media/image44.wmf"/><Relationship Id="rId11" Type="http://schemas.openxmlformats.org/officeDocument/2006/relationships/oleObject" Target="../embeddings/oleObject52.bin"/><Relationship Id="rId10" Type="http://schemas.openxmlformats.org/officeDocument/2006/relationships/image" Target="../media/image18.wmf"/><Relationship Id="rId1" Type="http://schemas.openxmlformats.org/officeDocument/2006/relationships/oleObject" Target="../embeddings/oleObject47.bin"/></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3.wmf"/><Relationship Id="rId7" Type="http://schemas.openxmlformats.org/officeDocument/2006/relationships/oleObject" Target="../embeddings/oleObject57.bin"/><Relationship Id="rId6" Type="http://schemas.openxmlformats.org/officeDocument/2006/relationships/image" Target="../media/image52.wmf"/><Relationship Id="rId5" Type="http://schemas.openxmlformats.org/officeDocument/2006/relationships/oleObject" Target="../embeddings/oleObject56.bin"/><Relationship Id="rId4" Type="http://schemas.openxmlformats.org/officeDocument/2006/relationships/image" Target="../media/image51.wmf"/><Relationship Id="rId3" Type="http://schemas.openxmlformats.org/officeDocument/2006/relationships/oleObject" Target="../embeddings/oleObject55.bin"/><Relationship Id="rId2" Type="http://schemas.openxmlformats.org/officeDocument/2006/relationships/image" Target="../media/image50.wmf"/><Relationship Id="rId10" Type="http://schemas.openxmlformats.org/officeDocument/2006/relationships/vmlDrawing" Target="../drawings/vmlDrawing12.vml"/><Relationship Id="rId1" Type="http://schemas.openxmlformats.org/officeDocument/2006/relationships/oleObject" Target="../embeddings/oleObject54.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54.wmf"/><Relationship Id="rId1" Type="http://schemas.openxmlformats.org/officeDocument/2006/relationships/oleObject" Target="../embeddings/oleObject58.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8.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wmf"/><Relationship Id="rId7" Type="http://schemas.openxmlformats.org/officeDocument/2006/relationships/oleObject" Target="../embeddings/oleObject62.bin"/><Relationship Id="rId6" Type="http://schemas.openxmlformats.org/officeDocument/2006/relationships/image" Target="../media/image57.wmf"/><Relationship Id="rId5" Type="http://schemas.openxmlformats.org/officeDocument/2006/relationships/oleObject" Target="../embeddings/oleObject61.bin"/><Relationship Id="rId4" Type="http://schemas.openxmlformats.org/officeDocument/2006/relationships/image" Target="../media/image56.wmf"/><Relationship Id="rId3" Type="http://schemas.openxmlformats.org/officeDocument/2006/relationships/oleObject" Target="../embeddings/oleObject60.bin"/><Relationship Id="rId2" Type="http://schemas.openxmlformats.org/officeDocument/2006/relationships/image" Target="../media/image55.wmf"/><Relationship Id="rId11" Type="http://schemas.openxmlformats.org/officeDocument/2006/relationships/vmlDrawing" Target="../drawings/vmlDrawing14.vml"/><Relationship Id="rId10" Type="http://schemas.openxmlformats.org/officeDocument/2006/relationships/slideLayout" Target="../slideLayouts/slideLayout25.xml"/><Relationship Id="rId1" Type="http://schemas.openxmlformats.org/officeDocument/2006/relationships/oleObject" Target="../embeddings/oleObject59.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63.wmf"/><Relationship Id="rId7" Type="http://schemas.openxmlformats.org/officeDocument/2006/relationships/oleObject" Target="../embeddings/oleObject66.bin"/><Relationship Id="rId6" Type="http://schemas.openxmlformats.org/officeDocument/2006/relationships/image" Target="../media/image62.wmf"/><Relationship Id="rId5" Type="http://schemas.openxmlformats.org/officeDocument/2006/relationships/oleObject" Target="../embeddings/oleObject65.bin"/><Relationship Id="rId4" Type="http://schemas.openxmlformats.org/officeDocument/2006/relationships/image" Target="../media/image61.wmf"/><Relationship Id="rId3" Type="http://schemas.openxmlformats.org/officeDocument/2006/relationships/oleObject" Target="../embeddings/oleObject64.bin"/><Relationship Id="rId2" Type="http://schemas.openxmlformats.org/officeDocument/2006/relationships/image" Target="../media/image60.wmf"/><Relationship Id="rId16" Type="http://schemas.openxmlformats.org/officeDocument/2006/relationships/vmlDrawing" Target="../drawings/vmlDrawing15.vml"/><Relationship Id="rId15" Type="http://schemas.openxmlformats.org/officeDocument/2006/relationships/slideLayout" Target="../slideLayouts/slideLayout14.xml"/><Relationship Id="rId14" Type="http://schemas.openxmlformats.org/officeDocument/2006/relationships/image" Target="../media/image66.wmf"/><Relationship Id="rId13" Type="http://schemas.openxmlformats.org/officeDocument/2006/relationships/oleObject" Target="../embeddings/oleObject69.bin"/><Relationship Id="rId12" Type="http://schemas.openxmlformats.org/officeDocument/2006/relationships/image" Target="../media/image65.wmf"/><Relationship Id="rId11" Type="http://schemas.openxmlformats.org/officeDocument/2006/relationships/oleObject" Target="../embeddings/oleObject68.bin"/><Relationship Id="rId10" Type="http://schemas.openxmlformats.org/officeDocument/2006/relationships/image" Target="../media/image64.wmf"/><Relationship Id="rId1" Type="http://schemas.openxmlformats.org/officeDocument/2006/relationships/oleObject" Target="../embeddings/oleObject63.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74.bin"/><Relationship Id="rId8" Type="http://schemas.openxmlformats.org/officeDocument/2006/relationships/image" Target="../media/image68.wmf"/><Relationship Id="rId7" Type="http://schemas.openxmlformats.org/officeDocument/2006/relationships/oleObject" Target="../embeddings/oleObject73.bin"/><Relationship Id="rId6" Type="http://schemas.openxmlformats.org/officeDocument/2006/relationships/image" Target="../media/image67.wmf"/><Relationship Id="rId5" Type="http://schemas.openxmlformats.org/officeDocument/2006/relationships/oleObject" Target="../embeddings/oleObject72.bin"/><Relationship Id="rId4" Type="http://schemas.openxmlformats.org/officeDocument/2006/relationships/image" Target="../media/image61.wmf"/><Relationship Id="rId3" Type="http://schemas.openxmlformats.org/officeDocument/2006/relationships/oleObject" Target="../embeddings/oleObject71.bin"/><Relationship Id="rId2" Type="http://schemas.openxmlformats.org/officeDocument/2006/relationships/image" Target="../media/image60.wmf"/><Relationship Id="rId16" Type="http://schemas.openxmlformats.org/officeDocument/2006/relationships/vmlDrawing" Target="../drawings/vmlDrawing16.vml"/><Relationship Id="rId15" Type="http://schemas.openxmlformats.org/officeDocument/2006/relationships/slideLayout" Target="../slideLayouts/slideLayout14.xml"/><Relationship Id="rId14" Type="http://schemas.openxmlformats.org/officeDocument/2006/relationships/image" Target="../media/image71.wmf"/><Relationship Id="rId13" Type="http://schemas.openxmlformats.org/officeDocument/2006/relationships/oleObject" Target="../embeddings/oleObject76.bin"/><Relationship Id="rId12" Type="http://schemas.openxmlformats.org/officeDocument/2006/relationships/image" Target="../media/image70.wmf"/><Relationship Id="rId11" Type="http://schemas.openxmlformats.org/officeDocument/2006/relationships/oleObject" Target="../embeddings/oleObject75.bin"/><Relationship Id="rId10" Type="http://schemas.openxmlformats.org/officeDocument/2006/relationships/image" Target="../media/image69.wmf"/><Relationship Id="rId1" Type="http://schemas.openxmlformats.org/officeDocument/2006/relationships/oleObject" Target="../embeddings/oleObject70.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81.bin"/><Relationship Id="rId8" Type="http://schemas.openxmlformats.org/officeDocument/2006/relationships/image" Target="../media/image75.wmf"/><Relationship Id="rId7" Type="http://schemas.openxmlformats.org/officeDocument/2006/relationships/oleObject" Target="../embeddings/oleObject80.bin"/><Relationship Id="rId6" Type="http://schemas.openxmlformats.org/officeDocument/2006/relationships/image" Target="../media/image74.wmf"/><Relationship Id="rId5" Type="http://schemas.openxmlformats.org/officeDocument/2006/relationships/oleObject" Target="../embeddings/oleObject79.bin"/><Relationship Id="rId4" Type="http://schemas.openxmlformats.org/officeDocument/2006/relationships/image" Target="../media/image73.wmf"/><Relationship Id="rId3" Type="http://schemas.openxmlformats.org/officeDocument/2006/relationships/oleObject" Target="../embeddings/oleObject78.bin"/><Relationship Id="rId23" Type="http://schemas.openxmlformats.org/officeDocument/2006/relationships/vmlDrawing" Target="../drawings/vmlDrawing17.vml"/><Relationship Id="rId22" Type="http://schemas.openxmlformats.org/officeDocument/2006/relationships/slideLayout" Target="../slideLayouts/slideLayout14.xml"/><Relationship Id="rId21" Type="http://schemas.openxmlformats.org/officeDocument/2006/relationships/image" Target="../media/image81.wmf"/><Relationship Id="rId20" Type="http://schemas.openxmlformats.org/officeDocument/2006/relationships/oleObject" Target="../embeddings/oleObject86.bin"/><Relationship Id="rId2" Type="http://schemas.openxmlformats.org/officeDocument/2006/relationships/image" Target="../media/image72.wmf"/><Relationship Id="rId19" Type="http://schemas.openxmlformats.org/officeDocument/2006/relationships/image" Target="../media/image80.wmf"/><Relationship Id="rId18" Type="http://schemas.openxmlformats.org/officeDocument/2006/relationships/oleObject" Target="../embeddings/oleObject85.bin"/><Relationship Id="rId17" Type="http://schemas.openxmlformats.org/officeDocument/2006/relationships/image" Target="../media/image79.wmf"/><Relationship Id="rId16" Type="http://schemas.openxmlformats.org/officeDocument/2006/relationships/oleObject" Target="../embeddings/oleObject84.bin"/><Relationship Id="rId15" Type="http://schemas.openxmlformats.org/officeDocument/2006/relationships/image" Target="../media/image78.wmf"/><Relationship Id="rId14" Type="http://schemas.openxmlformats.org/officeDocument/2006/relationships/oleObject" Target="../embeddings/oleObject83.bin"/><Relationship Id="rId13" Type="http://schemas.openxmlformats.org/officeDocument/2006/relationships/image" Target="../media/image9.jpeg"/><Relationship Id="rId12" Type="http://schemas.openxmlformats.org/officeDocument/2006/relationships/image" Target="../media/image77.wmf"/><Relationship Id="rId11" Type="http://schemas.openxmlformats.org/officeDocument/2006/relationships/oleObject" Target="../embeddings/oleObject82.bin"/><Relationship Id="rId10" Type="http://schemas.openxmlformats.org/officeDocument/2006/relationships/image" Target="../media/image76.wmf"/><Relationship Id="rId1" Type="http://schemas.openxmlformats.org/officeDocument/2006/relationships/oleObject" Target="../embeddings/oleObject77.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91.bin"/><Relationship Id="rId8" Type="http://schemas.openxmlformats.org/officeDocument/2006/relationships/image" Target="../media/image85.wmf"/><Relationship Id="rId7" Type="http://schemas.openxmlformats.org/officeDocument/2006/relationships/oleObject" Target="../embeddings/oleObject90.bin"/><Relationship Id="rId6" Type="http://schemas.openxmlformats.org/officeDocument/2006/relationships/image" Target="../media/image84.wmf"/><Relationship Id="rId5" Type="http://schemas.openxmlformats.org/officeDocument/2006/relationships/oleObject" Target="../embeddings/oleObject89.bin"/><Relationship Id="rId4" Type="http://schemas.openxmlformats.org/officeDocument/2006/relationships/image" Target="../media/image83.wmf"/><Relationship Id="rId3" Type="http://schemas.openxmlformats.org/officeDocument/2006/relationships/oleObject" Target="../embeddings/oleObject88.bin"/><Relationship Id="rId2" Type="http://schemas.openxmlformats.org/officeDocument/2006/relationships/image" Target="../media/image82.wmf"/><Relationship Id="rId18" Type="http://schemas.openxmlformats.org/officeDocument/2006/relationships/vmlDrawing" Target="../drawings/vmlDrawing18.vml"/><Relationship Id="rId17" Type="http://schemas.openxmlformats.org/officeDocument/2006/relationships/slideLayout" Target="../slideLayouts/slideLayout14.xml"/><Relationship Id="rId16" Type="http://schemas.openxmlformats.org/officeDocument/2006/relationships/image" Target="../media/image81.wmf"/><Relationship Id="rId15" Type="http://schemas.openxmlformats.org/officeDocument/2006/relationships/oleObject" Target="../embeddings/oleObject94.bin"/><Relationship Id="rId14" Type="http://schemas.openxmlformats.org/officeDocument/2006/relationships/image" Target="../media/image77.wmf"/><Relationship Id="rId13" Type="http://schemas.openxmlformats.org/officeDocument/2006/relationships/oleObject" Target="../embeddings/oleObject93.bin"/><Relationship Id="rId12" Type="http://schemas.openxmlformats.org/officeDocument/2006/relationships/image" Target="../media/image73.wmf"/><Relationship Id="rId11" Type="http://schemas.openxmlformats.org/officeDocument/2006/relationships/oleObject" Target="../embeddings/oleObject92.bin"/><Relationship Id="rId10" Type="http://schemas.openxmlformats.org/officeDocument/2006/relationships/image" Target="../media/image72.wmf"/><Relationship Id="rId1" Type="http://schemas.openxmlformats.org/officeDocument/2006/relationships/oleObject" Target="../embeddings/oleObject87.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99.bin"/><Relationship Id="rId8" Type="http://schemas.openxmlformats.org/officeDocument/2006/relationships/image" Target="../media/image72.wmf"/><Relationship Id="rId7" Type="http://schemas.openxmlformats.org/officeDocument/2006/relationships/oleObject" Target="../embeddings/oleObject98.bin"/><Relationship Id="rId6" Type="http://schemas.openxmlformats.org/officeDocument/2006/relationships/image" Target="../media/image88.wmf"/><Relationship Id="rId5" Type="http://schemas.openxmlformats.org/officeDocument/2006/relationships/oleObject" Target="../embeddings/oleObject97.bin"/><Relationship Id="rId4" Type="http://schemas.openxmlformats.org/officeDocument/2006/relationships/image" Target="../media/image87.wmf"/><Relationship Id="rId3" Type="http://schemas.openxmlformats.org/officeDocument/2006/relationships/oleObject" Target="../embeddings/oleObject96.bin"/><Relationship Id="rId28" Type="http://schemas.openxmlformats.org/officeDocument/2006/relationships/vmlDrawing" Target="../drawings/vmlDrawing19.vml"/><Relationship Id="rId27" Type="http://schemas.openxmlformats.org/officeDocument/2006/relationships/slideLayout" Target="../slideLayouts/slideLayout14.xml"/><Relationship Id="rId26" Type="http://schemas.openxmlformats.org/officeDocument/2006/relationships/oleObject" Target="../embeddings/oleObject108.bin"/><Relationship Id="rId25" Type="http://schemas.openxmlformats.org/officeDocument/2006/relationships/image" Target="../media/image92.wmf"/><Relationship Id="rId24" Type="http://schemas.openxmlformats.org/officeDocument/2006/relationships/oleObject" Target="../embeddings/oleObject107.bin"/><Relationship Id="rId23" Type="http://schemas.openxmlformats.org/officeDocument/2006/relationships/oleObject" Target="../embeddings/oleObject106.bin"/><Relationship Id="rId22" Type="http://schemas.openxmlformats.org/officeDocument/2006/relationships/image" Target="../media/image91.wmf"/><Relationship Id="rId21" Type="http://schemas.openxmlformats.org/officeDocument/2006/relationships/oleObject" Target="../embeddings/oleObject105.bin"/><Relationship Id="rId20" Type="http://schemas.openxmlformats.org/officeDocument/2006/relationships/image" Target="../media/image90.wmf"/><Relationship Id="rId2" Type="http://schemas.openxmlformats.org/officeDocument/2006/relationships/image" Target="../media/image86.wmf"/><Relationship Id="rId19" Type="http://schemas.openxmlformats.org/officeDocument/2006/relationships/oleObject" Target="../embeddings/oleObject104.bin"/><Relationship Id="rId18" Type="http://schemas.openxmlformats.org/officeDocument/2006/relationships/image" Target="../media/image89.wmf"/><Relationship Id="rId17" Type="http://schemas.openxmlformats.org/officeDocument/2006/relationships/oleObject" Target="../embeddings/oleObject103.bin"/><Relationship Id="rId16" Type="http://schemas.openxmlformats.org/officeDocument/2006/relationships/image" Target="../media/image82.wmf"/><Relationship Id="rId15" Type="http://schemas.openxmlformats.org/officeDocument/2006/relationships/oleObject" Target="../embeddings/oleObject102.bin"/><Relationship Id="rId14" Type="http://schemas.openxmlformats.org/officeDocument/2006/relationships/image" Target="../media/image81.wmf"/><Relationship Id="rId13" Type="http://schemas.openxmlformats.org/officeDocument/2006/relationships/oleObject" Target="../embeddings/oleObject101.bin"/><Relationship Id="rId12" Type="http://schemas.openxmlformats.org/officeDocument/2006/relationships/image" Target="../media/image77.wmf"/><Relationship Id="rId11" Type="http://schemas.openxmlformats.org/officeDocument/2006/relationships/oleObject" Target="../embeddings/oleObject100.bin"/><Relationship Id="rId10" Type="http://schemas.openxmlformats.org/officeDocument/2006/relationships/image" Target="../media/image73.wmf"/><Relationship Id="rId1" Type="http://schemas.openxmlformats.org/officeDocument/2006/relationships/oleObject" Target="../embeddings/oleObject95.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113.bin"/><Relationship Id="rId8" Type="http://schemas.openxmlformats.org/officeDocument/2006/relationships/image" Target="../media/image72.wmf"/><Relationship Id="rId7" Type="http://schemas.openxmlformats.org/officeDocument/2006/relationships/oleObject" Target="../embeddings/oleObject112.bin"/><Relationship Id="rId6" Type="http://schemas.openxmlformats.org/officeDocument/2006/relationships/image" Target="../media/image95.wmf"/><Relationship Id="rId5" Type="http://schemas.openxmlformats.org/officeDocument/2006/relationships/oleObject" Target="../embeddings/oleObject111.bin"/><Relationship Id="rId4" Type="http://schemas.openxmlformats.org/officeDocument/2006/relationships/image" Target="../media/image94.wmf"/><Relationship Id="rId3" Type="http://schemas.openxmlformats.org/officeDocument/2006/relationships/oleObject" Target="../embeddings/oleObject110.bin"/><Relationship Id="rId22" Type="http://schemas.openxmlformats.org/officeDocument/2006/relationships/vmlDrawing" Target="../drawings/vmlDrawing20.vml"/><Relationship Id="rId21" Type="http://schemas.openxmlformats.org/officeDocument/2006/relationships/slideLayout" Target="../slideLayouts/slideLayout14.xml"/><Relationship Id="rId20" Type="http://schemas.openxmlformats.org/officeDocument/2006/relationships/image" Target="../media/image83.wmf"/><Relationship Id="rId2" Type="http://schemas.openxmlformats.org/officeDocument/2006/relationships/image" Target="../media/image93.wmf"/><Relationship Id="rId19" Type="http://schemas.openxmlformats.org/officeDocument/2006/relationships/oleObject" Target="../embeddings/oleObject118.bin"/><Relationship Id="rId18" Type="http://schemas.openxmlformats.org/officeDocument/2006/relationships/image" Target="../media/image97.wmf"/><Relationship Id="rId17" Type="http://schemas.openxmlformats.org/officeDocument/2006/relationships/oleObject" Target="../embeddings/oleObject117.bin"/><Relationship Id="rId16" Type="http://schemas.openxmlformats.org/officeDocument/2006/relationships/image" Target="../media/image96.wmf"/><Relationship Id="rId15" Type="http://schemas.openxmlformats.org/officeDocument/2006/relationships/oleObject" Target="../embeddings/oleObject116.bin"/><Relationship Id="rId14" Type="http://schemas.openxmlformats.org/officeDocument/2006/relationships/image" Target="../media/image81.wmf"/><Relationship Id="rId13" Type="http://schemas.openxmlformats.org/officeDocument/2006/relationships/oleObject" Target="../embeddings/oleObject115.bin"/><Relationship Id="rId12" Type="http://schemas.openxmlformats.org/officeDocument/2006/relationships/image" Target="../media/image77.wmf"/><Relationship Id="rId11" Type="http://schemas.openxmlformats.org/officeDocument/2006/relationships/oleObject" Target="../embeddings/oleObject114.bin"/><Relationship Id="rId10" Type="http://schemas.openxmlformats.org/officeDocument/2006/relationships/image" Target="../media/image73.wmf"/><Relationship Id="rId1" Type="http://schemas.openxmlformats.org/officeDocument/2006/relationships/oleObject" Target="../embeddings/oleObject109.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image" Target="../media/image72.wmf"/><Relationship Id="rId7" Type="http://schemas.openxmlformats.org/officeDocument/2006/relationships/oleObject" Target="../embeddings/oleObject122.bin"/><Relationship Id="rId6" Type="http://schemas.openxmlformats.org/officeDocument/2006/relationships/image" Target="../media/image95.wmf"/><Relationship Id="rId5" Type="http://schemas.openxmlformats.org/officeDocument/2006/relationships/oleObject" Target="../embeddings/oleObject121.bin"/><Relationship Id="rId4" Type="http://schemas.openxmlformats.org/officeDocument/2006/relationships/image" Target="../media/image94.wmf"/><Relationship Id="rId3" Type="http://schemas.openxmlformats.org/officeDocument/2006/relationships/oleObject" Target="../embeddings/oleObject120.bin"/><Relationship Id="rId22" Type="http://schemas.openxmlformats.org/officeDocument/2006/relationships/vmlDrawing" Target="../drawings/vmlDrawing21.vml"/><Relationship Id="rId21" Type="http://schemas.openxmlformats.org/officeDocument/2006/relationships/slideLayout" Target="../slideLayouts/slideLayout14.xml"/><Relationship Id="rId20" Type="http://schemas.openxmlformats.org/officeDocument/2006/relationships/image" Target="../media/image76.wmf"/><Relationship Id="rId2" Type="http://schemas.openxmlformats.org/officeDocument/2006/relationships/image" Target="../media/image93.wmf"/><Relationship Id="rId19" Type="http://schemas.openxmlformats.org/officeDocument/2006/relationships/oleObject" Target="../embeddings/oleObject128.bin"/><Relationship Id="rId18" Type="http://schemas.openxmlformats.org/officeDocument/2006/relationships/image" Target="../media/image97.wmf"/><Relationship Id="rId17" Type="http://schemas.openxmlformats.org/officeDocument/2006/relationships/oleObject" Target="../embeddings/oleObject127.bin"/><Relationship Id="rId16" Type="http://schemas.openxmlformats.org/officeDocument/2006/relationships/image" Target="../media/image96.wmf"/><Relationship Id="rId15" Type="http://schemas.openxmlformats.org/officeDocument/2006/relationships/oleObject" Target="../embeddings/oleObject126.bin"/><Relationship Id="rId14" Type="http://schemas.openxmlformats.org/officeDocument/2006/relationships/image" Target="../media/image81.wmf"/><Relationship Id="rId13" Type="http://schemas.openxmlformats.org/officeDocument/2006/relationships/oleObject" Target="../embeddings/oleObject125.bin"/><Relationship Id="rId12" Type="http://schemas.openxmlformats.org/officeDocument/2006/relationships/image" Target="../media/image77.wmf"/><Relationship Id="rId11" Type="http://schemas.openxmlformats.org/officeDocument/2006/relationships/oleObject" Target="../embeddings/oleObject124.bin"/><Relationship Id="rId10" Type="http://schemas.openxmlformats.org/officeDocument/2006/relationships/image" Target="../media/image73.wmf"/><Relationship Id="rId1" Type="http://schemas.openxmlformats.org/officeDocument/2006/relationships/oleObject" Target="../embeddings/oleObject119.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33.bin"/><Relationship Id="rId8" Type="http://schemas.openxmlformats.org/officeDocument/2006/relationships/image" Target="../media/image100.wmf"/><Relationship Id="rId7" Type="http://schemas.openxmlformats.org/officeDocument/2006/relationships/oleObject" Target="../embeddings/oleObject132.bin"/><Relationship Id="rId6" Type="http://schemas.openxmlformats.org/officeDocument/2006/relationships/image" Target="../media/image99.wmf"/><Relationship Id="rId5" Type="http://schemas.openxmlformats.org/officeDocument/2006/relationships/oleObject" Target="../embeddings/oleObject131.bin"/><Relationship Id="rId4" Type="http://schemas.openxmlformats.org/officeDocument/2006/relationships/image" Target="../media/image98.wmf"/><Relationship Id="rId3" Type="http://schemas.openxmlformats.org/officeDocument/2006/relationships/oleObject" Target="../embeddings/oleObject130.bin"/><Relationship Id="rId2" Type="http://schemas.openxmlformats.org/officeDocument/2006/relationships/image" Target="../media/image76.wmf"/><Relationship Id="rId15" Type="http://schemas.openxmlformats.org/officeDocument/2006/relationships/vmlDrawing" Target="../drawings/vmlDrawing22.vml"/><Relationship Id="rId14" Type="http://schemas.openxmlformats.org/officeDocument/2006/relationships/slideLayout" Target="../slideLayouts/slideLayout14.xml"/><Relationship Id="rId13" Type="http://schemas.openxmlformats.org/officeDocument/2006/relationships/image" Target="../media/image9.jpeg"/><Relationship Id="rId12" Type="http://schemas.openxmlformats.org/officeDocument/2006/relationships/image" Target="../media/image102.wmf"/><Relationship Id="rId11" Type="http://schemas.openxmlformats.org/officeDocument/2006/relationships/oleObject" Target="../embeddings/oleObject134.bin"/><Relationship Id="rId10" Type="http://schemas.openxmlformats.org/officeDocument/2006/relationships/image" Target="../media/image101.wmf"/><Relationship Id="rId1" Type="http://schemas.openxmlformats.org/officeDocument/2006/relationships/oleObject" Target="../embeddings/oleObject129.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14.xml"/><Relationship Id="rId4" Type="http://schemas.openxmlformats.org/officeDocument/2006/relationships/image" Target="../media/image104.wmf"/><Relationship Id="rId3" Type="http://schemas.openxmlformats.org/officeDocument/2006/relationships/oleObject" Target="../embeddings/oleObject136.bin"/><Relationship Id="rId2" Type="http://schemas.openxmlformats.org/officeDocument/2006/relationships/image" Target="../media/image103.wmf"/><Relationship Id="rId1" Type="http://schemas.openxmlformats.org/officeDocument/2006/relationships/oleObject" Target="../embeddings/oleObject135.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2.xml"/><Relationship Id="rId6" Type="http://schemas.openxmlformats.org/officeDocument/2006/relationships/image" Target="../media/image107.wmf"/><Relationship Id="rId5" Type="http://schemas.openxmlformats.org/officeDocument/2006/relationships/oleObject" Target="../embeddings/oleObject139.bin"/><Relationship Id="rId4" Type="http://schemas.openxmlformats.org/officeDocument/2006/relationships/image" Target="../media/image106.wmf"/><Relationship Id="rId3" Type="http://schemas.openxmlformats.org/officeDocument/2006/relationships/oleObject" Target="../embeddings/oleObject138.bin"/><Relationship Id="rId2" Type="http://schemas.openxmlformats.org/officeDocument/2006/relationships/image" Target="../media/image105.wmf"/><Relationship Id="rId1" Type="http://schemas.openxmlformats.org/officeDocument/2006/relationships/oleObject" Target="../embeddings/oleObject137.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2.xml"/><Relationship Id="rId4" Type="http://schemas.openxmlformats.org/officeDocument/2006/relationships/image" Target="../media/image109.wmf"/><Relationship Id="rId3" Type="http://schemas.openxmlformats.org/officeDocument/2006/relationships/oleObject" Target="../embeddings/oleObject141.bin"/><Relationship Id="rId2" Type="http://schemas.openxmlformats.org/officeDocument/2006/relationships/image" Target="../media/image108.wmf"/><Relationship Id="rId1" Type="http://schemas.openxmlformats.org/officeDocument/2006/relationships/oleObject" Target="../embeddings/oleObject140.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11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0241"/>
          <p:cNvSpPr/>
          <p:nvPr>
            <p:ph type="ctrTitle"/>
          </p:nvPr>
        </p:nvSpPr>
        <p:spPr>
          <a:xfrm>
            <a:off x="457200" y="2159000"/>
            <a:ext cx="7772400" cy="1710690"/>
          </a:xfrm>
        </p:spPr>
        <p:txBody>
          <a:bodyPr anchor="ctr"/>
          <a:p>
            <a:pPr algn="l" defTabSz="914400">
              <a:lnSpc>
                <a:spcPct val="150000"/>
              </a:lnSpc>
            </a:pPr>
            <a:r>
              <a:rPr lang="zh-CN" altLang="en-US" sz="4800" dirty="0">
                <a:solidFill>
                  <a:srgbClr val="0000FF"/>
                </a:solidFill>
                <a:latin typeface="楷体_GB2312" pitchFamily="1" charset="-122"/>
                <a:ea typeface="楷体_GB2312" pitchFamily="1" charset="-122"/>
                <a:sym typeface="+mn-ea"/>
              </a:rPr>
              <a:t>数模智能算法之</a:t>
            </a:r>
            <a:br>
              <a:rPr lang="zh-CN" altLang="en-US" sz="4800" dirty="0">
                <a:solidFill>
                  <a:srgbClr val="0000FF"/>
                </a:solidFill>
                <a:latin typeface="楷体_GB2312" pitchFamily="1" charset="-122"/>
                <a:ea typeface="楷体_GB2312" pitchFamily="1" charset="-122"/>
                <a:sym typeface="+mn-ea"/>
              </a:rPr>
            </a:br>
            <a:r>
              <a:rPr lang="zh-CN" altLang="en-US" sz="4800" dirty="0">
                <a:solidFill>
                  <a:srgbClr val="0000FF"/>
                </a:solidFill>
                <a:latin typeface="楷体_GB2312" pitchFamily="1" charset="-122"/>
                <a:ea typeface="楷体_GB2312" pitchFamily="1" charset="-122"/>
                <a:sym typeface="+mn-ea"/>
              </a:rPr>
              <a:t>      </a:t>
            </a:r>
            <a:r>
              <a:rPr lang="zh-CN" altLang="en-US" sz="4800" dirty="0">
                <a:solidFill>
                  <a:srgbClr val="FF3300"/>
                </a:solidFill>
                <a:latin typeface="楷体_GB2312" pitchFamily="1" charset="-122"/>
                <a:ea typeface="楷体_GB2312" pitchFamily="1" charset="-122"/>
                <a:sym typeface="+mn-ea"/>
              </a:rPr>
              <a:t>粒子群算法（</a:t>
            </a:r>
            <a:r>
              <a:rPr lang="en-US" altLang="zh-CN" sz="4800" dirty="0">
                <a:solidFill>
                  <a:srgbClr val="FF3300"/>
                </a:solidFill>
                <a:latin typeface="楷体_GB2312" pitchFamily="1" charset="-122"/>
                <a:ea typeface="楷体_GB2312" pitchFamily="1" charset="-122"/>
                <a:sym typeface="+mn-ea"/>
              </a:rPr>
              <a:t>PSO</a:t>
            </a:r>
            <a:r>
              <a:rPr lang="zh-CN" altLang="en-US" sz="4800" dirty="0">
                <a:solidFill>
                  <a:srgbClr val="FF3300"/>
                </a:solidFill>
                <a:latin typeface="楷体_GB2312" pitchFamily="1" charset="-122"/>
                <a:ea typeface="楷体_GB2312" pitchFamily="1" charset="-122"/>
                <a:sym typeface="+mn-ea"/>
              </a:rPr>
              <a:t>）</a:t>
            </a:r>
            <a:endParaRPr lang="zh-CN" altLang="en-US" sz="4800" kern="1200" baseline="0" dirty="0">
              <a:latin typeface="Arial" panose="020B0604020202020204" pitchFamily="34" charset="0"/>
              <a:ea typeface="微软雅黑" panose="020B0503020204020204" charset="-122"/>
            </a:endParaRPr>
          </a:p>
        </p:txBody>
      </p:sp>
      <p:sp>
        <p:nvSpPr>
          <p:cNvPr id="10243" name="副标题 10242"/>
          <p:cNvSpPr/>
          <p:nvPr>
            <p:ph type="subTitle" idx="1"/>
          </p:nvPr>
        </p:nvSpPr>
        <p:spPr>
          <a:xfrm>
            <a:off x="457200" y="4500245"/>
            <a:ext cx="6400800" cy="914400"/>
          </a:xfrm>
        </p:spPr>
        <p:txBody>
          <a:bodyPr anchor="t"/>
          <a:p>
            <a:pPr defTabSz="914400"/>
            <a:r>
              <a:rPr lang="zh-CN" altLang="en-US" b="1" kern="1200" baseline="0">
                <a:latin typeface="宋体" panose="02010600030101010101" pitchFamily="2" charset="-122"/>
                <a:ea typeface="宋体" panose="02010600030101010101" pitchFamily="2" charset="-122"/>
              </a:rPr>
              <a:t>主讲人：老教练</a:t>
            </a:r>
            <a:endParaRPr lang="zh-CN" altLang="en-US" b="1" kern="1200" baseline="0">
              <a:latin typeface="宋体" panose="02010600030101010101" pitchFamily="2" charset="-122"/>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p:nvPr>
            <p:ph type="title"/>
          </p:nvPr>
        </p:nvSpPr>
        <p:spPr>
          <a:xfrm>
            <a:off x="198120" y="362585"/>
            <a:ext cx="2324100" cy="942975"/>
          </a:xfrm>
        </p:spPr>
        <p:txBody>
          <a:bodyPr anchor="ctr"/>
          <a:p>
            <a:r>
              <a:rPr lang="zh-CN" altLang="en-US" b="1">
                <a:latin typeface="Times New Roman" panose="02020603050405020304" pitchFamily="2" charset="0"/>
                <a:ea typeface="楷体_GB2312" pitchFamily="1" charset="-122"/>
              </a:rPr>
              <a:t>智能算法</a:t>
            </a:r>
            <a:endParaRPr lang="zh-CN" altLang="en-US" b="1">
              <a:latin typeface="Times New Roman" panose="02020603050405020304" pitchFamily="2" charset="0"/>
              <a:ea typeface="楷体_GB2312" pitchFamily="1" charset="-122"/>
            </a:endParaRPr>
          </a:p>
        </p:txBody>
      </p:sp>
      <p:sp>
        <p:nvSpPr>
          <p:cNvPr id="11267" name="文本占位符 11266"/>
          <p:cNvSpPr/>
          <p:nvPr>
            <p:ph type="body" idx="1"/>
          </p:nvPr>
        </p:nvSpPr>
        <p:spPr>
          <a:xfrm>
            <a:off x="457200" y="2082800"/>
            <a:ext cx="5267325" cy="4043363"/>
          </a:xfrm>
        </p:spPr>
        <p:txBody>
          <a:bodyPr lIns="90170" tIns="46990" rIns="90170" bIns="46990"/>
          <a:p>
            <a:r>
              <a:rPr lang="zh-CN" altLang="en-US" dirty="0"/>
              <a:t>向大自然学习</a:t>
            </a:r>
            <a:endParaRPr lang="zh-CN" altLang="en-US" dirty="0"/>
          </a:p>
          <a:p>
            <a:pPr lvl="1">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遗传算法</a:t>
            </a:r>
            <a:r>
              <a:rPr lang="en-US" altLang="x-none" b="1" dirty="0">
                <a:latin typeface="宋体" panose="02010600030101010101" pitchFamily="2" charset="-122"/>
                <a:ea typeface="宋体" panose="02010600030101010101" pitchFamily="2" charset="-122"/>
              </a:rPr>
              <a:t>(GA)</a:t>
            </a:r>
            <a:endParaRPr lang="en-US" altLang="x-none"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物竞天择，设计染色体编码，根据适应值函数进行染色体选择、交叉和变异操作，优化求解</a:t>
            </a:r>
            <a:endParaRPr lang="zh-TW" altLang="en-US"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endParaRPr lang="zh-TW" altLang="en-US" b="1" dirty="0">
              <a:latin typeface="宋体" panose="02010600030101010101" pitchFamily="2" charset="-122"/>
              <a:ea typeface="宋体" panose="02010600030101010101" pitchFamily="2" charset="-122"/>
            </a:endParaRPr>
          </a:p>
          <a:p>
            <a:pPr lvl="1">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人工神经网络算法</a:t>
            </a:r>
            <a:r>
              <a:rPr lang="en-US" altLang="x-none" b="1" dirty="0">
                <a:latin typeface="宋体" panose="02010600030101010101" pitchFamily="2" charset="-122"/>
                <a:ea typeface="宋体" panose="02010600030101010101" pitchFamily="2" charset="-122"/>
              </a:rPr>
              <a:t>(ANN)</a:t>
            </a:r>
            <a:endParaRPr lang="en-US" altLang="x-none"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模仿生物神经元，透过神经元的信息传递、训练学习、联想，优化求解</a:t>
            </a:r>
            <a:endParaRPr lang="zh-TW" altLang="en-US"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endParaRPr lang="zh-TW" altLang="en-US" b="1" dirty="0">
              <a:latin typeface="宋体" panose="02010600030101010101" pitchFamily="2" charset="-122"/>
              <a:ea typeface="宋体" panose="02010600030101010101" pitchFamily="2" charset="-122"/>
            </a:endParaRPr>
          </a:p>
          <a:p>
            <a:pPr lvl="1">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模拟退火算法</a:t>
            </a:r>
            <a:r>
              <a:rPr lang="en-US" altLang="x-none" b="1" dirty="0">
                <a:latin typeface="宋体" panose="02010600030101010101" pitchFamily="2" charset="-122"/>
                <a:ea typeface="宋体" panose="02010600030101010101" pitchFamily="2" charset="-122"/>
              </a:rPr>
              <a:t>(SA)</a:t>
            </a:r>
            <a:endParaRPr lang="en-US" altLang="x-none" b="1" dirty="0">
              <a:latin typeface="宋体" panose="02010600030101010101" pitchFamily="2" charset="-122"/>
              <a:ea typeface="宋体" panose="02010600030101010101" pitchFamily="2" charset="-122"/>
            </a:endParaRPr>
          </a:p>
          <a:p>
            <a:pPr lvl="2">
              <a:buClr>
                <a:srgbClr val="FF9900"/>
              </a:buClr>
              <a:buFont typeface="Wingdings" panose="05000000000000000000" pitchFamily="2" charset="2"/>
              <a:buChar char="n"/>
            </a:pPr>
            <a:r>
              <a:rPr lang="zh-TW" altLang="en-US" b="1" dirty="0">
                <a:latin typeface="宋体" panose="02010600030101010101" pitchFamily="2" charset="-122"/>
                <a:ea typeface="宋体" panose="02010600030101010101" pitchFamily="2" charset="-122"/>
              </a:rPr>
              <a:t>模</a:t>
            </a:r>
            <a:r>
              <a:rPr lang="zh-CN" altLang="en-US" b="1" dirty="0">
                <a:latin typeface="宋体" panose="02010600030101010101" pitchFamily="2" charset="-122"/>
                <a:ea typeface="宋体" panose="02010600030101010101" pitchFamily="2" charset="-122"/>
              </a:rPr>
              <a:t>模仿金属物质退火过程</a:t>
            </a:r>
            <a:endParaRPr lang="zh-TW" altLang="en-US" b="1" dirty="0">
              <a:latin typeface="宋体" panose="02010600030101010101" pitchFamily="2" charset="-122"/>
              <a:ea typeface="宋体" panose="02010600030101010101" pitchFamily="2" charset="-122"/>
            </a:endParaRPr>
          </a:p>
          <a:p>
            <a:endParaRPr lang="zh-TW" altLang="en-US" b="1" dirty="0">
              <a:latin typeface="宋体" panose="02010600030101010101" pitchFamily="2" charset="-122"/>
              <a:ea typeface="宋体" panose="02010600030101010101" pitchFamily="2" charset="-122"/>
            </a:endParaRPr>
          </a:p>
        </p:txBody>
      </p:sp>
      <p:pic>
        <p:nvPicPr>
          <p:cNvPr id="11268" name="Picture 24" descr="dna"/>
          <p:cNvPicPr>
            <a:picLocks noChangeAspect="1"/>
          </p:cNvPicPr>
          <p:nvPr/>
        </p:nvPicPr>
        <p:blipFill>
          <a:blip r:embed="rId1"/>
          <a:stretch>
            <a:fillRect/>
          </a:stretch>
        </p:blipFill>
        <p:spPr>
          <a:xfrm>
            <a:off x="5999798" y="896620"/>
            <a:ext cx="2484437" cy="1727200"/>
          </a:xfrm>
          <a:prstGeom prst="rect">
            <a:avLst/>
          </a:prstGeom>
          <a:noFill/>
          <a:ln w="9525">
            <a:noFill/>
          </a:ln>
        </p:spPr>
      </p:pic>
      <p:pic>
        <p:nvPicPr>
          <p:cNvPr id="11269" name="Picture 25" descr="04"/>
          <p:cNvPicPr>
            <a:picLocks noChangeAspect="1"/>
          </p:cNvPicPr>
          <p:nvPr/>
        </p:nvPicPr>
        <p:blipFill>
          <a:blip r:embed="rId2"/>
          <a:stretch>
            <a:fillRect/>
          </a:stretch>
        </p:blipFill>
        <p:spPr>
          <a:xfrm>
            <a:off x="6202363" y="2807970"/>
            <a:ext cx="2484437" cy="1989138"/>
          </a:xfrm>
          <a:prstGeom prst="rect">
            <a:avLst/>
          </a:prstGeom>
          <a:noFill/>
          <a:ln w="9525">
            <a:noFill/>
          </a:ln>
        </p:spPr>
      </p:pic>
      <p:pic>
        <p:nvPicPr>
          <p:cNvPr id="11270" name="Picture 22" descr="special20"/>
          <p:cNvPicPr>
            <a:picLocks noChangeAspect="1"/>
          </p:cNvPicPr>
          <p:nvPr/>
        </p:nvPicPr>
        <p:blipFill>
          <a:blip r:embed="rId3"/>
          <a:stretch>
            <a:fillRect/>
          </a:stretch>
        </p:blipFill>
        <p:spPr>
          <a:xfrm>
            <a:off x="5524500" y="4797425"/>
            <a:ext cx="3619500" cy="19145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fade">
                                      <p:cBhvr>
                                        <p:cTn id="7" dur="500"/>
                                        <p:tgtEl>
                                          <p:spTgt spid="1126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269"/>
                                        </p:tgtEl>
                                        <p:attrNameLst>
                                          <p:attrName>style.visibility</p:attrName>
                                        </p:attrNameLst>
                                      </p:cBhvr>
                                      <p:to>
                                        <p:strVal val="visible"/>
                                      </p:to>
                                    </p:set>
                                    <p:animEffect transition="in" filter="fade">
                                      <p:cBhvr>
                                        <p:cTn id="11" dur="500"/>
                                        <p:tgtEl>
                                          <p:spTgt spid="1126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270"/>
                                        </p:tgtEl>
                                        <p:attrNameLst>
                                          <p:attrName>style.visibility</p:attrName>
                                        </p:attrNameLst>
                                      </p:cBhvr>
                                      <p:to>
                                        <p:strVal val="visible"/>
                                      </p:to>
                                    </p:set>
                                    <p:animEffect transition="in" filter="fade">
                                      <p:cBhvr>
                                        <p:cTn id="15"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文本占位符 13313"/>
          <p:cNvSpPr/>
          <p:nvPr>
            <p:ph type="body" idx="1"/>
          </p:nvPr>
        </p:nvSpPr>
        <p:spPr>
          <a:xfrm>
            <a:off x="12700" y="2126933"/>
            <a:ext cx="6356350" cy="4189412"/>
          </a:xfrm>
        </p:spPr>
        <p:txBody>
          <a:bodyPr lIns="90170" tIns="46990" rIns="90170" bIns="46990"/>
          <a:p>
            <a:pPr>
              <a:buNone/>
            </a:pPr>
            <a:r>
              <a:rPr lang="zh-CN" altLang="en-US" dirty="0">
                <a:solidFill>
                  <a:schemeClr val="tx1"/>
                </a:solidFill>
              </a:rPr>
              <a:t>   </a:t>
            </a:r>
            <a:r>
              <a:rPr lang="zh-CN" altLang="en-US" sz="2000" b="1" dirty="0">
                <a:solidFill>
                  <a:schemeClr val="tx1"/>
                </a:solidFill>
                <a:latin typeface="宋体" panose="02010600030101010101" pitchFamily="2" charset="-122"/>
                <a:ea typeface="宋体" panose="02010600030101010101" pitchFamily="2" charset="-122"/>
              </a:rPr>
              <a:t>由Kennedy和Eberhart于1995年提出．</a:t>
            </a:r>
            <a:endParaRPr lang="zh-CN" altLang="en-US" sz="2000" b="1" dirty="0">
              <a:solidFill>
                <a:schemeClr val="tx1"/>
              </a:solidFill>
              <a:latin typeface="宋体" panose="02010600030101010101" pitchFamily="2" charset="-122"/>
              <a:ea typeface="宋体" panose="02010600030101010101" pitchFamily="2" charset="-122"/>
            </a:endParaRPr>
          </a:p>
          <a:p>
            <a:pPr>
              <a:buNone/>
            </a:pPr>
            <a:endParaRPr lang="zh-CN" altLang="en-US" sz="2000" b="1" dirty="0">
              <a:solidFill>
                <a:schemeClr val="tx1"/>
              </a:solidFill>
              <a:latin typeface="宋体" panose="02010600030101010101" pitchFamily="2" charset="-122"/>
              <a:ea typeface="宋体" panose="02010600030101010101" pitchFamily="2" charset="-122"/>
            </a:endParaRPr>
          </a:p>
          <a:p>
            <a:pPr>
              <a:buNone/>
            </a:pPr>
            <a:r>
              <a:rPr lang="zh-CN" altLang="en-US" sz="2000" b="1" dirty="0">
                <a:solidFill>
                  <a:schemeClr val="tx1"/>
                </a:solidFill>
                <a:latin typeface="宋体" panose="02010600030101010101" pitchFamily="2" charset="-122"/>
                <a:ea typeface="宋体" panose="02010600030101010101" pitchFamily="2" charset="-122"/>
              </a:rPr>
              <a:t>  群体迭代，粒子在解空间追随最优的粒子进行搜索.</a:t>
            </a:r>
            <a:endParaRPr lang="zh-CN" altLang="en-US" sz="2000" b="1" dirty="0">
              <a:solidFill>
                <a:schemeClr val="tx1"/>
              </a:solidFill>
              <a:latin typeface="宋体" panose="02010600030101010101" pitchFamily="2" charset="-122"/>
              <a:ea typeface="宋体" panose="02010600030101010101" pitchFamily="2" charset="-122"/>
            </a:endParaRPr>
          </a:p>
          <a:p>
            <a:pPr>
              <a:buNone/>
            </a:pPr>
            <a:endParaRPr lang="zh-CN" altLang="en-US" sz="2000" b="1" dirty="0">
              <a:solidFill>
                <a:schemeClr val="tx1"/>
              </a:solidFill>
              <a:latin typeface="宋体" panose="02010600030101010101" pitchFamily="2" charset="-122"/>
              <a:ea typeface="宋体" panose="02010600030101010101" pitchFamily="2" charset="-122"/>
            </a:endParaRPr>
          </a:p>
          <a:p>
            <a:pPr>
              <a:buNone/>
            </a:pPr>
            <a:r>
              <a:rPr lang="zh-CN" altLang="en-US" sz="2000" b="1" dirty="0">
                <a:solidFill>
                  <a:schemeClr val="tx1"/>
                </a:solidFill>
                <a:ea typeface="楷体_GB2312" pitchFamily="1" charset="-122"/>
              </a:rPr>
              <a:t>                            简单易行</a:t>
            </a:r>
            <a:endParaRPr lang="zh-CN" altLang="en-US" sz="2000" b="1" dirty="0">
              <a:solidFill>
                <a:schemeClr val="tx1"/>
              </a:solidFill>
              <a:ea typeface="楷体_GB2312" pitchFamily="1" charset="-122"/>
            </a:endParaRPr>
          </a:p>
          <a:p>
            <a:pPr>
              <a:buNone/>
            </a:pPr>
            <a:r>
              <a:rPr lang="zh-CN" altLang="en-US" sz="2000" b="1" dirty="0">
                <a:solidFill>
                  <a:schemeClr val="tx1"/>
                </a:solidFill>
                <a:ea typeface="楷体_GB2312" pitchFamily="1" charset="-122"/>
              </a:rPr>
              <a:t>   粒子群算法:      收敛速度快</a:t>
            </a:r>
            <a:endParaRPr lang="zh-CN" altLang="en-US" sz="2000" b="1" dirty="0">
              <a:solidFill>
                <a:schemeClr val="tx1"/>
              </a:solidFill>
              <a:ea typeface="楷体_GB2312" pitchFamily="1" charset="-122"/>
            </a:endParaRPr>
          </a:p>
          <a:p>
            <a:pPr>
              <a:buNone/>
            </a:pPr>
            <a:r>
              <a:rPr lang="zh-CN" altLang="en-US" sz="2000" b="1" dirty="0">
                <a:solidFill>
                  <a:schemeClr val="tx1"/>
                </a:solidFill>
                <a:ea typeface="楷体_GB2312" pitchFamily="1" charset="-122"/>
              </a:rPr>
              <a:t>                            设置参数少</a:t>
            </a:r>
            <a:endParaRPr lang="zh-CN" altLang="en-US" sz="2000" b="1" dirty="0">
              <a:solidFill>
                <a:schemeClr val="tx1"/>
              </a:solidFill>
              <a:ea typeface="楷体_GB2312" pitchFamily="1" charset="-122"/>
            </a:endParaRPr>
          </a:p>
          <a:p>
            <a:pPr>
              <a:buNone/>
            </a:pPr>
            <a:endParaRPr lang="zh-CN" altLang="en-US" sz="2000" b="1" dirty="0">
              <a:solidFill>
                <a:schemeClr val="tx1"/>
              </a:solidFill>
              <a:ea typeface="楷体_GB2312" pitchFamily="1" charset="-122"/>
            </a:endParaRPr>
          </a:p>
          <a:p>
            <a:pPr>
              <a:buNone/>
            </a:pPr>
            <a:r>
              <a:rPr lang="zh-CN" altLang="en-US" sz="2000" b="1" dirty="0">
                <a:solidFill>
                  <a:schemeClr val="tx1"/>
                </a:solidFill>
                <a:ea typeface="楷体_GB2312" pitchFamily="1" charset="-122"/>
              </a:rPr>
              <a:t>   已成为现代优化方法领域研究的热点．</a:t>
            </a:r>
            <a:endParaRPr lang="zh-CN" altLang="en-US" sz="2000" b="1" dirty="0">
              <a:solidFill>
                <a:schemeClr val="tx1"/>
              </a:solidFill>
              <a:ea typeface="楷体_GB2312" pitchFamily="1" charset="-122"/>
            </a:endParaRPr>
          </a:p>
        </p:txBody>
      </p:sp>
      <p:sp>
        <p:nvSpPr>
          <p:cNvPr id="13315" name="文本框 13314"/>
          <p:cNvSpPr txBox="1"/>
          <p:nvPr/>
        </p:nvSpPr>
        <p:spPr>
          <a:xfrm>
            <a:off x="1042988" y="260350"/>
            <a:ext cx="7129462" cy="366713"/>
          </a:xfrm>
          <a:prstGeom prst="rect">
            <a:avLst/>
          </a:prstGeom>
          <a:noFill/>
          <a:ln w="9525">
            <a:noFill/>
          </a:ln>
        </p:spPr>
        <p:txBody>
          <a:bodyPr>
            <a:spAutoFit/>
          </a:bodyPr>
          <a:p>
            <a:pPr eaLnBrk="0" hangingPunct="0">
              <a:spcBef>
                <a:spcPct val="50000"/>
              </a:spcBef>
            </a:pPr>
            <a:endParaRPr>
              <a:latin typeface="Arial" panose="020B0604020202020204" pitchFamily="34" charset="0"/>
            </a:endParaRPr>
          </a:p>
        </p:txBody>
      </p:sp>
      <p:sp>
        <p:nvSpPr>
          <p:cNvPr id="13316" name="标题 13315"/>
          <p:cNvSpPr/>
          <p:nvPr>
            <p:ph type="title"/>
          </p:nvPr>
        </p:nvSpPr>
        <p:spPr>
          <a:xfrm>
            <a:off x="301625" y="329565"/>
            <a:ext cx="5188585" cy="991870"/>
          </a:xfrm>
        </p:spPr>
        <p:txBody>
          <a:bodyPr anchor="ctr"/>
          <a:p>
            <a:r>
              <a:rPr lang="zh-CN" altLang="en-US" b="1">
                <a:latin typeface="Times New Roman" panose="02020603050405020304" pitchFamily="2" charset="0"/>
                <a:ea typeface="楷体_GB2312" pitchFamily="1" charset="-122"/>
              </a:rPr>
              <a:t>粒子群算法发展历史简介</a:t>
            </a:r>
            <a:r>
              <a:rPr lang="zh-CN" altLang="en-US"/>
              <a:t> </a:t>
            </a:r>
            <a:endParaRPr lang="zh-CN" altLang="en-US"/>
          </a:p>
        </p:txBody>
      </p:sp>
      <p:pic>
        <p:nvPicPr>
          <p:cNvPr id="13317" name="Picture 24" descr="Russ Eberhart"/>
          <p:cNvPicPr>
            <a:picLocks noChangeAspect="1"/>
          </p:cNvPicPr>
          <p:nvPr/>
        </p:nvPicPr>
        <p:blipFill>
          <a:blip r:embed="rId1"/>
          <a:stretch>
            <a:fillRect/>
          </a:stretch>
        </p:blipFill>
        <p:spPr>
          <a:xfrm>
            <a:off x="6934200" y="990600"/>
            <a:ext cx="2171700" cy="2667000"/>
          </a:xfrm>
          <a:prstGeom prst="rect">
            <a:avLst/>
          </a:prstGeom>
          <a:noFill/>
          <a:ln w="9525">
            <a:noFill/>
          </a:ln>
        </p:spPr>
      </p:pic>
      <p:pic>
        <p:nvPicPr>
          <p:cNvPr id="13318" name="Picture 29" descr="jimk2"/>
          <p:cNvPicPr>
            <a:picLocks noChangeAspect="1"/>
          </p:cNvPicPr>
          <p:nvPr/>
        </p:nvPicPr>
        <p:blipFill>
          <a:blip r:embed="rId2"/>
          <a:stretch>
            <a:fillRect/>
          </a:stretch>
        </p:blipFill>
        <p:spPr>
          <a:xfrm>
            <a:off x="5257800" y="3810000"/>
            <a:ext cx="3887788" cy="2644775"/>
          </a:xfrm>
          <a:prstGeom prst="rect">
            <a:avLst/>
          </a:prstGeom>
          <a:noFill/>
          <a:ln w="9525">
            <a:noFill/>
          </a:ln>
        </p:spPr>
      </p:pic>
      <p:sp>
        <p:nvSpPr>
          <p:cNvPr id="13319" name="左大括号 13318"/>
          <p:cNvSpPr/>
          <p:nvPr/>
        </p:nvSpPr>
        <p:spPr>
          <a:xfrm>
            <a:off x="1863090" y="3789680"/>
            <a:ext cx="244475" cy="863600"/>
          </a:xfrm>
          <a:prstGeom prst="leftBrace">
            <a:avLst>
              <a:gd name="adj1" fmla="val 29437"/>
              <a:gd name="adj2" fmla="val 50000"/>
            </a:avLst>
          </a:prstGeom>
          <a:noFill/>
          <a:ln w="28575" cap="flat" cmpd="sng">
            <a:solidFill>
              <a:schemeClr val="tx1"/>
            </a:solidFill>
            <a:prstDash val="solid"/>
            <a:headEnd type="none" w="med" len="med"/>
            <a:tailEnd type="none" w="med" len="med"/>
          </a:ln>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wipe(left)">
                                      <p:cBhvr>
                                        <p:cTn id="7"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p:nvPr>
            <p:ph type="title"/>
          </p:nvPr>
        </p:nvSpPr>
        <p:spPr/>
        <p:txBody>
          <a:bodyPr anchor="ctr"/>
          <a:p>
            <a:r>
              <a:rPr lang="zh-CN" altLang="en-US" b="1">
                <a:ea typeface="楷体_GB2312" pitchFamily="1" charset="-122"/>
              </a:rPr>
              <a:t>粒子群</a:t>
            </a:r>
            <a:r>
              <a:rPr lang="zh-CN" altLang="en-US" b="1">
                <a:latin typeface="Times New Roman" panose="02020603050405020304" pitchFamily="2" charset="0"/>
                <a:ea typeface="楷体_GB2312" pitchFamily="1" charset="-122"/>
              </a:rPr>
              <a:t>算法的基本思想</a:t>
            </a:r>
            <a:endParaRPr lang="zh-CN" altLang="en-US" b="1">
              <a:latin typeface="Times New Roman" panose="02020603050405020304" pitchFamily="2" charset="0"/>
              <a:ea typeface="楷体_GB2312" pitchFamily="1" charset="-122"/>
            </a:endParaRPr>
          </a:p>
        </p:txBody>
      </p:sp>
      <p:sp>
        <p:nvSpPr>
          <p:cNvPr id="14339" name="文本占位符 14338"/>
          <p:cNvSpPr/>
          <p:nvPr>
            <p:ph type="body" idx="1"/>
          </p:nvPr>
        </p:nvSpPr>
        <p:spPr>
          <a:xfrm>
            <a:off x="490538" y="1853565"/>
            <a:ext cx="8229600" cy="4678363"/>
          </a:xfrm>
        </p:spPr>
        <p:txBody>
          <a:bodyPr lIns="90170" tIns="46990" rIns="90170" bIns="46990"/>
          <a:p>
            <a:r>
              <a:rPr lang="zh-CN" altLang="en-US" b="1">
                <a:solidFill>
                  <a:schemeClr val="tx1"/>
                </a:solidFill>
                <a:latin typeface="宋体" panose="02010600030101010101" pitchFamily="2" charset="-122"/>
                <a:ea typeface="宋体" panose="02010600030101010101" pitchFamily="2" charset="-122"/>
              </a:rPr>
              <a:t>粒子群算法的思想源于对鸟群捕食行为的研究．</a:t>
            </a:r>
            <a:endParaRPr lang="zh-CN" altLang="en-US" b="1">
              <a:solidFill>
                <a:schemeClr val="tx1"/>
              </a:solidFill>
              <a:latin typeface="宋体" panose="02010600030101010101" pitchFamily="2" charset="-122"/>
              <a:ea typeface="宋体" panose="02010600030101010101" pitchFamily="2" charset="-122"/>
            </a:endParaRPr>
          </a:p>
          <a:p>
            <a:r>
              <a:rPr lang="zh-CN" altLang="en-US" b="1">
                <a:solidFill>
                  <a:schemeClr val="tx1"/>
                </a:solidFill>
                <a:latin typeface="宋体" panose="02010600030101010101" pitchFamily="2" charset="-122"/>
                <a:ea typeface="宋体" panose="02010600030101010101" pitchFamily="2" charset="-122"/>
              </a:rPr>
              <a:t>模拟鸟集群飞行觅食的行为，鸟之间通过集体的协作使群体达到最优目的，是一种基于</a:t>
            </a:r>
            <a:r>
              <a:rPr lang="en-US" altLang="zh-CN" b="1">
                <a:solidFill>
                  <a:schemeClr val="tx1"/>
                </a:solidFill>
                <a:latin typeface="宋体" panose="02010600030101010101" pitchFamily="2" charset="-122"/>
                <a:ea typeface="宋体" panose="02010600030101010101" pitchFamily="2" charset="-122"/>
              </a:rPr>
              <a:t>Swarm Intelligence</a:t>
            </a:r>
            <a:r>
              <a:rPr lang="zh-CN" altLang="en-US" b="1">
                <a:solidFill>
                  <a:schemeClr val="tx1"/>
                </a:solidFill>
                <a:latin typeface="宋体" panose="02010600030101010101" pitchFamily="2" charset="-122"/>
                <a:ea typeface="宋体" panose="02010600030101010101" pitchFamily="2" charset="-122"/>
              </a:rPr>
              <a:t>的优化方法</a:t>
            </a:r>
            <a:r>
              <a:rPr lang="zh-CN" altLang="en-US" sz="2000" b="1">
                <a:latin typeface="宋体" panose="02010600030101010101" pitchFamily="2" charset="-122"/>
                <a:ea typeface="宋体" panose="02010600030101010101" pitchFamily="2" charset="-122"/>
              </a:rPr>
              <a:t>。</a:t>
            </a:r>
            <a:endParaRPr lang="zh-CN" altLang="en-US" b="1">
              <a:solidFill>
                <a:schemeClr val="tx1"/>
              </a:solidFill>
              <a:latin typeface="宋体" panose="02010600030101010101" pitchFamily="2" charset="-122"/>
              <a:ea typeface="宋体" panose="02010600030101010101" pitchFamily="2" charset="-122"/>
            </a:endParaRPr>
          </a:p>
          <a:p>
            <a:r>
              <a:rPr lang="zh-CN" altLang="en-US" b="1">
                <a:solidFill>
                  <a:schemeClr val="tx1"/>
                </a:solidFill>
                <a:latin typeface="宋体" panose="02010600030101010101" pitchFamily="2" charset="-122"/>
                <a:ea typeface="宋体" panose="02010600030101010101" pitchFamily="2" charset="-122"/>
              </a:rPr>
              <a:t>马良教授在他的著作</a:t>
            </a:r>
            <a:r>
              <a:rPr lang="en-US" altLang="zh-CN" b="1">
                <a:solidFill>
                  <a:schemeClr val="tx1"/>
                </a:solidFill>
                <a:latin typeface="宋体" panose="02010600030101010101" pitchFamily="2" charset="-122"/>
                <a:ea typeface="宋体" panose="02010600030101010101" pitchFamily="2" charset="-122"/>
              </a:rPr>
              <a:t>《</a:t>
            </a:r>
            <a:r>
              <a:rPr lang="zh-CN" altLang="en-US" b="1">
                <a:solidFill>
                  <a:schemeClr val="tx1"/>
                </a:solidFill>
                <a:latin typeface="宋体" panose="02010600030101010101" pitchFamily="2" charset="-122"/>
                <a:ea typeface="宋体" panose="02010600030101010101" pitchFamily="2" charset="-122"/>
              </a:rPr>
              <a:t>蚁群优化算法</a:t>
            </a:r>
            <a:r>
              <a:rPr lang="en-US" altLang="zh-CN" b="1">
                <a:solidFill>
                  <a:schemeClr val="tx1"/>
                </a:solidFill>
                <a:latin typeface="宋体" panose="02010600030101010101" pitchFamily="2" charset="-122"/>
                <a:ea typeface="宋体" panose="02010600030101010101" pitchFamily="2" charset="-122"/>
              </a:rPr>
              <a:t>》</a:t>
            </a:r>
            <a:r>
              <a:rPr lang="zh-CN" altLang="en-US" b="1">
                <a:solidFill>
                  <a:schemeClr val="tx1"/>
                </a:solidFill>
                <a:latin typeface="宋体" panose="02010600030101010101" pitchFamily="2" charset="-122"/>
                <a:ea typeface="宋体" panose="02010600030101010101" pitchFamily="2" charset="-122"/>
              </a:rPr>
              <a:t>一书的前言中写到</a:t>
            </a:r>
            <a:r>
              <a:rPr lang="zh-CN" altLang="en-US" b="1">
                <a:solidFill>
                  <a:schemeClr val="tx1"/>
                </a:solidFill>
                <a:latin typeface="楷体_GB2312" pitchFamily="1" charset="-122"/>
                <a:ea typeface="楷体_GB2312" pitchFamily="1" charset="-122"/>
              </a:rPr>
              <a:t>：</a:t>
            </a:r>
            <a:endParaRPr lang="zh-CN" altLang="en-US" b="1">
              <a:solidFill>
                <a:schemeClr val="tx1"/>
              </a:solidFill>
              <a:latin typeface="楷体_GB2312" pitchFamily="1" charset="-122"/>
              <a:ea typeface="楷体_GB2312" pitchFamily="1" charset="-122"/>
            </a:endParaRPr>
          </a:p>
          <a:p>
            <a:endParaRPr lang="zh-CN" altLang="en-US" b="1">
              <a:solidFill>
                <a:schemeClr val="tx1"/>
              </a:solidFill>
              <a:latin typeface="楷体_GB2312" pitchFamily="1" charset="-122"/>
              <a:ea typeface="楷体_GB2312" pitchFamily="1" charset="-122"/>
            </a:endParaRPr>
          </a:p>
          <a:p>
            <a:endParaRPr lang="zh-CN" altLang="en-US" b="1">
              <a:solidFill>
                <a:schemeClr val="tx1"/>
              </a:solidFill>
              <a:latin typeface="楷体_GB2312" pitchFamily="1" charset="-122"/>
              <a:ea typeface="楷体_GB2312" pitchFamily="1" charset="-122"/>
            </a:endParaRPr>
          </a:p>
          <a:p>
            <a:endParaRPr lang="zh-CN" altLang="en-US" b="1">
              <a:solidFill>
                <a:schemeClr val="tx1"/>
              </a:solidFill>
              <a:latin typeface="楷体_GB2312" pitchFamily="1" charset="-122"/>
              <a:ea typeface="楷体_GB2312" pitchFamily="1" charset="-122"/>
            </a:endParaRPr>
          </a:p>
          <a:p>
            <a:r>
              <a:rPr lang="zh-CN" altLang="en-US" b="1">
                <a:solidFill>
                  <a:schemeClr val="bg1"/>
                </a:solidFill>
                <a:latin typeface="楷体_GB2312" pitchFamily="1" charset="-122"/>
                <a:ea typeface="楷体_GB2312" pitchFamily="1" charset="-122"/>
              </a:rPr>
              <a:t>大自然对我们的最大恩赐！</a:t>
            </a:r>
            <a:endParaRPr lang="zh-CN" altLang="en-US" b="1">
              <a:solidFill>
                <a:schemeClr val="bg1"/>
              </a:solidFill>
              <a:latin typeface="楷体_GB2312" pitchFamily="1" charset="-122"/>
              <a:ea typeface="楷体_GB2312" pitchFamily="1" charset="-122"/>
            </a:endParaRPr>
          </a:p>
        </p:txBody>
      </p:sp>
      <p:sp>
        <p:nvSpPr>
          <p:cNvPr id="14340" name="椭圆 14339" descr="紫色网格"/>
          <p:cNvSpPr/>
          <p:nvPr/>
        </p:nvSpPr>
        <p:spPr>
          <a:xfrm>
            <a:off x="511175" y="3493135"/>
            <a:ext cx="8209280" cy="2952750"/>
          </a:xfrm>
          <a:prstGeom prst="ellipse">
            <a:avLst/>
          </a:prstGeom>
          <a:blipFill rotWithShape="1">
            <a:blip r:embed="rId1"/>
          </a:blipFill>
          <a:ln w="38100" cap="flat" cmpd="sng">
            <a:solidFill>
              <a:srgbClr val="00FF00"/>
            </a:solidFill>
            <a:prstDash val="solid"/>
            <a:headEnd type="none" w="med" len="med"/>
            <a:tailEnd type="none" w="med" len="med"/>
          </a:ln>
        </p:spPr>
        <p:txBody>
          <a:bodyPr vert="horz" wrap="none" anchor="ctr"/>
          <a:p>
            <a:pPr algn="ctr"/>
            <a:r>
              <a:rPr lang="zh-CN" altLang="en-US" sz="2400" b="1" dirty="0">
                <a:solidFill>
                  <a:schemeClr val="bg1"/>
                </a:solidFill>
                <a:latin typeface="楷体_GB2312" pitchFamily="1" charset="-122"/>
                <a:ea typeface="楷体_GB2312" pitchFamily="1" charset="-122"/>
              </a:rPr>
              <a:t>“自然界的蚁群、鸟群、鱼群、</a:t>
            </a:r>
            <a:endParaRPr lang="zh-CN" altLang="en-US" sz="2400" b="1" dirty="0">
              <a:solidFill>
                <a:schemeClr val="bg1"/>
              </a:solidFill>
              <a:latin typeface="楷体_GB2312" pitchFamily="1" charset="-122"/>
              <a:ea typeface="楷体_GB2312" pitchFamily="1" charset="-122"/>
            </a:endParaRPr>
          </a:p>
          <a:p>
            <a:pPr algn="ctr"/>
            <a:r>
              <a:rPr lang="zh-CN" altLang="en-US" sz="2400" b="1" dirty="0">
                <a:solidFill>
                  <a:schemeClr val="bg1"/>
                </a:solidFill>
                <a:latin typeface="楷体_GB2312" pitchFamily="1" charset="-122"/>
                <a:ea typeface="楷体_GB2312" pitchFamily="1" charset="-122"/>
              </a:rPr>
              <a:t>羊群、牛群、蜂群等，其实时时刻刻都在给予</a:t>
            </a:r>
            <a:endParaRPr lang="zh-CN" altLang="en-US" sz="2400" b="1" dirty="0">
              <a:solidFill>
                <a:schemeClr val="bg1"/>
              </a:solidFill>
              <a:latin typeface="楷体_GB2312" pitchFamily="1" charset="-122"/>
              <a:ea typeface="楷体_GB2312" pitchFamily="1" charset="-122"/>
            </a:endParaRPr>
          </a:p>
          <a:p>
            <a:pPr algn="ctr"/>
            <a:r>
              <a:rPr lang="zh-CN" altLang="en-US" sz="2400" b="1" dirty="0">
                <a:solidFill>
                  <a:schemeClr val="bg1"/>
                </a:solidFill>
                <a:latin typeface="楷体_GB2312" pitchFamily="1" charset="-122"/>
                <a:ea typeface="楷体_GB2312" pitchFamily="1" charset="-122"/>
              </a:rPr>
              <a:t>我们以某种启示，只不过我们常常忽略了</a:t>
            </a:r>
            <a:endParaRPr lang="zh-CN" altLang="en-US" sz="2400" b="1" dirty="0">
              <a:solidFill>
                <a:schemeClr val="bg1"/>
              </a:solidFill>
              <a:latin typeface="楷体_GB2312" pitchFamily="1" charset="-122"/>
              <a:ea typeface="楷体_GB2312" pitchFamily="1" charset="-122"/>
            </a:endParaRPr>
          </a:p>
          <a:p>
            <a:pPr algn="ctr"/>
            <a:r>
              <a:rPr lang="zh-CN" altLang="en-US" sz="2400" b="1" dirty="0">
                <a:solidFill>
                  <a:schemeClr val="bg1"/>
                </a:solidFill>
                <a:latin typeface="楷体_GB2312" pitchFamily="1" charset="-122"/>
                <a:ea typeface="楷体_GB2312" pitchFamily="1" charset="-122"/>
              </a:rPr>
              <a:t>大自然对我们的最大恩赐！......”</a:t>
            </a:r>
            <a:endParaRPr lang="zh-CN" altLang="en-US" sz="2400" b="1" dirty="0">
              <a:solidFill>
                <a:schemeClr val="bg1"/>
              </a:solidFill>
              <a:latin typeface="楷体_GB2312" pitchFamily="1" charset="-122"/>
              <a:ea typeface="楷体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edge">
                                      <p:cBhvr>
                                        <p:cTn id="7"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362" name="组合 15361"/>
          <p:cNvGrpSpPr/>
          <p:nvPr/>
        </p:nvGrpSpPr>
        <p:grpSpPr>
          <a:xfrm>
            <a:off x="7165975" y="3817938"/>
            <a:ext cx="576263" cy="288925"/>
            <a:chOff x="0" y="0"/>
            <a:chExt cx="1351" cy="409"/>
          </a:xfrm>
        </p:grpSpPr>
        <p:sp>
          <p:nvSpPr>
            <p:cNvPr id="15363" name="AutoShape 3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64" name="AutoShape 4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65" name="AutoShape 4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366" name="组合 15365"/>
            <p:cNvGrpSpPr/>
            <p:nvPr/>
          </p:nvGrpSpPr>
          <p:grpSpPr>
            <a:xfrm>
              <a:off x="118" y="149"/>
              <a:ext cx="46" cy="46"/>
              <a:chOff x="0" y="0"/>
              <a:chExt cx="91" cy="91"/>
            </a:xfrm>
          </p:grpSpPr>
          <p:sp>
            <p:nvSpPr>
              <p:cNvPr id="15367" name="Oval 4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68" name="Oval 4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369" name="AutoShape 4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0" name="AutoShape 4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1" name="AutoShape 4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372" name="组合 15371"/>
          <p:cNvGrpSpPr/>
          <p:nvPr/>
        </p:nvGrpSpPr>
        <p:grpSpPr>
          <a:xfrm>
            <a:off x="7885113" y="3314700"/>
            <a:ext cx="576262" cy="288925"/>
            <a:chOff x="0" y="0"/>
            <a:chExt cx="1351" cy="409"/>
          </a:xfrm>
        </p:grpSpPr>
        <p:sp>
          <p:nvSpPr>
            <p:cNvPr id="15373" name="AutoShape 4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4" name="AutoShape 5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5" name="AutoShape 5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376" name="组合 15375"/>
            <p:cNvGrpSpPr/>
            <p:nvPr/>
          </p:nvGrpSpPr>
          <p:grpSpPr>
            <a:xfrm>
              <a:off x="118" y="149"/>
              <a:ext cx="46" cy="46"/>
              <a:chOff x="0" y="0"/>
              <a:chExt cx="91" cy="91"/>
            </a:xfrm>
          </p:grpSpPr>
          <p:sp>
            <p:nvSpPr>
              <p:cNvPr id="15377" name="Oval 5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78" name="Oval 5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379" name="AutoShape 5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0" name="AutoShape 5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1" name="AutoShape 5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382" name="组合 15381"/>
          <p:cNvGrpSpPr/>
          <p:nvPr/>
        </p:nvGrpSpPr>
        <p:grpSpPr>
          <a:xfrm>
            <a:off x="7669213" y="4249738"/>
            <a:ext cx="576262" cy="288925"/>
            <a:chOff x="0" y="0"/>
            <a:chExt cx="1351" cy="409"/>
          </a:xfrm>
        </p:grpSpPr>
        <p:sp>
          <p:nvSpPr>
            <p:cNvPr id="15383" name="AutoShape 5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4" name="AutoShape 6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5" name="AutoShape 6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386" name="组合 15385"/>
            <p:cNvGrpSpPr/>
            <p:nvPr/>
          </p:nvGrpSpPr>
          <p:grpSpPr>
            <a:xfrm>
              <a:off x="118" y="149"/>
              <a:ext cx="46" cy="46"/>
              <a:chOff x="0" y="0"/>
              <a:chExt cx="91" cy="91"/>
            </a:xfrm>
          </p:grpSpPr>
          <p:sp>
            <p:nvSpPr>
              <p:cNvPr id="15387" name="Oval 6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88" name="Oval 6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389" name="AutoShape 6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0" name="AutoShape 6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1" name="AutoShape 6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392" name="组合 15391"/>
          <p:cNvGrpSpPr/>
          <p:nvPr/>
        </p:nvGrpSpPr>
        <p:grpSpPr>
          <a:xfrm flipH="1">
            <a:off x="2484438" y="3386138"/>
            <a:ext cx="647700" cy="288925"/>
            <a:chOff x="0" y="0"/>
            <a:chExt cx="1351" cy="409"/>
          </a:xfrm>
        </p:grpSpPr>
        <p:sp>
          <p:nvSpPr>
            <p:cNvPr id="15393" name="AutoShape 6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4" name="AutoShape 7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5" name="AutoShape 7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396" name="组合 15395"/>
            <p:cNvGrpSpPr/>
            <p:nvPr/>
          </p:nvGrpSpPr>
          <p:grpSpPr>
            <a:xfrm>
              <a:off x="118" y="149"/>
              <a:ext cx="46" cy="46"/>
              <a:chOff x="0" y="0"/>
              <a:chExt cx="91" cy="91"/>
            </a:xfrm>
          </p:grpSpPr>
          <p:sp>
            <p:nvSpPr>
              <p:cNvPr id="15397" name="Oval 7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398" name="Oval 7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399" name="AutoShape 7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0" name="AutoShape 7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1" name="AutoShape 7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402" name="组合 15401"/>
          <p:cNvGrpSpPr/>
          <p:nvPr/>
        </p:nvGrpSpPr>
        <p:grpSpPr>
          <a:xfrm flipH="1">
            <a:off x="3205163" y="3890963"/>
            <a:ext cx="576262" cy="288925"/>
            <a:chOff x="0" y="0"/>
            <a:chExt cx="1351" cy="409"/>
          </a:xfrm>
        </p:grpSpPr>
        <p:sp>
          <p:nvSpPr>
            <p:cNvPr id="15403" name="AutoShape 7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4" name="AutoShape 8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5" name="AutoShape 8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406" name="组合 15405"/>
            <p:cNvGrpSpPr/>
            <p:nvPr/>
          </p:nvGrpSpPr>
          <p:grpSpPr>
            <a:xfrm>
              <a:off x="118" y="149"/>
              <a:ext cx="46" cy="46"/>
              <a:chOff x="0" y="0"/>
              <a:chExt cx="91" cy="91"/>
            </a:xfrm>
          </p:grpSpPr>
          <p:sp>
            <p:nvSpPr>
              <p:cNvPr id="15407" name="Oval 8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08" name="Oval 8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09" name="AutoShape 8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0" name="AutoShape 8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1" name="AutoShape 8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412" name="组合 15411"/>
          <p:cNvGrpSpPr/>
          <p:nvPr/>
        </p:nvGrpSpPr>
        <p:grpSpPr>
          <a:xfrm flipH="1">
            <a:off x="3133725" y="3530600"/>
            <a:ext cx="647700" cy="288925"/>
            <a:chOff x="0" y="0"/>
            <a:chExt cx="1351" cy="409"/>
          </a:xfrm>
        </p:grpSpPr>
        <p:sp>
          <p:nvSpPr>
            <p:cNvPr id="15413" name="AutoShape 89"/>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4" name="AutoShape 90"/>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5" name="AutoShape 9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416" name="组合 15415"/>
            <p:cNvGrpSpPr/>
            <p:nvPr/>
          </p:nvGrpSpPr>
          <p:grpSpPr>
            <a:xfrm>
              <a:off x="118" y="149"/>
              <a:ext cx="46" cy="46"/>
              <a:chOff x="0" y="0"/>
              <a:chExt cx="91" cy="91"/>
            </a:xfrm>
          </p:grpSpPr>
          <p:sp>
            <p:nvSpPr>
              <p:cNvPr id="15417" name="Oval 93"/>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18" name="Oval 94"/>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19" name="AutoShape 95"/>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0" name="AutoShape 96"/>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1" name="AutoShape 97"/>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22" name="Oval 98"/>
          <p:cNvSpPr/>
          <p:nvPr/>
        </p:nvSpPr>
        <p:spPr>
          <a:xfrm>
            <a:off x="5365750" y="3098800"/>
            <a:ext cx="142875" cy="142875"/>
          </a:xfrm>
          <a:prstGeom prst="ellipse">
            <a:avLst/>
          </a:prstGeom>
          <a:gradFill rotWithShape="1">
            <a:gsLst>
              <a:gs pos="0">
                <a:srgbClr val="FFFFFF"/>
              </a:gs>
              <a:gs pos="100000">
                <a:srgbClr val="FFCC00"/>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3" name="Line 99"/>
          <p:cNvSpPr/>
          <p:nvPr/>
        </p:nvSpPr>
        <p:spPr>
          <a:xfrm flipH="1" flipV="1">
            <a:off x="5581650" y="3170238"/>
            <a:ext cx="431800" cy="144462"/>
          </a:xfrm>
          <a:prstGeom prst="line">
            <a:avLst/>
          </a:prstGeom>
          <a:ln w="9525" cap="flat" cmpd="sng">
            <a:solidFill>
              <a:schemeClr val="tx1"/>
            </a:solidFill>
            <a:prstDash val="lgDash"/>
            <a:headEnd type="none" w="med" len="med"/>
            <a:tailEnd type="triangle" w="med" len="med"/>
          </a:ln>
        </p:spPr>
      </p:sp>
      <p:grpSp>
        <p:nvGrpSpPr>
          <p:cNvPr id="15424" name="组合 15423"/>
          <p:cNvGrpSpPr/>
          <p:nvPr/>
        </p:nvGrpSpPr>
        <p:grpSpPr>
          <a:xfrm>
            <a:off x="6084888" y="3314700"/>
            <a:ext cx="576262" cy="288925"/>
            <a:chOff x="0" y="0"/>
            <a:chExt cx="1351" cy="409"/>
          </a:xfrm>
        </p:grpSpPr>
        <p:sp>
          <p:nvSpPr>
            <p:cNvPr id="15425" name="AutoShape 23"/>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6" name="AutoShape 24"/>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27" name="AutoShape 31"/>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428" name="组合 15427"/>
            <p:cNvGrpSpPr/>
            <p:nvPr/>
          </p:nvGrpSpPr>
          <p:grpSpPr>
            <a:xfrm>
              <a:off x="118" y="149"/>
              <a:ext cx="46" cy="46"/>
              <a:chOff x="0" y="0"/>
              <a:chExt cx="91" cy="91"/>
            </a:xfrm>
          </p:grpSpPr>
          <p:sp>
            <p:nvSpPr>
              <p:cNvPr id="15429" name="Oval 25"/>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0" name="Oval 27"/>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31" name="AutoShape 33"/>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2" name="AutoShape 34"/>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3" name="AutoShape 35"/>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grpSp>
        <p:nvGrpSpPr>
          <p:cNvPr id="15434" name="组合 15433"/>
          <p:cNvGrpSpPr/>
          <p:nvPr/>
        </p:nvGrpSpPr>
        <p:grpSpPr>
          <a:xfrm>
            <a:off x="6084888" y="3314700"/>
            <a:ext cx="576262" cy="288925"/>
            <a:chOff x="0" y="0"/>
            <a:chExt cx="1351" cy="409"/>
          </a:xfrm>
        </p:grpSpPr>
        <p:sp>
          <p:nvSpPr>
            <p:cNvPr id="15435" name="AutoShape 101"/>
            <p:cNvSpPr/>
            <p:nvPr/>
          </p:nvSpPr>
          <p:spPr>
            <a:xfrm>
              <a:off x="1169" y="0"/>
              <a:ext cx="182" cy="408"/>
            </a:xfrm>
            <a:prstGeom prst="moon">
              <a:avLst>
                <a:gd name="adj" fmla="val 50000"/>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6" name="AutoShape 102"/>
            <p:cNvSpPr/>
            <p:nvPr/>
          </p:nvSpPr>
          <p:spPr>
            <a:xfrm>
              <a:off x="35" y="91"/>
              <a:ext cx="1134" cy="272"/>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37" name="AutoShape 103"/>
            <p:cNvSpPr/>
            <p:nvPr/>
          </p:nvSpPr>
          <p:spPr>
            <a:xfrm>
              <a:off x="0" y="85"/>
              <a:ext cx="272" cy="233"/>
            </a:xfrm>
            <a:prstGeom prst="octagon">
              <a:avLst>
                <a:gd name="adj" fmla="val 29287"/>
              </a:avLst>
            </a:prstGeom>
            <a:gradFill rotWithShape="1">
              <a:gsLst>
                <a:gs pos="0">
                  <a:srgbClr val="336699"/>
                </a:gs>
                <a:gs pos="100000">
                  <a:srgbClr val="FFFFFF"/>
                </a:gs>
              </a:gsLst>
              <a:lin ang="5400000" scaled="1"/>
              <a:tileRect/>
            </a:gradFill>
            <a:ln w="9525" cap="flat" cmpd="sng">
              <a:solidFill>
                <a:srgbClr val="0066CC"/>
              </a:solidFill>
              <a:prstDash val="solid"/>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nvGrpSpPr>
            <p:cNvPr id="15438" name="组合 15437"/>
            <p:cNvGrpSpPr/>
            <p:nvPr/>
          </p:nvGrpSpPr>
          <p:grpSpPr>
            <a:xfrm>
              <a:off x="118" y="149"/>
              <a:ext cx="46" cy="46"/>
              <a:chOff x="0" y="0"/>
              <a:chExt cx="91" cy="91"/>
            </a:xfrm>
          </p:grpSpPr>
          <p:sp>
            <p:nvSpPr>
              <p:cNvPr id="15439" name="Oval 105"/>
              <p:cNvSpPr/>
              <p:nvPr/>
            </p:nvSpPr>
            <p:spPr>
              <a:xfrm>
                <a:off x="0" y="0"/>
                <a:ext cx="91" cy="91"/>
              </a:xfrm>
              <a:prstGeom prst="ellipse">
                <a:avLst/>
              </a:prstGeom>
              <a:solidFill>
                <a:schemeClr val="bg1"/>
              </a:solidFill>
              <a:ln w="9525" cap="flat" cmpd="sng">
                <a:solidFill>
                  <a:schemeClr val="tx1"/>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40" name="Oval 106"/>
              <p:cNvSpPr/>
              <p:nvPr/>
            </p:nvSpPr>
            <p:spPr>
              <a:xfrm>
                <a:off x="21" y="21"/>
                <a:ext cx="45" cy="46"/>
              </a:xfrm>
              <a:prstGeom prst="ellipse">
                <a:avLst/>
              </a:prstGeom>
              <a:solidFill>
                <a:schemeClr val="tx1"/>
              </a:soli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41" name="AutoShape 107"/>
            <p:cNvSpPr/>
            <p:nvPr/>
          </p:nvSpPr>
          <p:spPr>
            <a:xfrm flipH="1">
              <a:off x="489" y="0"/>
              <a:ext cx="317" cy="90"/>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42" name="AutoShape 108"/>
            <p:cNvSpPr/>
            <p:nvPr/>
          </p:nvSpPr>
          <p:spPr>
            <a:xfrm flipH="1" flipV="1">
              <a:off x="716" y="363"/>
              <a:ext cx="317" cy="46"/>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43" name="AutoShape 109"/>
            <p:cNvSpPr/>
            <p:nvPr/>
          </p:nvSpPr>
          <p:spPr>
            <a:xfrm rot="1179229" flipH="1" flipV="1">
              <a:off x="307" y="272"/>
              <a:ext cx="136" cy="91"/>
            </a:xfrm>
            <a:prstGeom prst="rtTriangle">
              <a:avLst/>
            </a:prstGeom>
            <a:gradFill rotWithShape="1">
              <a:gsLst>
                <a:gs pos="0">
                  <a:srgbClr val="336699"/>
                </a:gs>
                <a:gs pos="100000">
                  <a:srgbClr val="FFFFFF"/>
                </a:gs>
              </a:gsLst>
              <a:lin ang="5400000" scaled="1"/>
              <a:tileRect/>
            </a:gradFill>
            <a:ln w="9525">
              <a:noFill/>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grpSp>
      <p:sp>
        <p:nvSpPr>
          <p:cNvPr id="15444" name="Arc 110"/>
          <p:cNvSpPr/>
          <p:nvPr/>
        </p:nvSpPr>
        <p:spPr>
          <a:xfrm rot="7820306">
            <a:off x="4859338" y="2090738"/>
            <a:ext cx="1657350" cy="1871662"/>
          </a:xfrm>
          <a:custGeom>
            <a:avLst/>
            <a:gdLst>
              <a:gd name="txL" fmla="*/ 0 w 21600"/>
              <a:gd name="txT" fmla="*/ 0 h 21600"/>
              <a:gd name="txR" fmla="*/ 21600 w 21600"/>
              <a:gd name="txB" fmla="*/ 21600 h 21600"/>
            </a:gdLst>
            <a:ahLst/>
            <a:cxnLst>
              <a:cxn ang="0">
                <a:pos x="0" y="0"/>
              </a:cxn>
              <a:cxn ang="0">
                <a:pos x="1657350" y="1871663"/>
              </a:cxn>
              <a:cxn ang="0">
                <a:pos x="0" y="1871663"/>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9525" cap="flat" cmpd="sng">
            <a:solidFill>
              <a:schemeClr val="tx1"/>
            </a:solidFill>
            <a:prstDash val="solid"/>
            <a:headEnd type="none" w="med" len="med"/>
            <a:tailEnd type="none" w="med" len="med"/>
          </a:ln>
        </p:spPr>
        <p:txBody>
          <a:bodyPr/>
          <a:p>
            <a:endParaRPr lang="zh-CN" altLang="en-US"/>
          </a:p>
        </p:txBody>
      </p:sp>
      <p:sp>
        <p:nvSpPr>
          <p:cNvPr id="15445" name="Arc 111"/>
          <p:cNvSpPr/>
          <p:nvPr/>
        </p:nvSpPr>
        <p:spPr>
          <a:xfrm rot="7900774">
            <a:off x="4378325" y="1685925"/>
            <a:ext cx="2578100" cy="2851150"/>
          </a:xfrm>
          <a:custGeom>
            <a:avLst/>
            <a:gdLst>
              <a:gd name="txL" fmla="*/ 0 w 21600"/>
              <a:gd name="txT" fmla="*/ 0 h 21600"/>
              <a:gd name="txR" fmla="*/ 21600 w 21600"/>
              <a:gd name="txB" fmla="*/ 21600 h 21600"/>
            </a:gdLst>
            <a:ahLst/>
            <a:cxnLst>
              <a:cxn ang="0">
                <a:pos x="0" y="0"/>
              </a:cxn>
              <a:cxn ang="0">
                <a:pos x="2578100" y="2851150"/>
              </a:cxn>
              <a:cxn ang="0">
                <a:pos x="0" y="285115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9525" cap="flat" cmpd="sng">
            <a:solidFill>
              <a:schemeClr val="tx1"/>
            </a:solidFill>
            <a:prstDash val="solid"/>
            <a:headEnd type="none" w="med" len="med"/>
            <a:tailEnd type="none" w="med" len="med"/>
          </a:ln>
        </p:spPr>
        <p:txBody>
          <a:bodyPr/>
          <a:p>
            <a:endParaRPr lang="zh-CN" altLang="en-US"/>
          </a:p>
        </p:txBody>
      </p:sp>
      <p:sp>
        <p:nvSpPr>
          <p:cNvPr id="15446" name="Arc 112"/>
          <p:cNvSpPr/>
          <p:nvPr/>
        </p:nvSpPr>
        <p:spPr>
          <a:xfrm rot="7900774">
            <a:off x="3983038" y="1138238"/>
            <a:ext cx="3382962" cy="3787775"/>
          </a:xfrm>
          <a:custGeom>
            <a:avLst/>
            <a:gdLst>
              <a:gd name="txL" fmla="*/ 0 w 28338"/>
              <a:gd name="txT" fmla="*/ 0 h 27490"/>
              <a:gd name="txR" fmla="*/ 28338 w 28338"/>
              <a:gd name="txB" fmla="*/ 27490 h 27490"/>
            </a:gdLst>
            <a:ahLst/>
            <a:cxnLst>
              <a:cxn ang="0">
                <a:pos x="0" y="148535"/>
              </a:cxn>
              <a:cxn ang="0">
                <a:pos x="3285191" y="3787775"/>
              </a:cxn>
              <a:cxn ang="0">
                <a:pos x="804376" y="2976208"/>
              </a:cxn>
            </a:cxnLst>
            <a:rect l="txL" t="txT" r="txR" b="txB"/>
            <a:pathLst>
              <a:path w="28338" h="27490" fill="none">
                <a:moveTo>
                  <a:pt x="-1" y="1077"/>
                </a:moveTo>
                <a:cubicBezTo>
                  <a:pt x="2174" y="363"/>
                  <a:pt x="4449" y="-1"/>
                  <a:pt x="6738" y="0"/>
                </a:cubicBezTo>
                <a:cubicBezTo>
                  <a:pt x="18667" y="0"/>
                  <a:pt x="28338" y="9670"/>
                  <a:pt x="28338" y="21600"/>
                </a:cubicBezTo>
                <a:cubicBezTo>
                  <a:pt x="28338" y="23591"/>
                  <a:pt x="28062" y="25573"/>
                  <a:pt x="27519" y="27490"/>
                </a:cubicBezTo>
              </a:path>
              <a:path w="28338" h="27490" stroke="0">
                <a:moveTo>
                  <a:pt x="-1" y="1077"/>
                </a:moveTo>
                <a:cubicBezTo>
                  <a:pt x="2174" y="363"/>
                  <a:pt x="4449" y="-1"/>
                  <a:pt x="6738" y="0"/>
                </a:cubicBezTo>
                <a:cubicBezTo>
                  <a:pt x="18667" y="0"/>
                  <a:pt x="28338" y="9670"/>
                  <a:pt x="28338" y="21600"/>
                </a:cubicBezTo>
                <a:cubicBezTo>
                  <a:pt x="28338" y="23591"/>
                  <a:pt x="28062" y="25573"/>
                  <a:pt x="27519" y="27490"/>
                </a:cubicBezTo>
                <a:lnTo>
                  <a:pt x="6738" y="21600"/>
                </a:lnTo>
                <a:close/>
              </a:path>
            </a:pathLst>
          </a:custGeom>
          <a:noFill/>
          <a:ln w="9525" cap="flat" cmpd="sng">
            <a:solidFill>
              <a:schemeClr val="tx1"/>
            </a:solidFill>
            <a:prstDash val="solid"/>
            <a:headEnd type="none" w="med" len="med"/>
            <a:tailEnd type="none" w="med" len="med"/>
          </a:ln>
        </p:spPr>
        <p:txBody>
          <a:bodyPr/>
          <a:p>
            <a:endParaRPr lang="zh-CN" altLang="en-US"/>
          </a:p>
        </p:txBody>
      </p:sp>
      <p:sp>
        <p:nvSpPr>
          <p:cNvPr id="15447" name="Oval 113"/>
          <p:cNvSpPr/>
          <p:nvPr/>
        </p:nvSpPr>
        <p:spPr>
          <a:xfrm>
            <a:off x="5149850" y="3025775"/>
            <a:ext cx="574675" cy="288925"/>
          </a:xfrm>
          <a:prstGeom prst="ellipse">
            <a:avLst/>
          </a:prstGeom>
          <a:noFill/>
          <a:ln w="38100" cap="flat" cmpd="dbl">
            <a:solidFill>
              <a:srgbClr val="FFFF99"/>
            </a:solidFill>
            <a:prstDash val="solid"/>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15448" name="Line 114"/>
          <p:cNvSpPr/>
          <p:nvPr/>
        </p:nvSpPr>
        <p:spPr>
          <a:xfrm flipV="1">
            <a:off x="3205163" y="3170238"/>
            <a:ext cx="1655762" cy="287337"/>
          </a:xfrm>
          <a:prstGeom prst="line">
            <a:avLst/>
          </a:prstGeom>
          <a:ln w="19050" cap="flat" cmpd="sng">
            <a:solidFill>
              <a:schemeClr val="bg1"/>
            </a:solidFill>
            <a:prstDash val="dash"/>
            <a:headEnd type="none" w="med" len="med"/>
            <a:tailEnd type="triangle" w="med" len="med"/>
          </a:ln>
        </p:spPr>
      </p:sp>
      <p:sp>
        <p:nvSpPr>
          <p:cNvPr id="15449" name="Line 115"/>
          <p:cNvSpPr/>
          <p:nvPr/>
        </p:nvSpPr>
        <p:spPr>
          <a:xfrm flipV="1">
            <a:off x="3852863" y="3241675"/>
            <a:ext cx="1223962" cy="360363"/>
          </a:xfrm>
          <a:prstGeom prst="line">
            <a:avLst/>
          </a:prstGeom>
          <a:ln w="19050" cap="flat" cmpd="sng">
            <a:solidFill>
              <a:schemeClr val="bg1"/>
            </a:solidFill>
            <a:prstDash val="dash"/>
            <a:headEnd type="none" w="med" len="med"/>
            <a:tailEnd type="triangle" w="med" len="med"/>
          </a:ln>
        </p:spPr>
      </p:sp>
      <p:sp>
        <p:nvSpPr>
          <p:cNvPr id="15450" name="Line 116"/>
          <p:cNvSpPr/>
          <p:nvPr/>
        </p:nvSpPr>
        <p:spPr>
          <a:xfrm flipV="1">
            <a:off x="3852863" y="3314700"/>
            <a:ext cx="1296987" cy="719138"/>
          </a:xfrm>
          <a:prstGeom prst="line">
            <a:avLst/>
          </a:prstGeom>
          <a:ln w="19050" cap="flat" cmpd="sng">
            <a:solidFill>
              <a:schemeClr val="bg1"/>
            </a:solidFill>
            <a:prstDash val="dash"/>
            <a:headEnd type="none" w="med" len="med"/>
            <a:tailEnd type="triangle" w="med" len="med"/>
          </a:ln>
        </p:spPr>
      </p:sp>
      <p:sp>
        <p:nvSpPr>
          <p:cNvPr id="15451" name="Line 117"/>
          <p:cNvSpPr/>
          <p:nvPr/>
        </p:nvSpPr>
        <p:spPr>
          <a:xfrm flipH="1" flipV="1">
            <a:off x="5797550" y="3170238"/>
            <a:ext cx="2016125" cy="287337"/>
          </a:xfrm>
          <a:prstGeom prst="line">
            <a:avLst/>
          </a:prstGeom>
          <a:ln w="19050" cap="flat" cmpd="sng">
            <a:solidFill>
              <a:schemeClr val="bg1"/>
            </a:solidFill>
            <a:prstDash val="dash"/>
            <a:headEnd type="none" w="med" len="med"/>
            <a:tailEnd type="triangle" w="med" len="med"/>
          </a:ln>
        </p:spPr>
      </p:sp>
      <p:sp>
        <p:nvSpPr>
          <p:cNvPr id="15452" name="Line 118"/>
          <p:cNvSpPr/>
          <p:nvPr/>
        </p:nvSpPr>
        <p:spPr>
          <a:xfrm flipH="1" flipV="1">
            <a:off x="5724525" y="3314700"/>
            <a:ext cx="1368425" cy="576263"/>
          </a:xfrm>
          <a:prstGeom prst="line">
            <a:avLst/>
          </a:prstGeom>
          <a:ln w="19050" cap="flat" cmpd="sng">
            <a:solidFill>
              <a:schemeClr val="bg1"/>
            </a:solidFill>
            <a:prstDash val="dash"/>
            <a:headEnd type="none" w="med" len="med"/>
            <a:tailEnd type="triangle" w="med" len="med"/>
          </a:ln>
        </p:spPr>
      </p:sp>
      <p:sp>
        <p:nvSpPr>
          <p:cNvPr id="15453" name="Line 119"/>
          <p:cNvSpPr/>
          <p:nvPr/>
        </p:nvSpPr>
        <p:spPr>
          <a:xfrm flipH="1" flipV="1">
            <a:off x="5508625" y="3386138"/>
            <a:ext cx="2089150" cy="1008062"/>
          </a:xfrm>
          <a:prstGeom prst="line">
            <a:avLst/>
          </a:prstGeom>
          <a:ln w="19050" cap="flat" cmpd="sng">
            <a:solidFill>
              <a:schemeClr val="bg1"/>
            </a:solidFill>
            <a:prstDash val="dash"/>
            <a:headEnd type="none" w="med" len="med"/>
            <a:tailEnd type="triangle" w="med" len="med"/>
          </a:ln>
        </p:spPr>
      </p:sp>
      <p:pic>
        <p:nvPicPr>
          <p:cNvPr id="15454" name="Picture 124" descr="421heron"/>
          <p:cNvPicPr>
            <a:picLocks noChangeAspect="1"/>
          </p:cNvPicPr>
          <p:nvPr/>
        </p:nvPicPr>
        <p:blipFill>
          <a:blip r:embed="rId1"/>
          <a:stretch>
            <a:fillRect/>
          </a:stretch>
        </p:blipFill>
        <p:spPr>
          <a:xfrm>
            <a:off x="179388" y="1412875"/>
            <a:ext cx="1079500" cy="855663"/>
          </a:xfrm>
          <a:prstGeom prst="rect">
            <a:avLst/>
          </a:prstGeom>
          <a:noFill/>
          <a:ln w="9525">
            <a:noFill/>
          </a:ln>
        </p:spPr>
      </p:pic>
      <p:pic>
        <p:nvPicPr>
          <p:cNvPr id="15455" name="Picture 125" descr="050415_01"/>
          <p:cNvPicPr>
            <a:picLocks noChangeAspect="1"/>
          </p:cNvPicPr>
          <p:nvPr/>
        </p:nvPicPr>
        <p:blipFill>
          <a:blip r:embed="rId2"/>
          <a:stretch>
            <a:fillRect/>
          </a:stretch>
        </p:blipFill>
        <p:spPr>
          <a:xfrm>
            <a:off x="179388" y="2403475"/>
            <a:ext cx="1079500" cy="8096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455"/>
                                        </p:tgtEl>
                                        <p:attrNameLst>
                                          <p:attrName>style.visibility</p:attrName>
                                        </p:attrNameLst>
                                      </p:cBhvr>
                                      <p:to>
                                        <p:strVal val="visible"/>
                                      </p:to>
                                    </p:set>
                                    <p:animEffect transition="in" filter="fade">
                                      <p:cBhvr>
                                        <p:cTn id="7" dur="500"/>
                                        <p:tgtEl>
                                          <p:spTgt spid="15455"/>
                                        </p:tgtEl>
                                      </p:cBhvr>
                                    </p:animEffect>
                                  </p:childTnLst>
                                </p:cTn>
                              </p:par>
                              <p:par>
                                <p:cTn id="8" presetID="10" presetClass="entr" presetSubtype="0" fill="hold" nodeType="withEffect">
                                  <p:stCondLst>
                                    <p:cond delay="0"/>
                                  </p:stCondLst>
                                  <p:childTnLst>
                                    <p:set>
                                      <p:cBhvr>
                                        <p:cTn id="9" dur="1" fill="hold">
                                          <p:stCondLst>
                                            <p:cond delay="0"/>
                                          </p:stCondLst>
                                        </p:cTn>
                                        <p:tgtEl>
                                          <p:spTgt spid="15454"/>
                                        </p:tgtEl>
                                        <p:attrNameLst>
                                          <p:attrName>style.visibility</p:attrName>
                                        </p:attrNameLst>
                                      </p:cBhvr>
                                      <p:to>
                                        <p:strVal val="visible"/>
                                      </p:to>
                                    </p:set>
                                    <p:animEffect transition="in" filter="fade">
                                      <p:cBhvr>
                                        <p:cTn id="10" dur="500"/>
                                        <p:tgtEl>
                                          <p:spTgt spid="15454"/>
                                        </p:tgtEl>
                                      </p:cBhvr>
                                    </p:animEffect>
                                  </p:childTnLst>
                                </p:cTn>
                              </p:par>
                            </p:childTnLst>
                          </p:cTn>
                        </p:par>
                        <p:par>
                          <p:cTn id="11" fill="hold">
                            <p:stCondLst>
                              <p:cond delay="500"/>
                            </p:stCondLst>
                            <p:childTnLst>
                              <p:par>
                                <p:cTn id="12" presetID="26" presetClass="entr" presetSubtype="0" fill="hold" grpId="0" nodeType="afterEffect">
                                  <p:stCondLst>
                                    <p:cond delay="0"/>
                                  </p:stCondLst>
                                  <p:childTnLst>
                                    <p:set>
                                      <p:cBhvr>
                                        <p:cTn id="13" dur="1" fill="hold">
                                          <p:stCondLst>
                                            <p:cond delay="0"/>
                                          </p:stCondLst>
                                        </p:cTn>
                                        <p:tgtEl>
                                          <p:spTgt spid="15422"/>
                                        </p:tgtEl>
                                        <p:attrNameLst>
                                          <p:attrName>style.visibility</p:attrName>
                                        </p:attrNameLst>
                                      </p:cBhvr>
                                      <p:to>
                                        <p:strVal val="visible"/>
                                      </p:to>
                                    </p:set>
                                    <p:animEffect transition="in" filter="wipe(down)">
                                      <p:cBhvr>
                                        <p:cTn id="14" dur="290">
                                          <p:stCondLst>
                                            <p:cond delay="0"/>
                                          </p:stCondLst>
                                        </p:cTn>
                                        <p:tgtEl>
                                          <p:spTgt spid="15422"/>
                                        </p:tgtEl>
                                      </p:cBhvr>
                                    </p:animEffect>
                                    <p:anim calcmode="lin" valueType="num">
                                      <p:cBhvr>
                                        <p:cTn id="15" dur="911" tmFilter="0,0; 0.14,0.36; 0.43,0.73; 0.71,0.91; 1.0,1.0">
                                          <p:stCondLst>
                                            <p:cond delay="0"/>
                                          </p:stCondLst>
                                        </p:cTn>
                                        <p:tgtEl>
                                          <p:spTgt spid="15422"/>
                                        </p:tgtEl>
                                        <p:attrNameLst>
                                          <p:attrName>ppt_x</p:attrName>
                                        </p:attrNameLst>
                                      </p:cBhvr>
                                      <p:tavLst>
                                        <p:tav tm="0">
                                          <p:val>
                                            <p:strVal val="#ppt_x-0.25"/>
                                          </p:val>
                                        </p:tav>
                                        <p:tav tm="100000">
                                          <p:val>
                                            <p:strVal val="#ppt_x"/>
                                          </p:val>
                                        </p:tav>
                                      </p:tavLst>
                                    </p:anim>
                                    <p:anim calcmode="lin" valueType="num">
                                      <p:cBhvr>
                                        <p:cTn id="16" dur="332" tmFilter="0.0,0.0; 0.25,0.07; 0.50,0.2; 0.75,0.467; 1.0,1.0">
                                          <p:stCondLst>
                                            <p:cond delay="0"/>
                                          </p:stCondLst>
                                        </p:cTn>
                                        <p:tgtEl>
                                          <p:spTgt spid="15422"/>
                                        </p:tgtEl>
                                        <p:attrNameLst>
                                          <p:attrName>ppt_y</p:attrName>
                                        </p:attrNameLst>
                                      </p:cBhvr>
                                      <p:tavLst>
                                        <p:tav tm="0" fmla="#ppt_y-sin(pi*$)/3">
                                          <p:val>
                                            <p:fltVal val="0.500000"/>
                                          </p:val>
                                        </p:tav>
                                        <p:tav tm="100000">
                                          <p:val>
                                            <p:fltVal val="1.000000"/>
                                          </p:val>
                                        </p:tav>
                                      </p:tavLst>
                                    </p:anim>
                                    <p:anim calcmode="lin" valueType="num">
                                      <p:cBhvr>
                                        <p:cTn id="17" dur="332" tmFilter="0, 0; 0.125,0.2665; 0.25,0.4; 0.375,0.465; 0.5,0.5;  0.625,0.535; 0.75,0.6; 0.875,0.7335; 1,1">
                                          <p:stCondLst>
                                            <p:cond delay="332"/>
                                          </p:stCondLst>
                                        </p:cTn>
                                        <p:tgtEl>
                                          <p:spTgt spid="15422"/>
                                        </p:tgtEl>
                                        <p:attrNameLst>
                                          <p:attrName>ppt_y</p:attrName>
                                        </p:attrNameLst>
                                      </p:cBhvr>
                                      <p:tavLst>
                                        <p:tav tm="0" fmla="#ppt_y-sin(pi*$)/9">
                                          <p:val>
                                            <p:fltVal val="0.000000"/>
                                          </p:val>
                                        </p:tav>
                                        <p:tav tm="100000">
                                          <p:val>
                                            <p:fltVal val="1.000000"/>
                                          </p:val>
                                        </p:tav>
                                      </p:tavLst>
                                    </p:anim>
                                    <p:anim calcmode="lin" valueType="num">
                                      <p:cBhvr>
                                        <p:cTn id="18" dur="166" tmFilter="0, 0; 0.125,0.2665; 0.25,0.4; 0.375,0.465; 0.5,0.5;  0.625,0.535; 0.75,0.6; 0.875,0.7335; 1,1">
                                          <p:stCondLst>
                                            <p:cond delay="662"/>
                                          </p:stCondLst>
                                        </p:cTn>
                                        <p:tgtEl>
                                          <p:spTgt spid="15422"/>
                                        </p:tgtEl>
                                        <p:attrNameLst>
                                          <p:attrName>ppt_y</p:attrName>
                                        </p:attrNameLst>
                                      </p:cBhvr>
                                      <p:tavLst>
                                        <p:tav tm="0" fmla="#ppt_y-sin(pi*$)/27">
                                          <p:val>
                                            <p:fltVal val="0.000000"/>
                                          </p:val>
                                        </p:tav>
                                        <p:tav tm="100000">
                                          <p:val>
                                            <p:fltVal val="1.000000"/>
                                          </p:val>
                                        </p:tav>
                                      </p:tavLst>
                                    </p:anim>
                                    <p:anim calcmode="lin" valueType="num">
                                      <p:cBhvr>
                                        <p:cTn id="19" dur="82" tmFilter="0, 0; 0.125,0.2665; 0.25,0.4; 0.375,0.465; 0.5,0.5;  0.625,0.535; 0.75,0.6; 0.875,0.7335; 1,1">
                                          <p:stCondLst>
                                            <p:cond delay="828"/>
                                          </p:stCondLst>
                                        </p:cTn>
                                        <p:tgtEl>
                                          <p:spTgt spid="15422"/>
                                        </p:tgtEl>
                                        <p:attrNameLst>
                                          <p:attrName>ppt_y</p:attrName>
                                        </p:attrNameLst>
                                      </p:cBhvr>
                                      <p:tavLst>
                                        <p:tav tm="0" fmla="#ppt_y-sin(pi*$)/81">
                                          <p:val>
                                            <p:fltVal val="0.000000"/>
                                          </p:val>
                                        </p:tav>
                                        <p:tav tm="100000">
                                          <p:val>
                                            <p:fltVal val="1.000000"/>
                                          </p:val>
                                        </p:tav>
                                      </p:tavLst>
                                    </p:anim>
                                    <p:animScale>
                                      <p:cBhvr>
                                        <p:cTn id="20" dur="13">
                                          <p:stCondLst>
                                            <p:cond delay="325"/>
                                          </p:stCondLst>
                                        </p:cTn>
                                        <p:tgtEl>
                                          <p:spTgt spid="15422"/>
                                        </p:tgtEl>
                                      </p:cBhvr>
                                      <p:to x="100000" y="60000"/>
                                    </p:animScale>
                                    <p:animScale>
                                      <p:cBhvr>
                                        <p:cTn id="21" dur="83" decel="50000">
                                          <p:stCondLst>
                                            <p:cond delay="338"/>
                                          </p:stCondLst>
                                        </p:cTn>
                                        <p:tgtEl>
                                          <p:spTgt spid="15422"/>
                                        </p:tgtEl>
                                      </p:cBhvr>
                                      <p:to x="100000" y="100000"/>
                                    </p:animScale>
                                    <p:animScale>
                                      <p:cBhvr>
                                        <p:cTn id="22" dur="13">
                                          <p:stCondLst>
                                            <p:cond delay="656"/>
                                          </p:stCondLst>
                                        </p:cTn>
                                        <p:tgtEl>
                                          <p:spTgt spid="15422"/>
                                        </p:tgtEl>
                                      </p:cBhvr>
                                      <p:to x="100000" y="80000"/>
                                    </p:animScale>
                                    <p:animScale>
                                      <p:cBhvr>
                                        <p:cTn id="23" dur="83" decel="50000">
                                          <p:stCondLst>
                                            <p:cond delay="669"/>
                                          </p:stCondLst>
                                        </p:cTn>
                                        <p:tgtEl>
                                          <p:spTgt spid="15422"/>
                                        </p:tgtEl>
                                      </p:cBhvr>
                                      <p:to x="100000" y="100000"/>
                                    </p:animScale>
                                    <p:animScale>
                                      <p:cBhvr>
                                        <p:cTn id="24" dur="13">
                                          <p:stCondLst>
                                            <p:cond delay="821"/>
                                          </p:stCondLst>
                                        </p:cTn>
                                        <p:tgtEl>
                                          <p:spTgt spid="15422"/>
                                        </p:tgtEl>
                                      </p:cBhvr>
                                      <p:to x="100000" y="90000"/>
                                    </p:animScale>
                                    <p:animScale>
                                      <p:cBhvr>
                                        <p:cTn id="25" dur="83" decel="50000">
                                          <p:stCondLst>
                                            <p:cond delay="834"/>
                                          </p:stCondLst>
                                        </p:cTn>
                                        <p:tgtEl>
                                          <p:spTgt spid="15422"/>
                                        </p:tgtEl>
                                      </p:cBhvr>
                                      <p:to x="100000" y="100000"/>
                                    </p:animScale>
                                    <p:animScale>
                                      <p:cBhvr>
                                        <p:cTn id="26" dur="13">
                                          <p:stCondLst>
                                            <p:cond delay="904"/>
                                          </p:stCondLst>
                                        </p:cTn>
                                        <p:tgtEl>
                                          <p:spTgt spid="15422"/>
                                        </p:tgtEl>
                                      </p:cBhvr>
                                      <p:to x="100000" y="95000"/>
                                    </p:animScale>
                                    <p:animScale>
                                      <p:cBhvr>
                                        <p:cTn id="27" dur="83" decel="50000">
                                          <p:stCondLst>
                                            <p:cond delay="917"/>
                                          </p:stCondLst>
                                        </p:cTn>
                                        <p:tgtEl>
                                          <p:spTgt spid="15422"/>
                                        </p:tgtEl>
                                      </p:cBhvr>
                                      <p:to x="100000" y="100000"/>
                                    </p:animScale>
                                  </p:childTnLst>
                                </p:cTn>
                              </p:par>
                            </p:childTnLst>
                          </p:cTn>
                        </p:par>
                        <p:par>
                          <p:cTn id="28" fill="hold">
                            <p:stCondLst>
                              <p:cond delay="1500"/>
                            </p:stCondLst>
                            <p:childTnLst>
                              <p:par>
                                <p:cTn id="29" presetID="6" presetClass="entr" presetSubtype="16" fill="hold" grpId="0" nodeType="afterEffect">
                                  <p:stCondLst>
                                    <p:cond delay="0"/>
                                  </p:stCondLst>
                                  <p:childTnLst>
                                    <p:set>
                                      <p:cBhvr>
                                        <p:cTn id="30" dur="1" fill="hold">
                                          <p:stCondLst>
                                            <p:cond delay="0"/>
                                          </p:stCondLst>
                                        </p:cTn>
                                        <p:tgtEl>
                                          <p:spTgt spid="15447"/>
                                        </p:tgtEl>
                                        <p:attrNameLst>
                                          <p:attrName>style.visibility</p:attrName>
                                        </p:attrNameLst>
                                      </p:cBhvr>
                                      <p:to>
                                        <p:strVal val="visible"/>
                                      </p:to>
                                    </p:set>
                                    <p:animEffect transition="in" filter="circle(in)">
                                      <p:cBhvr>
                                        <p:cTn id="31" dur="2000"/>
                                        <p:tgtEl>
                                          <p:spTgt spid="15447"/>
                                        </p:tgtEl>
                                      </p:cBhvr>
                                    </p:animEffect>
                                  </p:childTnLst>
                                </p:cTn>
                              </p:par>
                            </p:childTnLst>
                          </p:cTn>
                        </p:par>
                        <p:par>
                          <p:cTn id="32" fill="hold">
                            <p:stCondLst>
                              <p:cond delay="3500"/>
                            </p:stCondLst>
                            <p:childTnLst>
                              <p:par>
                                <p:cTn id="33" presetID="26" presetClass="emph" presetSubtype="0" repeatCount="indefinite" fill="hold" nodeType="afterEffect">
                                  <p:stCondLst>
                                    <p:cond delay="0"/>
                                  </p:stCondLst>
                                  <p:childTnLst>
                                    <p:animEffect transition="out" filter="fade">
                                      <p:cBhvr>
                                        <p:cTn id="34" dur="2000" tmFilter="0, 0; .2, .5; .8, .5; 1, 0"/>
                                        <p:tgtEl>
                                          <p:spTgt spid="15424"/>
                                        </p:tgtEl>
                                      </p:cBhvr>
                                    </p:animEffect>
                                    <p:animScale>
                                      <p:cBhvr>
                                        <p:cTn id="35" dur="1000" autoRev="1" fill="hold"/>
                                        <p:tgtEl>
                                          <p:spTgt spid="15424"/>
                                        </p:tgtEl>
                                      </p:cBhvr>
                                      <p:by x="105000" y="105000"/>
                                    </p:animScale>
                                  </p:childTnLst>
                                </p:cTn>
                              </p:par>
                            </p:childTnLst>
                          </p:cTn>
                        </p:par>
                        <p:par>
                          <p:cTn id="36" fill="hold">
                            <p:stCondLst>
                              <p:cond delay="5500"/>
                            </p:stCondLst>
                            <p:childTnLst>
                              <p:par>
                                <p:cTn id="37" presetID="22" presetClass="entr" presetSubtype="2" fill="hold" nodeType="afterEffect">
                                  <p:stCondLst>
                                    <p:cond delay="0"/>
                                  </p:stCondLst>
                                  <p:childTnLst>
                                    <p:set>
                                      <p:cBhvr>
                                        <p:cTn id="38" dur="1" fill="hold">
                                          <p:stCondLst>
                                            <p:cond delay="0"/>
                                          </p:stCondLst>
                                        </p:cTn>
                                        <p:tgtEl>
                                          <p:spTgt spid="15423"/>
                                        </p:tgtEl>
                                        <p:attrNameLst>
                                          <p:attrName>style.visibility</p:attrName>
                                        </p:attrNameLst>
                                      </p:cBhvr>
                                      <p:to>
                                        <p:strVal val="visible"/>
                                      </p:to>
                                    </p:set>
                                    <p:animEffect transition="in" filter="wipe(right)">
                                      <p:cBhvr>
                                        <p:cTn id="39" dur="500"/>
                                        <p:tgtEl>
                                          <p:spTgt spid="154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15423"/>
                                        </p:tgtEl>
                                      </p:cBhvr>
                                    </p:animEffect>
                                    <p:set>
                                      <p:cBhvr>
                                        <p:cTn id="44" dur="1" fill="hold">
                                          <p:stCondLst>
                                            <p:cond delay="499"/>
                                          </p:stCondLst>
                                        </p:cTn>
                                        <p:tgtEl>
                                          <p:spTgt spid="15423"/>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5424"/>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15434"/>
                                        </p:tgtEl>
                                        <p:attrNameLst>
                                          <p:attrName>style.visibility</p:attrName>
                                        </p:attrNameLst>
                                      </p:cBhvr>
                                      <p:to>
                                        <p:strVal val="visible"/>
                                      </p:to>
                                    </p:set>
                                  </p:childTnLst>
                                </p:cTn>
                              </p:par>
                            </p:childTnLst>
                          </p:cTn>
                        </p:par>
                        <p:par>
                          <p:cTn id="49" fill="hold">
                            <p:stCondLst>
                              <p:cond delay="500"/>
                            </p:stCondLst>
                            <p:childTnLst>
                              <p:par>
                                <p:cTn id="50" presetID="49" presetClass="path" presetSubtype="0" accel="50000" decel="50000" fill="hold" nodeType="afterEffect">
                                  <p:stCondLst>
                                    <p:cond delay="0"/>
                                  </p:stCondLst>
                                  <p:childTnLst>
                                    <p:animMotion origin="layout" path="M 0 -3.7037E-7 L -0.07865 -0.04213 " pathEditMode="relative" rAng="0" ptsTypes="AA">
                                      <p:cBhvr>
                                        <p:cTn id="51" dur="1000" fill="hold"/>
                                        <p:tgtEl>
                                          <p:spTgt spid="15434"/>
                                        </p:tgtEl>
                                        <p:attrNameLst>
                                          <p:attrName>ppt_x</p:attrName>
                                          <p:attrName>ppt_y</p:attrName>
                                        </p:attrNameLst>
                                      </p:cBhvr>
                                      <p:rCtr x="-3500" y="-1700"/>
                                    </p:animMotion>
                                  </p:childTnLst>
                                </p:cTn>
                              </p:par>
                            </p:childTnLst>
                          </p:cTn>
                        </p:par>
                        <p:par>
                          <p:cTn id="52" fill="hold">
                            <p:stCondLst>
                              <p:cond delay="1500"/>
                            </p:stCondLst>
                            <p:childTnLst>
                              <p:par>
                                <p:cTn id="53" presetID="10" presetClass="entr" presetSubtype="0" fill="hold" nodeType="afterEffect">
                                  <p:stCondLst>
                                    <p:cond delay="0"/>
                                  </p:stCondLst>
                                  <p:childTnLst>
                                    <p:set>
                                      <p:cBhvr>
                                        <p:cTn id="54" dur="1" fill="hold">
                                          <p:stCondLst>
                                            <p:cond delay="0"/>
                                          </p:stCondLst>
                                        </p:cTn>
                                        <p:tgtEl>
                                          <p:spTgt spid="15444"/>
                                        </p:tgtEl>
                                        <p:attrNameLst>
                                          <p:attrName>style.visibility</p:attrName>
                                        </p:attrNameLst>
                                      </p:cBhvr>
                                      <p:to>
                                        <p:strVal val="visible"/>
                                      </p:to>
                                    </p:set>
                                    <p:animEffect transition="in" filter="fade">
                                      <p:cBhvr>
                                        <p:cTn id="55" dur="500"/>
                                        <p:tgtEl>
                                          <p:spTgt spid="15444"/>
                                        </p:tgtEl>
                                      </p:cBhvr>
                                    </p:animEffect>
                                  </p:childTnLst>
                                </p:cTn>
                              </p:par>
                            </p:childTnLst>
                          </p:cTn>
                        </p:par>
                        <p:par>
                          <p:cTn id="56" fill="hold">
                            <p:stCondLst>
                              <p:cond delay="2000"/>
                            </p:stCondLst>
                            <p:childTnLst>
                              <p:par>
                                <p:cTn id="57" presetID="10" presetClass="entr" presetSubtype="0" fill="hold" nodeType="afterEffect">
                                  <p:stCondLst>
                                    <p:cond delay="0"/>
                                  </p:stCondLst>
                                  <p:childTnLst>
                                    <p:set>
                                      <p:cBhvr>
                                        <p:cTn id="58" dur="1" fill="hold">
                                          <p:stCondLst>
                                            <p:cond delay="0"/>
                                          </p:stCondLst>
                                        </p:cTn>
                                        <p:tgtEl>
                                          <p:spTgt spid="15445"/>
                                        </p:tgtEl>
                                        <p:attrNameLst>
                                          <p:attrName>style.visibility</p:attrName>
                                        </p:attrNameLst>
                                      </p:cBhvr>
                                      <p:to>
                                        <p:strVal val="visible"/>
                                      </p:to>
                                    </p:set>
                                    <p:animEffect transition="in" filter="fade">
                                      <p:cBhvr>
                                        <p:cTn id="59" dur="500"/>
                                        <p:tgtEl>
                                          <p:spTgt spid="15445"/>
                                        </p:tgtEl>
                                      </p:cBhvr>
                                    </p:animEffect>
                                  </p:childTnLst>
                                </p:cTn>
                              </p:par>
                            </p:childTnLst>
                          </p:cTn>
                        </p:par>
                        <p:par>
                          <p:cTn id="60" fill="hold">
                            <p:stCondLst>
                              <p:cond delay="2500"/>
                            </p:stCondLst>
                            <p:childTnLst>
                              <p:par>
                                <p:cTn id="61" presetID="10" presetClass="entr" presetSubtype="0" fill="hold" nodeType="afterEffect">
                                  <p:stCondLst>
                                    <p:cond delay="0"/>
                                  </p:stCondLst>
                                  <p:childTnLst>
                                    <p:set>
                                      <p:cBhvr>
                                        <p:cTn id="62" dur="1" fill="hold">
                                          <p:stCondLst>
                                            <p:cond delay="0"/>
                                          </p:stCondLst>
                                        </p:cTn>
                                        <p:tgtEl>
                                          <p:spTgt spid="15446"/>
                                        </p:tgtEl>
                                        <p:attrNameLst>
                                          <p:attrName>style.visibility</p:attrName>
                                        </p:attrNameLst>
                                      </p:cBhvr>
                                      <p:to>
                                        <p:strVal val="visible"/>
                                      </p:to>
                                    </p:set>
                                    <p:animEffect transition="in" filter="fade">
                                      <p:cBhvr>
                                        <p:cTn id="63" dur="500"/>
                                        <p:tgtEl>
                                          <p:spTgt spid="15446"/>
                                        </p:tgtEl>
                                      </p:cBhvr>
                                    </p:animEffect>
                                  </p:childTnLst>
                                </p:cTn>
                              </p:par>
                            </p:childTnLst>
                          </p:cTn>
                        </p:par>
                        <p:par>
                          <p:cTn id="64" fill="hold">
                            <p:stCondLst>
                              <p:cond delay="3000"/>
                            </p:stCondLst>
                            <p:childTnLst>
                              <p:par>
                                <p:cTn id="65" presetID="56" presetClass="path" presetSubtype="0" accel="50000" decel="50000" fill="hold" nodeType="afterEffect">
                                  <p:stCondLst>
                                    <p:cond delay="0"/>
                                  </p:stCondLst>
                                  <p:childTnLst>
                                    <p:animMotion origin="layout" path="M -3.05556E-6 2.96296E-6 L 0.24809 -0.06297 " pathEditMode="relative" rAng="0" ptsTypes="AA">
                                      <p:cBhvr>
                                        <p:cTn id="66" dur="1000" fill="hold"/>
                                        <p:tgtEl>
                                          <p:spTgt spid="15392"/>
                                        </p:tgtEl>
                                        <p:attrNameLst>
                                          <p:attrName>ppt_x</p:attrName>
                                          <p:attrName>ppt_y</p:attrName>
                                        </p:attrNameLst>
                                      </p:cBhvr>
                                      <p:rCtr x="12400" y="-2700"/>
                                    </p:animMotion>
                                  </p:childTnLst>
                                </p:cTn>
                              </p:par>
                              <p:par>
                                <p:cTn id="67" presetID="63" presetClass="path" presetSubtype="0" accel="50000" decel="50000" fill="hold" nodeType="withEffect">
                                  <p:stCondLst>
                                    <p:cond delay="0"/>
                                  </p:stCondLst>
                                  <p:childTnLst>
                                    <p:animMotion origin="layout" path="M 5.55556E-7 1.85185E-6 L 0.22847 -0.07361 " pathEditMode="relative" rAng="0" ptsTypes="AA">
                                      <p:cBhvr>
                                        <p:cTn id="68" dur="1000" fill="hold"/>
                                        <p:tgtEl>
                                          <p:spTgt spid="15402"/>
                                        </p:tgtEl>
                                        <p:attrNameLst>
                                          <p:attrName>ppt_x</p:attrName>
                                          <p:attrName>ppt_y</p:attrName>
                                        </p:attrNameLst>
                                      </p:cBhvr>
                                      <p:rCtr x="11400" y="-3300"/>
                                    </p:animMotion>
                                  </p:childTnLst>
                                </p:cTn>
                              </p:par>
                              <p:par>
                                <p:cTn id="69" presetID="37" presetClass="path" presetSubtype="0" accel="50000" decel="50000" fill="hold" nodeType="withEffect">
                                  <p:stCondLst>
                                    <p:cond delay="0"/>
                                  </p:stCondLst>
                                  <p:childTnLst>
                                    <p:animMotion origin="layout" path="M 0 0  L 0.067 0.05333  C 0.081 0.06533  0.102 0.072  0.124 0.072  C 0.149 0.072  0.169 0.06533  0.183 0.05333  L 0.25 0  E" pathEditMode="relative" ptsTypes="">
                                      <p:cBhvr>
                                        <p:cTn id="70" dur="1000" fill="hold"/>
                                        <p:tgtEl>
                                          <p:spTgt spid="15412"/>
                                        </p:tgtEl>
                                        <p:attrNameLst>
                                          <p:attrName>ppt_x</p:attrName>
                                          <p:attrName>ppt_y</p:attrName>
                                        </p:attrNameLst>
                                      </p:cBhvr>
                                    </p:animMotion>
                                  </p:childTnLst>
                                </p:cTn>
                              </p:par>
                              <p:par>
                                <p:cTn id="71" presetID="47" presetClass="path" presetSubtype="0" accel="50000" decel="50000" fill="hold" nodeType="withEffect">
                                  <p:stCondLst>
                                    <p:cond delay="0"/>
                                  </p:stCondLst>
                                  <p:childTnLst>
                                    <p:animMotion origin="layout" path="M 5E-6 -3.7037E-7 C -0.00277 0.08403 -0.01128 0.14398 -0.0198 0.14398 C -0.02847 0.14398 -0.03576 0.08403 -0.0382 -3.7037E-7 C -0.04202 0.08403 -0.04913 0.14398 -0.05798 0.14398 C -0.0665 0.14398 -0.07396 0.08403 -0.07622 -3.7037E-7 C -0.07987 0.08403 -0.08733 0.14398 -0.09584 0.14398 C -0.10469 0.14398 -0.1132 0.08403 -0.11563 -3.7037E-7 C -0.11806 0.08403 -0.12553 0.14398 -0.13525 0.14398 C -0.14254 0.14398 -0.15105 0.08403 -0.15348 -3.7037E-7 C -0.15625 0.08403 -0.16476 0.14398 -0.17327 0.14398 C -0.18195 0.14398 -0.18924 0.08403 -0.19167 -3.7037E-7 C -0.19549 0.08403 -0.20261 0.14398 -0.21146 0.14398 C -0.21997 0.14398 -0.22744 0.08403 -0.23108 -3.7037E-7 C -0.23334 0.08403 -0.2408 0.14398 -0.24931 0.14398 C -0.25816 0.14398 -0.26667 0.08403 -0.2691 -3.7037E-7 C -0.27153 0.08403 -0.279 0.14398 -0.28872 0.14398 C -0.2974 0.14398 -0.30452 0.08403 -0.30695 -3.7037E-7 " pathEditMode="relative" rAng="0" ptsTypes="fffffffffffffffff">
                                      <p:cBhvr>
                                        <p:cTn id="72" dur="1000" fill="hold"/>
                                        <p:tgtEl>
                                          <p:spTgt spid="15372"/>
                                        </p:tgtEl>
                                        <p:attrNameLst>
                                          <p:attrName>ppt_x</p:attrName>
                                          <p:attrName>ppt_y</p:attrName>
                                        </p:attrNameLst>
                                      </p:cBhvr>
                                      <p:rCtr x="-14900" y="7200"/>
                                    </p:animMotion>
                                  </p:childTnLst>
                                </p:cTn>
                              </p:par>
                              <p:par>
                                <p:cTn id="73" presetID="60" presetClass="path" presetSubtype="0" accel="50000" decel="50000" fill="hold" nodeType="withEffect">
                                  <p:stCondLst>
                                    <p:cond delay="0"/>
                                  </p:stCondLst>
                                  <p:childTnLst>
                                    <p:animMotion origin="layout" path="M 0.0375 0.03356 C 0.02621 0.10278 0.00903 0.19907 -0.0099 0.19352 C -0.0375 0.18727 0.00139 -0.13935 -0.03142 -0.14792 C -0.06111 -0.15463 -0.08108 0.13426 -0.10955 0.12662 C -0.13906 0.12014 -0.09722 -0.0831 -0.12917 -0.09005 C -0.15764 -0.09653 -0.15938 0.04653 -0.18472 0.04074 C -0.2092 0.03542 -0.18316 -0.06829 -0.20538 -0.07338 C -0.21823 -0.07593 -0.22274 -0.04745 -0.22639 -0.02523 " pathEditMode="relative" rAng="564302820" ptsTypes="ffffffff">
                                      <p:cBhvr>
                                        <p:cTn id="74" dur="1000" fill="hold"/>
                                        <p:tgtEl>
                                          <p:spTgt spid="15362"/>
                                        </p:tgtEl>
                                        <p:attrNameLst>
                                          <p:attrName>ppt_x</p:attrName>
                                          <p:attrName>ppt_y</p:attrName>
                                        </p:attrNameLst>
                                      </p:cBhvr>
                                      <p:rCtr x="-12800" y="-2300"/>
                                    </p:animMotion>
                                  </p:childTnLst>
                                </p:cTn>
                              </p:par>
                              <p:par>
                                <p:cTn id="75" presetID="49" presetClass="path" presetSubtype="0" accel="50000" decel="50000" fill="hold" nodeType="withEffect">
                                  <p:stCondLst>
                                    <p:cond delay="0"/>
                                  </p:stCondLst>
                                  <p:childTnLst>
                                    <p:animMotion origin="layout" path="M 8.33333E-7 0 L -0.20469 -0.08403 " pathEditMode="relative" rAng="0" ptsTypes="AA">
                                      <p:cBhvr>
                                        <p:cTn id="76" dur="1000" fill="hold"/>
                                        <p:tgtEl>
                                          <p:spTgt spid="15362"/>
                                        </p:tgtEl>
                                        <p:attrNameLst>
                                          <p:attrName>ppt_x</p:attrName>
                                          <p:attrName>ppt_y</p:attrName>
                                        </p:attrNameLst>
                                      </p:cBhvr>
                                      <p:rCtr x="-9800" y="-3800"/>
                                    </p:animMotion>
                                  </p:childTnLst>
                                </p:cTn>
                              </p:par>
                              <p:par>
                                <p:cTn id="77" presetID="49" presetClass="path" presetSubtype="0" accel="50000" decel="50000" fill="hold" nodeType="withEffect">
                                  <p:stCondLst>
                                    <p:cond delay="0"/>
                                  </p:stCondLst>
                                  <p:childTnLst>
                                    <p:animMotion origin="layout" path="M -3.88889E-6 -2.96296E-6 L -0.28333 -0.1574 " pathEditMode="relative" rAng="0" ptsTypes="AA">
                                      <p:cBhvr>
                                        <p:cTn id="78" dur="1000" fill="hold"/>
                                        <p:tgtEl>
                                          <p:spTgt spid="15382"/>
                                        </p:tgtEl>
                                        <p:attrNameLst>
                                          <p:attrName>ppt_x</p:attrName>
                                          <p:attrName>ppt_y</p:attrName>
                                        </p:attrNameLst>
                                      </p:cBhvr>
                                      <p:rCtr x="-13800" y="-7500"/>
                                    </p:animMotion>
                                  </p:childTnLst>
                                </p:cTn>
                              </p:par>
                            </p:childTnLst>
                          </p:cTn>
                        </p:par>
                        <p:par>
                          <p:cTn id="79" fill="hold">
                            <p:stCondLst>
                              <p:cond delay="4000"/>
                            </p:stCondLst>
                            <p:childTnLst>
                              <p:par>
                                <p:cTn id="80" presetID="22" presetClass="entr" presetSubtype="4" fill="hold" nodeType="afterEffect">
                                  <p:stCondLst>
                                    <p:cond delay="0"/>
                                  </p:stCondLst>
                                  <p:childTnLst>
                                    <p:set>
                                      <p:cBhvr>
                                        <p:cTn id="81" dur="1" fill="hold">
                                          <p:stCondLst>
                                            <p:cond delay="0"/>
                                          </p:stCondLst>
                                        </p:cTn>
                                        <p:tgtEl>
                                          <p:spTgt spid="15448"/>
                                        </p:tgtEl>
                                        <p:attrNameLst>
                                          <p:attrName>style.visibility</p:attrName>
                                        </p:attrNameLst>
                                      </p:cBhvr>
                                      <p:to>
                                        <p:strVal val="visible"/>
                                      </p:to>
                                    </p:set>
                                    <p:animEffect transition="in" filter="wipe(down)">
                                      <p:cBhvr>
                                        <p:cTn id="82" dur="500"/>
                                        <p:tgtEl>
                                          <p:spTgt spid="15448"/>
                                        </p:tgtEl>
                                      </p:cBhvr>
                                    </p:animEffect>
                                  </p:childTnLst>
                                </p:cTn>
                              </p:par>
                              <p:par>
                                <p:cTn id="83" presetID="22" presetClass="entr" presetSubtype="4" fill="hold" nodeType="withEffect">
                                  <p:stCondLst>
                                    <p:cond delay="0"/>
                                  </p:stCondLst>
                                  <p:childTnLst>
                                    <p:set>
                                      <p:cBhvr>
                                        <p:cTn id="84" dur="1" fill="hold">
                                          <p:stCondLst>
                                            <p:cond delay="0"/>
                                          </p:stCondLst>
                                        </p:cTn>
                                        <p:tgtEl>
                                          <p:spTgt spid="15449"/>
                                        </p:tgtEl>
                                        <p:attrNameLst>
                                          <p:attrName>style.visibility</p:attrName>
                                        </p:attrNameLst>
                                      </p:cBhvr>
                                      <p:to>
                                        <p:strVal val="visible"/>
                                      </p:to>
                                    </p:set>
                                    <p:animEffect transition="in" filter="wipe(down)">
                                      <p:cBhvr>
                                        <p:cTn id="85" dur="500"/>
                                        <p:tgtEl>
                                          <p:spTgt spid="15449"/>
                                        </p:tgtEl>
                                      </p:cBhvr>
                                    </p:animEffect>
                                  </p:childTnLst>
                                </p:cTn>
                              </p:par>
                              <p:par>
                                <p:cTn id="86" presetID="22" presetClass="entr" presetSubtype="4" fill="hold" nodeType="withEffect">
                                  <p:stCondLst>
                                    <p:cond delay="0"/>
                                  </p:stCondLst>
                                  <p:childTnLst>
                                    <p:set>
                                      <p:cBhvr>
                                        <p:cTn id="87" dur="1" fill="hold">
                                          <p:stCondLst>
                                            <p:cond delay="0"/>
                                          </p:stCondLst>
                                        </p:cTn>
                                        <p:tgtEl>
                                          <p:spTgt spid="15450"/>
                                        </p:tgtEl>
                                        <p:attrNameLst>
                                          <p:attrName>style.visibility</p:attrName>
                                        </p:attrNameLst>
                                      </p:cBhvr>
                                      <p:to>
                                        <p:strVal val="visible"/>
                                      </p:to>
                                    </p:set>
                                    <p:animEffect transition="in" filter="wipe(down)">
                                      <p:cBhvr>
                                        <p:cTn id="88" dur="500"/>
                                        <p:tgtEl>
                                          <p:spTgt spid="15450"/>
                                        </p:tgtEl>
                                      </p:cBhvr>
                                    </p:animEffect>
                                  </p:childTnLst>
                                </p:cTn>
                              </p:par>
                              <p:par>
                                <p:cTn id="89" presetID="22" presetClass="entr" presetSubtype="4" fill="hold" nodeType="withEffect">
                                  <p:stCondLst>
                                    <p:cond delay="0"/>
                                  </p:stCondLst>
                                  <p:childTnLst>
                                    <p:set>
                                      <p:cBhvr>
                                        <p:cTn id="90" dur="1" fill="hold">
                                          <p:stCondLst>
                                            <p:cond delay="0"/>
                                          </p:stCondLst>
                                        </p:cTn>
                                        <p:tgtEl>
                                          <p:spTgt spid="15453"/>
                                        </p:tgtEl>
                                        <p:attrNameLst>
                                          <p:attrName>style.visibility</p:attrName>
                                        </p:attrNameLst>
                                      </p:cBhvr>
                                      <p:to>
                                        <p:strVal val="visible"/>
                                      </p:to>
                                    </p:set>
                                    <p:animEffect transition="in" filter="wipe(down)">
                                      <p:cBhvr>
                                        <p:cTn id="91" dur="500"/>
                                        <p:tgtEl>
                                          <p:spTgt spid="15453"/>
                                        </p:tgtEl>
                                      </p:cBhvr>
                                    </p:animEffect>
                                  </p:childTnLst>
                                </p:cTn>
                              </p:par>
                              <p:par>
                                <p:cTn id="92" presetID="22" presetClass="entr" presetSubtype="4" fill="hold" nodeType="withEffect">
                                  <p:stCondLst>
                                    <p:cond delay="0"/>
                                  </p:stCondLst>
                                  <p:childTnLst>
                                    <p:set>
                                      <p:cBhvr>
                                        <p:cTn id="93" dur="1" fill="hold">
                                          <p:stCondLst>
                                            <p:cond delay="0"/>
                                          </p:stCondLst>
                                        </p:cTn>
                                        <p:tgtEl>
                                          <p:spTgt spid="15452"/>
                                        </p:tgtEl>
                                        <p:attrNameLst>
                                          <p:attrName>style.visibility</p:attrName>
                                        </p:attrNameLst>
                                      </p:cBhvr>
                                      <p:to>
                                        <p:strVal val="visible"/>
                                      </p:to>
                                    </p:set>
                                    <p:animEffect transition="in" filter="wipe(down)">
                                      <p:cBhvr>
                                        <p:cTn id="94" dur="500"/>
                                        <p:tgtEl>
                                          <p:spTgt spid="15452"/>
                                        </p:tgtEl>
                                      </p:cBhvr>
                                    </p:animEffect>
                                  </p:childTnLst>
                                </p:cTn>
                              </p:par>
                              <p:par>
                                <p:cTn id="95" presetID="22" presetClass="entr" presetSubtype="4" fill="hold" nodeType="withEffect">
                                  <p:stCondLst>
                                    <p:cond delay="0"/>
                                  </p:stCondLst>
                                  <p:childTnLst>
                                    <p:set>
                                      <p:cBhvr>
                                        <p:cTn id="96" dur="1" fill="hold">
                                          <p:stCondLst>
                                            <p:cond delay="0"/>
                                          </p:stCondLst>
                                        </p:cTn>
                                        <p:tgtEl>
                                          <p:spTgt spid="15451"/>
                                        </p:tgtEl>
                                        <p:attrNameLst>
                                          <p:attrName>style.visibility</p:attrName>
                                        </p:attrNameLst>
                                      </p:cBhvr>
                                      <p:to>
                                        <p:strVal val="visible"/>
                                      </p:to>
                                    </p:set>
                                    <p:animEffect transition="in" filter="wipe(down)">
                                      <p:cBhvr>
                                        <p:cTn id="97" dur="500"/>
                                        <p:tgtEl>
                                          <p:spTgt spid="15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22" grpId="0" animBg="1"/>
      <p:bldP spid="1544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6385"/>
          <p:cNvSpPr/>
          <p:nvPr>
            <p:ph type="title"/>
          </p:nvPr>
        </p:nvSpPr>
        <p:spPr/>
        <p:txBody>
          <a:bodyPr anchor="ctr"/>
          <a:p>
            <a:r>
              <a:rPr lang="zh-CN" altLang="en-US" b="1">
                <a:ea typeface="楷体_GB2312" pitchFamily="1" charset="-122"/>
              </a:rPr>
              <a:t>粒子群</a:t>
            </a:r>
            <a:r>
              <a:rPr lang="zh-CN" altLang="en-US" b="1">
                <a:latin typeface="Times New Roman" panose="02020603050405020304" pitchFamily="2" charset="0"/>
                <a:ea typeface="楷体_GB2312" pitchFamily="1" charset="-122"/>
              </a:rPr>
              <a:t>算法的基本思想</a:t>
            </a:r>
            <a:endParaRPr lang="zh-CN" altLang="en-US" b="1">
              <a:latin typeface="Times New Roman" panose="02020603050405020304" pitchFamily="2" charset="0"/>
              <a:ea typeface="楷体_GB2312" pitchFamily="1" charset="-122"/>
            </a:endParaRPr>
          </a:p>
        </p:txBody>
      </p:sp>
      <p:sp>
        <p:nvSpPr>
          <p:cNvPr id="16387" name="文本占位符 16386"/>
          <p:cNvSpPr/>
          <p:nvPr>
            <p:ph type="body" idx="1"/>
          </p:nvPr>
        </p:nvSpPr>
        <p:spPr>
          <a:xfrm>
            <a:off x="8316913" y="5791200"/>
            <a:ext cx="596900" cy="231775"/>
          </a:xfrm>
        </p:spPr>
        <p:txBody>
          <a:bodyPr lIns="90170" tIns="46990" rIns="90170" bIns="46990"/>
          <a:p>
            <a:pPr>
              <a:buNone/>
            </a:pPr>
            <a:endParaRPr b="1">
              <a:solidFill>
                <a:schemeClr val="tx1"/>
              </a:solidFill>
              <a:ea typeface="楷体_GB2312" pitchFamily="1" charset="-122"/>
            </a:endParaRPr>
          </a:p>
        </p:txBody>
      </p:sp>
      <p:sp>
        <p:nvSpPr>
          <p:cNvPr id="16388" name="矩形 16387" descr="紫色网格"/>
          <p:cNvSpPr/>
          <p:nvPr/>
        </p:nvSpPr>
        <p:spPr>
          <a:xfrm>
            <a:off x="684213" y="1169988"/>
            <a:ext cx="7138987" cy="555625"/>
          </a:xfrm>
          <a:prstGeom prst="rect">
            <a:avLst/>
          </a:prstGeom>
          <a:blipFill rotWithShape="1">
            <a:blip r:embed="rId1"/>
          </a:blipFill>
          <a:ln w="38100" cap="flat" cmpd="sng">
            <a:solidFill>
              <a:srgbClr val="00FF00"/>
            </a:solidFill>
            <a:prstDash val="solid"/>
            <a:miter/>
            <a:headEnd type="none" w="med" len="med"/>
            <a:tailEnd type="none" w="med" len="med"/>
          </a:ln>
        </p:spPr>
        <p:txBody>
          <a:bodyPr vert="horz" wrap="square" anchor="t">
            <a:spAutoFit/>
          </a:bodyPr>
          <a:p>
            <a:pPr eaLnBrk="0" hangingPunct="0"/>
            <a:r>
              <a:rPr lang="en-US" altLang="zh-CN" sz="2800">
                <a:latin typeface="Arial" panose="020B0604020202020204" pitchFamily="34" charset="0"/>
                <a:ea typeface="楷体_GB2312" pitchFamily="1" charset="-122"/>
              </a:rPr>
              <a:t> </a:t>
            </a:r>
            <a:r>
              <a:rPr lang="zh-CN" altLang="en-US" sz="2800" b="1">
                <a:solidFill>
                  <a:schemeClr val="bg1"/>
                </a:solidFill>
                <a:latin typeface="Arial" panose="020B0604020202020204" pitchFamily="34" charset="0"/>
                <a:ea typeface="楷体_GB2312" pitchFamily="1" charset="-122"/>
              </a:rPr>
              <a:t>设想这样一个场景：</a:t>
            </a:r>
            <a:r>
              <a:rPr lang="zh-CN" altLang="en-US" sz="2800" b="1" i="1">
                <a:solidFill>
                  <a:schemeClr val="bg1"/>
                </a:solidFill>
                <a:latin typeface="Arial" panose="020B0604020202020204" pitchFamily="34" charset="0"/>
                <a:ea typeface="楷体_GB2312" pitchFamily="1" charset="-122"/>
              </a:rPr>
              <a:t>一群鸟在随机搜索食物 </a:t>
            </a:r>
            <a:endParaRPr lang="zh-CN" altLang="en-US" sz="2800" b="1" i="1">
              <a:solidFill>
                <a:schemeClr val="bg1"/>
              </a:solidFill>
              <a:latin typeface="Arial" panose="020B0604020202020204" pitchFamily="34" charset="0"/>
              <a:ea typeface="楷体_GB2312" pitchFamily="1" charset="-122"/>
            </a:endParaRPr>
          </a:p>
        </p:txBody>
      </p:sp>
      <p:sp>
        <p:nvSpPr>
          <p:cNvPr id="16389" name="矩形 16388"/>
          <p:cNvSpPr/>
          <p:nvPr/>
        </p:nvSpPr>
        <p:spPr>
          <a:xfrm>
            <a:off x="1692275" y="1985963"/>
            <a:ext cx="4884738" cy="519112"/>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在这块区域里只有一块食物</a:t>
            </a:r>
            <a:r>
              <a:rPr lang="en-US" altLang="zh-CN" sz="2800" b="1">
                <a:latin typeface="Arial" panose="020B0604020202020204" pitchFamily="34" charset="0"/>
                <a:ea typeface="楷体_GB2312" pitchFamily="1" charset="-122"/>
              </a:rPr>
              <a:t>;   </a:t>
            </a:r>
            <a:endParaRPr lang="en-US" altLang="zh-CN" sz="2800" b="1">
              <a:latin typeface="Arial" panose="020B0604020202020204" pitchFamily="34" charset="0"/>
              <a:ea typeface="楷体_GB2312" pitchFamily="1" charset="-122"/>
            </a:endParaRPr>
          </a:p>
        </p:txBody>
      </p:sp>
      <p:sp>
        <p:nvSpPr>
          <p:cNvPr id="16390" name="矩形 16389"/>
          <p:cNvSpPr/>
          <p:nvPr/>
        </p:nvSpPr>
        <p:spPr>
          <a:xfrm>
            <a:off x="1692275" y="2505075"/>
            <a:ext cx="5241925" cy="517525"/>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所有的鸟都不知道食物在哪里</a:t>
            </a:r>
            <a:r>
              <a:rPr lang="en-US" altLang="zh-CN" sz="2800" b="1">
                <a:latin typeface="Arial" panose="020B0604020202020204" pitchFamily="34" charset="0"/>
                <a:ea typeface="楷体_GB2312" pitchFamily="1" charset="-122"/>
              </a:rPr>
              <a:t>; </a:t>
            </a:r>
            <a:r>
              <a:rPr lang="en-US" altLang="zh-CN" sz="2800" b="1">
                <a:solidFill>
                  <a:schemeClr val="bg1"/>
                </a:solidFill>
                <a:latin typeface="Arial" panose="020B0604020202020204" pitchFamily="34" charset="0"/>
                <a:ea typeface="楷体_GB2312" pitchFamily="1" charset="-122"/>
              </a:rPr>
              <a:t>  </a:t>
            </a:r>
            <a:endParaRPr lang="en-US" altLang="zh-CN" sz="2800" b="1">
              <a:solidFill>
                <a:schemeClr val="bg1"/>
              </a:solidFill>
              <a:latin typeface="Arial" panose="020B0604020202020204" pitchFamily="34" charset="0"/>
              <a:ea typeface="楷体_GB2312" pitchFamily="1" charset="-122"/>
            </a:endParaRPr>
          </a:p>
        </p:txBody>
      </p:sp>
      <p:sp>
        <p:nvSpPr>
          <p:cNvPr id="16391" name="矩形 16390"/>
          <p:cNvSpPr/>
          <p:nvPr/>
        </p:nvSpPr>
        <p:spPr>
          <a:xfrm>
            <a:off x="1692275" y="3022600"/>
            <a:ext cx="7364413" cy="519113"/>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但它们能感受到当前的位置离食物还有多远</a:t>
            </a:r>
            <a:r>
              <a:rPr lang="en-US" altLang="zh-CN" sz="2800" b="1">
                <a:latin typeface="Arial" panose="020B0604020202020204" pitchFamily="34" charset="0"/>
                <a:ea typeface="楷体_GB2312" pitchFamily="1" charset="-122"/>
              </a:rPr>
              <a:t>. </a:t>
            </a:r>
            <a:r>
              <a:rPr lang="en-US" altLang="zh-CN" sz="2800" b="1">
                <a:solidFill>
                  <a:schemeClr val="bg1"/>
                </a:solidFill>
                <a:latin typeface="Arial" panose="020B0604020202020204" pitchFamily="34" charset="0"/>
                <a:ea typeface="楷体_GB2312" pitchFamily="1" charset="-122"/>
              </a:rPr>
              <a:t>  </a:t>
            </a:r>
            <a:endParaRPr lang="en-US" altLang="zh-CN" sz="2800" b="1">
              <a:solidFill>
                <a:schemeClr val="bg1"/>
              </a:solidFill>
              <a:latin typeface="Arial" panose="020B0604020202020204" pitchFamily="34" charset="0"/>
              <a:ea typeface="楷体_GB2312" pitchFamily="1" charset="-122"/>
            </a:endParaRPr>
          </a:p>
        </p:txBody>
      </p:sp>
      <p:sp>
        <p:nvSpPr>
          <p:cNvPr id="16392" name="矩形 16391"/>
          <p:cNvSpPr/>
          <p:nvPr/>
        </p:nvSpPr>
        <p:spPr>
          <a:xfrm>
            <a:off x="796925" y="2505075"/>
            <a:ext cx="895350" cy="517525"/>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已知</a:t>
            </a:r>
            <a:endParaRPr lang="zh-CN" altLang="en-US" sz="2800" b="1">
              <a:solidFill>
                <a:schemeClr val="bg1"/>
              </a:solidFill>
              <a:latin typeface="Arial" panose="020B0604020202020204" pitchFamily="34" charset="0"/>
              <a:ea typeface="楷体_GB2312" pitchFamily="1" charset="-122"/>
            </a:endParaRPr>
          </a:p>
        </p:txBody>
      </p:sp>
      <p:sp>
        <p:nvSpPr>
          <p:cNvPr id="16393" name="左大括号 16392"/>
          <p:cNvSpPr/>
          <p:nvPr/>
        </p:nvSpPr>
        <p:spPr>
          <a:xfrm>
            <a:off x="1609725" y="2420938"/>
            <a:ext cx="163513" cy="877887"/>
          </a:xfrm>
          <a:prstGeom prst="leftBrace">
            <a:avLst>
              <a:gd name="adj1" fmla="val 44740"/>
              <a:gd name="adj2" fmla="val 50000"/>
            </a:avLst>
          </a:prstGeom>
          <a:noFill/>
          <a:ln w="28575" cap="flat" cmpd="sng">
            <a:solidFill>
              <a:schemeClr val="tx1"/>
            </a:solidFill>
            <a:prstDash val="solid"/>
            <a:headEnd type="none" w="med" len="med"/>
            <a:tailEnd type="none" w="med" len="med"/>
          </a:ln>
        </p:spPr>
        <p:txBody>
          <a:bodyPr/>
          <a:p>
            <a:endParaRPr lang="zh-CN" altLang="en-US"/>
          </a:p>
        </p:txBody>
      </p:sp>
      <p:sp>
        <p:nvSpPr>
          <p:cNvPr id="16394" name="矩形 16393"/>
          <p:cNvSpPr/>
          <p:nvPr/>
        </p:nvSpPr>
        <p:spPr>
          <a:xfrm>
            <a:off x="798513" y="3616325"/>
            <a:ext cx="6188075" cy="517525"/>
          </a:xfrm>
          <a:prstGeom prst="rect">
            <a:avLst/>
          </a:prstGeom>
          <a:noFill/>
          <a:ln w="9525">
            <a:noFill/>
          </a:ln>
        </p:spPr>
        <p:txBody>
          <a:bodyPr vert="horz" wrap="none" anchor="t">
            <a:spAutoFit/>
          </a:bodyPr>
          <a:p>
            <a:pPr eaLnBrk="0" hangingPunct="0"/>
            <a:r>
              <a:rPr lang="zh-CN" altLang="en-US" sz="2800" b="1">
                <a:latin typeface="Arial" panose="020B0604020202020204" pitchFamily="34" charset="0"/>
                <a:ea typeface="楷体_GB2312" pitchFamily="1" charset="-122"/>
              </a:rPr>
              <a:t>那么</a:t>
            </a:r>
            <a:r>
              <a:rPr lang="en-US" altLang="zh-CN" sz="2800" b="1">
                <a:latin typeface="Arial" panose="020B0604020202020204" pitchFamily="34" charset="0"/>
                <a:ea typeface="楷体_GB2312" pitchFamily="1" charset="-122"/>
              </a:rPr>
              <a:t>:</a:t>
            </a:r>
            <a:r>
              <a:rPr lang="zh-CN" altLang="en-US" sz="2800" b="1">
                <a:latin typeface="Arial" panose="020B0604020202020204" pitchFamily="34" charset="0"/>
                <a:ea typeface="楷体_GB2312" pitchFamily="1" charset="-122"/>
              </a:rPr>
              <a:t>找到食物的最优策略是什么呢？ </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sp>
        <p:nvSpPr>
          <p:cNvPr id="16395" name="矩形 16394" descr="紫色网格"/>
          <p:cNvSpPr/>
          <p:nvPr/>
        </p:nvSpPr>
        <p:spPr>
          <a:xfrm>
            <a:off x="800100" y="4289425"/>
            <a:ext cx="6724650" cy="982663"/>
          </a:xfrm>
          <a:prstGeom prst="rect">
            <a:avLst/>
          </a:prstGeom>
          <a:blipFill rotWithShape="1">
            <a:blip r:embed="rId1"/>
          </a:blipFill>
          <a:ln w="38100" cap="flat" cmpd="sng">
            <a:solidFill>
              <a:srgbClr val="00FF00"/>
            </a:solidFill>
            <a:prstDash val="solid"/>
            <a:miter/>
            <a:headEnd type="none" w="med" len="med"/>
            <a:tailEnd type="none" w="med" len="med"/>
          </a:ln>
        </p:spPr>
        <p:txBody>
          <a:bodyPr vert="horz" wrap="square" anchor="t">
            <a:spAutoFit/>
          </a:bodyPr>
          <a:p>
            <a:pPr eaLnBrk="0" hangingPunct="0"/>
            <a:r>
              <a:rPr lang="zh-CN" altLang="en-US" sz="2800" b="1">
                <a:solidFill>
                  <a:schemeClr val="bg1"/>
                </a:solidFill>
                <a:latin typeface="Arial" panose="020B0604020202020204" pitchFamily="34" charset="0"/>
                <a:ea typeface="楷体_GB2312" pitchFamily="1" charset="-122"/>
              </a:rPr>
              <a:t>搜寻目前离食物最近的鸟的周围区域 ．</a:t>
            </a:r>
            <a:endParaRPr lang="zh-CN" altLang="en-US" sz="2800" b="1">
              <a:solidFill>
                <a:schemeClr val="bg1"/>
              </a:solidFill>
              <a:latin typeface="Arial" panose="020B0604020202020204" pitchFamily="34" charset="0"/>
              <a:ea typeface="楷体_GB2312" pitchFamily="1" charset="-122"/>
            </a:endParaRPr>
          </a:p>
          <a:p>
            <a:pPr eaLnBrk="0" hangingPunct="0"/>
            <a:r>
              <a:rPr lang="zh-CN" altLang="en-US" sz="2800" b="1">
                <a:solidFill>
                  <a:schemeClr val="bg1"/>
                </a:solidFill>
                <a:latin typeface="DFKai-SB" pitchFamily="1" charset="-120"/>
                <a:ea typeface="楷体_GB2312" pitchFamily="1" charset="-122"/>
              </a:rPr>
              <a:t>根据自己飞行的经验判断食物的所在。</a:t>
            </a:r>
            <a:endParaRPr lang="zh-CN" altLang="en-US" sz="2800" b="1">
              <a:solidFill>
                <a:schemeClr val="bg1"/>
              </a:solidFill>
              <a:latin typeface="DFKai-SB" pitchFamily="1" charset="-120"/>
              <a:ea typeface="楷体_GB2312" pitchFamily="1" charset="-122"/>
            </a:endParaRPr>
          </a:p>
        </p:txBody>
      </p:sp>
      <p:sp>
        <p:nvSpPr>
          <p:cNvPr id="16396" name="直接连接符 16395"/>
          <p:cNvSpPr/>
          <p:nvPr/>
        </p:nvSpPr>
        <p:spPr>
          <a:xfrm>
            <a:off x="1692275" y="4133850"/>
            <a:ext cx="4824413" cy="0"/>
          </a:xfrm>
          <a:prstGeom prst="line">
            <a:avLst/>
          </a:prstGeom>
          <a:ln w="76200" cap="flat" cmpd="sng">
            <a:solidFill>
              <a:srgbClr val="FFFF00"/>
            </a:solidFill>
            <a:prstDash val="solid"/>
            <a:headEnd type="none" w="med" len="med"/>
            <a:tailEnd type="none" w="med" len="med"/>
          </a:ln>
        </p:spPr>
      </p:sp>
      <p:sp>
        <p:nvSpPr>
          <p:cNvPr id="16397" name="矩形 16396"/>
          <p:cNvSpPr/>
          <p:nvPr/>
        </p:nvSpPr>
        <p:spPr>
          <a:xfrm>
            <a:off x="854075" y="5272088"/>
            <a:ext cx="6410325" cy="519112"/>
          </a:xfrm>
          <a:prstGeom prst="rect">
            <a:avLst/>
          </a:prstGeom>
          <a:noFill/>
          <a:ln w="9525">
            <a:noFill/>
          </a:ln>
        </p:spPr>
        <p:txBody>
          <a:bodyPr vert="horz" wrap="none" anchor="ctr">
            <a:spAutoFit/>
          </a:bodyPr>
          <a:p>
            <a:pPr eaLnBrk="0" hangingPunct="0"/>
            <a:r>
              <a:rPr lang="en-US" altLang="zh-CN" sz="2800" b="1">
                <a:latin typeface="Times New Roman" panose="02020603050405020304" pitchFamily="2" charset="0"/>
                <a:ea typeface="楷体_GB2312" pitchFamily="1" charset="-122"/>
              </a:rPr>
              <a:t>PSO</a:t>
            </a:r>
            <a:r>
              <a:rPr lang="zh-CN" altLang="en-US" sz="2800" b="1">
                <a:latin typeface="Times New Roman" panose="02020603050405020304" pitchFamily="2" charset="0"/>
                <a:ea typeface="楷体_GB2312" pitchFamily="1" charset="-122"/>
              </a:rPr>
              <a:t>正是从这种模型中得到了启发．</a:t>
            </a:r>
            <a:r>
              <a:rPr lang="zh-CN" altLang="en-US" sz="2800">
                <a:latin typeface="Times New Roman" panose="02020603050405020304" pitchFamily="2" charset="0"/>
                <a:ea typeface="楷体_GB2312" pitchFamily="1" charset="-122"/>
              </a:rPr>
              <a:t> </a:t>
            </a:r>
            <a:r>
              <a:rPr lang="zh-CN" altLang="en-US" sz="2800" b="1">
                <a:latin typeface="Times New Roman" panose="02020603050405020304" pitchFamily="2" charset="0"/>
                <a:ea typeface="楷体_GB2312" pitchFamily="1" charset="-122"/>
              </a:rPr>
              <a:t> </a:t>
            </a:r>
            <a:r>
              <a:rPr lang="zh-CN" altLang="en-US" sz="2800" b="1">
                <a:solidFill>
                  <a:schemeClr val="bg1"/>
                </a:solidFill>
                <a:latin typeface="Times New Roman" panose="02020603050405020304" pitchFamily="2" charset="0"/>
                <a:ea typeface="楷体_GB2312" pitchFamily="1" charset="-122"/>
              </a:rPr>
              <a:t>    </a:t>
            </a:r>
            <a:endParaRPr lang="zh-CN" altLang="en-US" sz="2800" b="1">
              <a:solidFill>
                <a:schemeClr val="bg1"/>
              </a:solidFill>
              <a:latin typeface="Times New Roman" panose="02020603050405020304" pitchFamily="2" charset="0"/>
              <a:ea typeface="楷体_GB2312" pitchFamily="1" charset="-122"/>
            </a:endParaRPr>
          </a:p>
        </p:txBody>
      </p:sp>
      <p:sp>
        <p:nvSpPr>
          <p:cNvPr id="16398" name="文本框 16397"/>
          <p:cNvSpPr txBox="1"/>
          <p:nvPr/>
        </p:nvSpPr>
        <p:spPr>
          <a:xfrm>
            <a:off x="854075" y="5794375"/>
            <a:ext cx="1731963" cy="457200"/>
          </a:xfrm>
          <a:prstGeom prst="rect">
            <a:avLst/>
          </a:prstGeom>
          <a:noFill/>
          <a:ln w="9525">
            <a:noFill/>
          </a:ln>
        </p:spPr>
        <p:txBody>
          <a:bodyPr wrap="square" anchor="t">
            <a:spAutoFit/>
          </a:bodyPr>
          <a:p>
            <a:r>
              <a:rPr lang="en-US" altLang="zh-CN" sz="2400" b="1">
                <a:latin typeface="Times New Roman" panose="02020603050405020304" pitchFamily="2" charset="0"/>
                <a:ea typeface="楷体_GB2312" pitchFamily="1" charset="-122"/>
              </a:rPr>
              <a:t>PSO</a:t>
            </a:r>
            <a:r>
              <a:rPr lang="zh-CN" altLang="en-US" sz="2400" b="1">
                <a:latin typeface="Times New Roman" panose="02020603050405020304" pitchFamily="2" charset="0"/>
                <a:ea typeface="楷体_GB2312" pitchFamily="1" charset="-122"/>
              </a:rPr>
              <a:t>的基础</a:t>
            </a:r>
            <a:r>
              <a:rPr lang="en-US" altLang="zh-CN" sz="2400" b="1">
                <a:latin typeface="Times New Roman" panose="02020603050405020304" pitchFamily="2" charset="0"/>
                <a:ea typeface="楷体_GB2312" pitchFamily="1" charset="-122"/>
              </a:rPr>
              <a:t>:</a:t>
            </a:r>
            <a:r>
              <a:rPr lang="en-US" altLang="zh-CN" sz="2400" b="1">
                <a:solidFill>
                  <a:schemeClr val="bg1"/>
                </a:solidFill>
                <a:latin typeface="Times New Roman" panose="02020603050405020304" pitchFamily="2" charset="0"/>
                <a:ea typeface="楷体_GB2312" pitchFamily="1" charset="-122"/>
              </a:rPr>
              <a:t> </a:t>
            </a:r>
            <a:endParaRPr lang="en-US" altLang="zh-CN" sz="2400">
              <a:latin typeface="Arial" panose="020B0604020202020204" pitchFamily="34" charset="0"/>
            </a:endParaRPr>
          </a:p>
        </p:txBody>
      </p:sp>
      <p:sp>
        <p:nvSpPr>
          <p:cNvPr id="16399" name="矩形 16398" descr="紫色网格"/>
          <p:cNvSpPr/>
          <p:nvPr/>
        </p:nvSpPr>
        <p:spPr>
          <a:xfrm>
            <a:off x="2586038" y="5794375"/>
            <a:ext cx="3009900" cy="555625"/>
          </a:xfrm>
          <a:prstGeom prst="rect">
            <a:avLst/>
          </a:prstGeom>
          <a:blipFill rotWithShape="1">
            <a:blip r:embed="rId1"/>
          </a:blipFill>
          <a:ln w="38100" cap="flat" cmpd="sng">
            <a:solidFill>
              <a:srgbClr val="00FF00"/>
            </a:solidFill>
            <a:prstDash val="solid"/>
            <a:miter/>
            <a:headEnd type="none" w="med" len="med"/>
            <a:tailEnd type="none" w="med" len="med"/>
          </a:ln>
        </p:spPr>
        <p:txBody>
          <a:bodyPr vert="horz" wrap="square" anchor="ctr">
            <a:spAutoFit/>
          </a:bodyPr>
          <a:p>
            <a:pPr eaLnBrk="0" hangingPunct="0"/>
            <a:r>
              <a:rPr lang="zh-CN" altLang="en-US" sz="2800" b="1">
                <a:solidFill>
                  <a:schemeClr val="bg1"/>
                </a:solidFill>
                <a:latin typeface="Arial" panose="020B0604020202020204" pitchFamily="34" charset="0"/>
                <a:ea typeface="楷体_GB2312" pitchFamily="1" charset="-122"/>
              </a:rPr>
              <a:t>信息的社会共享</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wipe(left)">
                                      <p:cBhvr>
                                        <p:cTn id="7" dur="500"/>
                                        <p:tgtEl>
                                          <p:spTgt spid="163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92"/>
                                        </p:tgtEl>
                                        <p:attrNameLst>
                                          <p:attrName>style.visibility</p:attrName>
                                        </p:attrNameLst>
                                      </p:cBhvr>
                                      <p:to>
                                        <p:strVal val="visible"/>
                                      </p:to>
                                    </p:set>
                                    <p:animEffect transition="in" filter="wipe(left)">
                                      <p:cBhvr>
                                        <p:cTn id="12" dur="500"/>
                                        <p:tgtEl>
                                          <p:spTgt spid="16392"/>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6393"/>
                                        </p:tgtEl>
                                        <p:attrNameLst>
                                          <p:attrName>style.visibility</p:attrName>
                                        </p:attrNameLst>
                                      </p:cBhvr>
                                      <p:to>
                                        <p:strVal val="visible"/>
                                      </p:to>
                                    </p:set>
                                    <p:animEffect transition="in" filter="wipe(up)">
                                      <p:cBhvr>
                                        <p:cTn id="16" dur="500"/>
                                        <p:tgtEl>
                                          <p:spTgt spid="1639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389"/>
                                        </p:tgtEl>
                                        <p:attrNameLst>
                                          <p:attrName>style.visibility</p:attrName>
                                        </p:attrNameLst>
                                      </p:cBhvr>
                                      <p:to>
                                        <p:strVal val="visible"/>
                                      </p:to>
                                    </p:set>
                                    <p:animEffect transition="in" filter="wipe(left)">
                                      <p:cBhvr>
                                        <p:cTn id="21" dur="500"/>
                                        <p:tgtEl>
                                          <p:spTgt spid="1638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390"/>
                                        </p:tgtEl>
                                        <p:attrNameLst>
                                          <p:attrName>style.visibility</p:attrName>
                                        </p:attrNameLst>
                                      </p:cBhvr>
                                      <p:to>
                                        <p:strVal val="visible"/>
                                      </p:to>
                                    </p:set>
                                    <p:animEffect transition="in" filter="wipe(left)">
                                      <p:cBhvr>
                                        <p:cTn id="26" dur="500"/>
                                        <p:tgtEl>
                                          <p:spTgt spid="1639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391"/>
                                        </p:tgtEl>
                                        <p:attrNameLst>
                                          <p:attrName>style.visibility</p:attrName>
                                        </p:attrNameLst>
                                      </p:cBhvr>
                                      <p:to>
                                        <p:strVal val="visible"/>
                                      </p:to>
                                    </p:set>
                                    <p:animEffect transition="in" filter="wipe(left)">
                                      <p:cBhvr>
                                        <p:cTn id="31" dur="500"/>
                                        <p:tgtEl>
                                          <p:spTgt spid="1639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394"/>
                                        </p:tgtEl>
                                        <p:attrNameLst>
                                          <p:attrName>style.visibility</p:attrName>
                                        </p:attrNameLst>
                                      </p:cBhvr>
                                      <p:to>
                                        <p:strVal val="visible"/>
                                      </p:to>
                                    </p:set>
                                    <p:animEffect transition="in" filter="wipe(left)">
                                      <p:cBhvr>
                                        <p:cTn id="36" dur="500"/>
                                        <p:tgtEl>
                                          <p:spTgt spid="1639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6396"/>
                                        </p:tgtEl>
                                        <p:attrNameLst>
                                          <p:attrName>style.visibility</p:attrName>
                                        </p:attrNameLst>
                                      </p:cBhvr>
                                      <p:to>
                                        <p:strVal val="visible"/>
                                      </p:to>
                                    </p:set>
                                    <p:animEffect transition="in" filter="wipe(left)">
                                      <p:cBhvr>
                                        <p:cTn id="41" dur="500"/>
                                        <p:tgtEl>
                                          <p:spTgt spid="16396"/>
                                        </p:tgtEl>
                                      </p:cBhvr>
                                    </p:animEffect>
                                  </p:childTnLst>
                                </p:cTn>
                              </p:par>
                            </p:childTnLst>
                          </p:cTn>
                        </p:par>
                        <p:par>
                          <p:cTn id="42" fill="hold">
                            <p:stCondLst>
                              <p:cond delay="500"/>
                            </p:stCondLst>
                            <p:childTnLst>
                              <p:par>
                                <p:cTn id="43" presetID="7" presetClass="emph" presetSubtype="6" repeatCount="indefinite" autoRev="1" fill="hold" nodeType="afterEffect">
                                  <p:stCondLst>
                                    <p:cond delay="0"/>
                                  </p:stCondLst>
                                  <p:childTnLst>
                                    <p:animClr clrSpc="hsl" dir="cw">
                                      <p:cBhvr>
                                        <p:cTn id="44" dur="500" fill="hold"/>
                                        <p:tgtEl>
                                          <p:spTgt spid="16396"/>
                                        </p:tgtEl>
                                        <p:attrNameLst>
                                          <p:attrName>stroke.color</p:attrName>
                                        </p:attrNameLst>
                                      </p:cBhvr>
                                      <p:to>
                                        <a:srgbClr val="FF0000"/>
                                      </p:to>
                                    </p:animClr>
                                    <p:set>
                                      <p:cBhvr>
                                        <p:cTn id="45" dur="500" fill="hold"/>
                                        <p:tgtEl>
                                          <p:spTgt spid="16396"/>
                                        </p:tgtEl>
                                        <p:attrNameLst>
                                          <p:attrName>stroke.on</p:attrName>
                                        </p:attrNameLst>
                                      </p:cBhvr>
                                      <p:to>
                                        <p:strVal val="tru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6395"/>
                                        </p:tgtEl>
                                        <p:attrNameLst>
                                          <p:attrName>style.visibility</p:attrName>
                                        </p:attrNameLst>
                                      </p:cBhvr>
                                      <p:to>
                                        <p:strVal val="visible"/>
                                      </p:to>
                                    </p:set>
                                    <p:animEffect transition="in" filter="wipe(left)">
                                      <p:cBhvr>
                                        <p:cTn id="50" dur="500"/>
                                        <p:tgtEl>
                                          <p:spTgt spid="1639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6397"/>
                                        </p:tgtEl>
                                        <p:attrNameLst>
                                          <p:attrName>style.visibility</p:attrName>
                                        </p:attrNameLst>
                                      </p:cBhvr>
                                      <p:to>
                                        <p:strVal val="visible"/>
                                      </p:to>
                                    </p:set>
                                    <p:animEffect transition="in" filter="wipe(left)">
                                      <p:cBhvr>
                                        <p:cTn id="55" dur="500"/>
                                        <p:tgtEl>
                                          <p:spTgt spid="16397"/>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6398"/>
                                        </p:tgtEl>
                                        <p:attrNameLst>
                                          <p:attrName>style.visibility</p:attrName>
                                        </p:attrNameLst>
                                      </p:cBhvr>
                                      <p:to>
                                        <p:strVal val="visible"/>
                                      </p:to>
                                    </p:set>
                                    <p:anim calcmode="lin" valueType="num">
                                      <p:cBhvr additive="base">
                                        <p:cTn id="60" dur="500" fill="hold"/>
                                        <p:tgtEl>
                                          <p:spTgt spid="16398"/>
                                        </p:tgtEl>
                                        <p:attrNameLst>
                                          <p:attrName>ppt_x</p:attrName>
                                        </p:attrNameLst>
                                      </p:cBhvr>
                                      <p:tavLst>
                                        <p:tav tm="0">
                                          <p:val>
                                            <p:strVal val="#ppt_x"/>
                                          </p:val>
                                        </p:tav>
                                        <p:tav tm="100000">
                                          <p:val>
                                            <p:strVal val="#ppt_x"/>
                                          </p:val>
                                        </p:tav>
                                      </p:tavLst>
                                    </p:anim>
                                    <p:anim calcmode="lin" valueType="num">
                                      <p:cBhvr additive="base">
                                        <p:cTn id="61" dur="500" fill="hold"/>
                                        <p:tgtEl>
                                          <p:spTgt spid="16398"/>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6399"/>
                                        </p:tgtEl>
                                        <p:attrNameLst>
                                          <p:attrName>style.visibility</p:attrName>
                                        </p:attrNameLst>
                                      </p:cBhvr>
                                      <p:to>
                                        <p:strVal val="visible"/>
                                      </p:to>
                                    </p:set>
                                    <p:animEffect transition="in" filter="wipe(left)">
                                      <p:cBhvr>
                                        <p:cTn id="66" dur="500"/>
                                        <p:tgtEl>
                                          <p:spTgt spid="16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ldLvl="0" animBg="1"/>
      <p:bldP spid="16389" grpId="0"/>
      <p:bldP spid="16390" grpId="0"/>
      <p:bldP spid="16391" grpId="0"/>
      <p:bldP spid="16392" grpId="0"/>
      <p:bldP spid="16394" grpId="0"/>
      <p:bldP spid="16395" grpId="0" bldLvl="0" animBg="1"/>
      <p:bldP spid="16397" grpId="0"/>
      <p:bldP spid="16399" grpId="0" bldLvl="0" animBg="1"/>
      <p:bldP spid="16398" grpId="0" bldLvl="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7409"/>
          <p:cNvSpPr/>
          <p:nvPr>
            <p:ph type="title"/>
          </p:nvPr>
        </p:nvSpPr>
        <p:spPr/>
        <p:txBody>
          <a:bodyPr anchor="ctr"/>
          <a:p/>
        </p:txBody>
      </p:sp>
      <p:sp>
        <p:nvSpPr>
          <p:cNvPr id="17411" name="文本占位符 17410"/>
          <p:cNvSpPr/>
          <p:nvPr>
            <p:ph type="body" idx="1"/>
          </p:nvPr>
        </p:nvSpPr>
        <p:spPr>
          <a:xfrm>
            <a:off x="457200" y="1772285"/>
            <a:ext cx="8229600" cy="4678363"/>
          </a:xfrm>
        </p:spPr>
        <p:txBody>
          <a:bodyPr lIns="90170" tIns="46990" rIns="90170" bIns="46990"/>
          <a:p>
            <a:pPr>
              <a:buClr>
                <a:srgbClr val="FF9900"/>
              </a:buClr>
              <a:buFont typeface="Wingdings" panose="05000000000000000000" pitchFamily="2" charset="2"/>
              <a:buNone/>
            </a:pPr>
            <a:endParaRPr lang="zh-TW" altLang="en-US" sz="1800" b="1" dirty="0">
              <a:latin typeface="Arial Black" panose="020B0A04020102020204" pitchFamily="2" charset="0"/>
            </a:endParaRPr>
          </a:p>
          <a:p>
            <a:pPr lvl="1">
              <a:buClr>
                <a:srgbClr val="FF9900"/>
              </a:buClr>
              <a:buFont typeface="Wingdings" panose="05000000000000000000" pitchFamily="2" charset="2"/>
              <a:buChar char="n"/>
            </a:pPr>
            <a:r>
              <a:rPr lang="zh-TW" altLang="en-US" sz="2400" b="1" dirty="0">
                <a:latin typeface="Times New Roman" panose="02020603050405020304" pitchFamily="2" charset="0"/>
                <a:ea typeface="宋体" panose="02010600030101010101" pitchFamily="2" charset="-122"/>
              </a:rPr>
              <a:t>生物学家对鸟</a:t>
            </a:r>
            <a:r>
              <a:rPr lang="en-US" altLang="x-none" sz="2400" b="1" dirty="0">
                <a:latin typeface="Times New Roman" panose="02020603050405020304" pitchFamily="2" charset="0"/>
                <a:ea typeface="宋体" panose="02010600030101010101" pitchFamily="2" charset="-122"/>
              </a:rPr>
              <a:t>(</a:t>
            </a:r>
            <a:r>
              <a:rPr lang="zh-TW" altLang="en-US" sz="2400" b="1" dirty="0">
                <a:latin typeface="Times New Roman" panose="02020603050405020304" pitchFamily="2" charset="0"/>
                <a:ea typeface="宋体" panose="02010600030101010101" pitchFamily="2" charset="-122"/>
              </a:rPr>
              <a:t>鱼</a:t>
            </a:r>
            <a:r>
              <a:rPr lang="en-US" altLang="x-none" sz="2400" b="1" dirty="0">
                <a:latin typeface="Times New Roman" panose="02020603050405020304" pitchFamily="2" charset="0"/>
                <a:ea typeface="宋体" panose="02010600030101010101" pitchFamily="2" charset="-122"/>
              </a:rPr>
              <a:t>)</a:t>
            </a:r>
            <a:r>
              <a:rPr lang="zh-TW" altLang="en-US" sz="2400" b="1" dirty="0">
                <a:latin typeface="Times New Roman" panose="02020603050405020304" pitchFamily="2" charset="0"/>
                <a:ea typeface="宋体" panose="02010600030101010101" pitchFamily="2" charset="-122"/>
              </a:rPr>
              <a:t>群捕食的行为研究</a:t>
            </a:r>
            <a:endParaRPr lang="zh-TW" altLang="en-US" sz="2800" dirty="0">
              <a:latin typeface="Times New Roman" panose="02020603050405020304" pitchFamily="2" charset="0"/>
              <a:ea typeface="宋体" panose="02010600030101010101" pitchFamily="2" charset="-122"/>
            </a:endParaRPr>
          </a:p>
          <a:p>
            <a:pPr lvl="1">
              <a:buNone/>
            </a:pPr>
            <a:r>
              <a:rPr lang="zh-TW" altLang="en-US" b="1" dirty="0">
                <a:latin typeface="Times New Roman" panose="02020603050405020304" pitchFamily="2" charset="0"/>
                <a:ea typeface="宋体" panose="02010600030101010101" pitchFamily="2" charset="-122"/>
              </a:rPr>
              <a:t>	</a:t>
            </a:r>
            <a:endParaRPr lang="zh-TW" altLang="en-US" b="1" dirty="0">
              <a:latin typeface="Times New Roman" panose="02020603050405020304" pitchFamily="2" charset="0"/>
              <a:ea typeface="宋体" panose="02010600030101010101" pitchFamily="2" charset="-122"/>
            </a:endParaRPr>
          </a:p>
          <a:p>
            <a:pPr lvl="1">
              <a:buClr>
                <a:srgbClr val="FF9900"/>
              </a:buClr>
              <a:buFont typeface="Wingdings" panose="05000000000000000000" pitchFamily="2" charset="2"/>
              <a:buChar char="n"/>
            </a:pPr>
            <a:r>
              <a:rPr lang="zh-TW" altLang="en-US" sz="2400" b="1" dirty="0">
                <a:latin typeface="Times New Roman" panose="02020603050405020304" pitchFamily="2" charset="0"/>
                <a:ea typeface="宋体" panose="02010600030101010101" pitchFamily="2" charset="-122"/>
              </a:rPr>
              <a:t>社会行为 </a:t>
            </a:r>
            <a:r>
              <a:rPr lang="en-US" altLang="x-none" sz="2400" b="1" dirty="0">
                <a:latin typeface="Times New Roman" panose="02020603050405020304" pitchFamily="2" charset="0"/>
                <a:ea typeface="宋体" panose="02010600030101010101" pitchFamily="2" charset="-122"/>
              </a:rPr>
              <a:t>(Social-Only Model)</a:t>
            </a:r>
            <a:endParaRPr lang="en-US" altLang="x-none" sz="2400" b="1" dirty="0">
              <a:latin typeface="Times New Roman" panose="02020603050405020304" pitchFamily="2" charset="0"/>
              <a:ea typeface="宋体" panose="02010600030101010101" pitchFamily="2" charset="-122"/>
            </a:endParaRPr>
          </a:p>
          <a:p>
            <a:pPr lvl="1">
              <a:buClr>
                <a:srgbClr val="FF9900"/>
              </a:buClr>
              <a:buFont typeface="Wingdings" panose="05000000000000000000" pitchFamily="2" charset="2"/>
              <a:buChar char="n"/>
            </a:pPr>
            <a:endParaRPr lang="en-US" altLang="x-none" b="1" dirty="0">
              <a:latin typeface="Times New Roman" panose="02020603050405020304" pitchFamily="2" charset="0"/>
              <a:ea typeface="宋体" panose="02010600030101010101" pitchFamily="2" charset="-122"/>
            </a:endParaRPr>
          </a:p>
          <a:p>
            <a:pPr lvl="1">
              <a:buClr>
                <a:srgbClr val="FF9900"/>
              </a:buClr>
              <a:buFont typeface="Wingdings" panose="05000000000000000000" pitchFamily="2" charset="2"/>
              <a:buChar char="n"/>
            </a:pPr>
            <a:r>
              <a:rPr lang="zh-TW" altLang="en-US" sz="2400" b="1" dirty="0">
                <a:latin typeface="Times New Roman" panose="02020603050405020304" pitchFamily="2" charset="0"/>
                <a:ea typeface="宋体" panose="02010600030101010101" pitchFamily="2" charset="-122"/>
              </a:rPr>
              <a:t>个体认知 </a:t>
            </a:r>
            <a:r>
              <a:rPr lang="en-US" altLang="x-none" sz="2400" b="1" dirty="0">
                <a:latin typeface="Times New Roman" panose="02020603050405020304" pitchFamily="2" charset="0"/>
                <a:ea typeface="宋体" panose="02010600030101010101" pitchFamily="2" charset="-122"/>
              </a:rPr>
              <a:t>(Cognition-Only Model)</a:t>
            </a:r>
            <a:endParaRPr lang="en-US" altLang="x-none" sz="2400" b="1" dirty="0">
              <a:latin typeface="Times New Roman" panose="02020603050405020304" pitchFamily="2" charset="0"/>
              <a:ea typeface="宋体" panose="02010600030101010101" pitchFamily="2" charset="-122"/>
            </a:endParaRPr>
          </a:p>
        </p:txBody>
      </p:sp>
      <p:pic>
        <p:nvPicPr>
          <p:cNvPr id="17412" name="Picture 28" descr="F2004032801411400000"/>
          <p:cNvPicPr>
            <a:picLocks noChangeAspect="1"/>
          </p:cNvPicPr>
          <p:nvPr/>
        </p:nvPicPr>
        <p:blipFill>
          <a:blip r:embed="rId1"/>
          <a:stretch>
            <a:fillRect/>
          </a:stretch>
        </p:blipFill>
        <p:spPr>
          <a:xfrm>
            <a:off x="457200" y="4345305"/>
            <a:ext cx="2879725" cy="1809750"/>
          </a:xfrm>
          <a:prstGeom prst="rect">
            <a:avLst/>
          </a:prstGeom>
          <a:noFill/>
          <a:ln w="9525">
            <a:noFill/>
          </a:ln>
        </p:spPr>
      </p:pic>
      <p:pic>
        <p:nvPicPr>
          <p:cNvPr id="17413" name="Picture 24" descr="1234s"/>
          <p:cNvPicPr>
            <a:picLocks noChangeAspect="1"/>
          </p:cNvPicPr>
          <p:nvPr/>
        </p:nvPicPr>
        <p:blipFill>
          <a:blip r:embed="rId2"/>
          <a:stretch>
            <a:fillRect/>
          </a:stretch>
        </p:blipFill>
        <p:spPr>
          <a:xfrm>
            <a:off x="3336925" y="4345305"/>
            <a:ext cx="2603500" cy="1946275"/>
          </a:xfrm>
          <a:prstGeom prst="rect">
            <a:avLst/>
          </a:prstGeom>
          <a:noFill/>
          <a:ln w="9525">
            <a:noFill/>
          </a:ln>
        </p:spPr>
      </p:pic>
      <p:pic>
        <p:nvPicPr>
          <p:cNvPr id="17414" name="Picture 27" descr="xin_2804022918209842966713"/>
          <p:cNvPicPr>
            <a:picLocks noChangeAspect="1"/>
          </p:cNvPicPr>
          <p:nvPr/>
        </p:nvPicPr>
        <p:blipFill>
          <a:blip r:embed="rId3"/>
          <a:stretch>
            <a:fillRect/>
          </a:stretch>
        </p:blipFill>
        <p:spPr>
          <a:xfrm>
            <a:off x="5940425" y="4345305"/>
            <a:ext cx="2455863" cy="18415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fade">
                                      <p:cBhvr>
                                        <p:cTn id="7" dur="500"/>
                                        <p:tgtEl>
                                          <p:spTgt spid="1741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413"/>
                                        </p:tgtEl>
                                        <p:attrNameLst>
                                          <p:attrName>style.visibility</p:attrName>
                                        </p:attrNameLst>
                                      </p:cBhvr>
                                      <p:to>
                                        <p:strVal val="visible"/>
                                      </p:to>
                                    </p:set>
                                    <p:animEffect transition="in" filter="fade">
                                      <p:cBhvr>
                                        <p:cTn id="11" dur="500"/>
                                        <p:tgtEl>
                                          <p:spTgt spid="174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7414"/>
                                        </p:tgtEl>
                                        <p:attrNameLst>
                                          <p:attrName>style.visibility</p:attrName>
                                        </p:attrNameLst>
                                      </p:cBhvr>
                                      <p:to>
                                        <p:strVal val="visible"/>
                                      </p:to>
                                    </p:set>
                                    <p:animEffect transition="in" filter="fade">
                                      <p:cBhvr>
                                        <p:cTn id="15" dur="500"/>
                                        <p:tgtEl>
                                          <p:spTgt spid="17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椭圆 18433"/>
          <p:cNvSpPr/>
          <p:nvPr/>
        </p:nvSpPr>
        <p:spPr>
          <a:xfrm>
            <a:off x="3779838" y="191611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5" name="椭圆 18434"/>
          <p:cNvSpPr/>
          <p:nvPr/>
        </p:nvSpPr>
        <p:spPr>
          <a:xfrm>
            <a:off x="3779838" y="2349500"/>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6" name="椭圆 18435"/>
          <p:cNvSpPr/>
          <p:nvPr/>
        </p:nvSpPr>
        <p:spPr>
          <a:xfrm>
            <a:off x="4932363" y="191611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7" name="椭圆 18436"/>
          <p:cNvSpPr/>
          <p:nvPr/>
        </p:nvSpPr>
        <p:spPr>
          <a:xfrm>
            <a:off x="4859338" y="22764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8" name="椭圆 18437"/>
          <p:cNvSpPr/>
          <p:nvPr/>
        </p:nvSpPr>
        <p:spPr>
          <a:xfrm>
            <a:off x="3851275" y="2420938"/>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39" name="椭圆 18438"/>
          <p:cNvSpPr/>
          <p:nvPr/>
        </p:nvSpPr>
        <p:spPr>
          <a:xfrm>
            <a:off x="6084888" y="24923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0" name="椭圆 18439"/>
          <p:cNvSpPr/>
          <p:nvPr/>
        </p:nvSpPr>
        <p:spPr>
          <a:xfrm>
            <a:off x="3779838" y="213201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1" name="椭圆 18440"/>
          <p:cNvSpPr/>
          <p:nvPr/>
        </p:nvSpPr>
        <p:spPr>
          <a:xfrm>
            <a:off x="3779838" y="2565400"/>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2" name="椭圆 18441"/>
          <p:cNvSpPr/>
          <p:nvPr/>
        </p:nvSpPr>
        <p:spPr>
          <a:xfrm>
            <a:off x="4932363" y="213201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3" name="椭圆 18442"/>
          <p:cNvSpPr/>
          <p:nvPr/>
        </p:nvSpPr>
        <p:spPr>
          <a:xfrm>
            <a:off x="4859338" y="24923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4" name="椭圆 18443"/>
          <p:cNvSpPr/>
          <p:nvPr/>
        </p:nvSpPr>
        <p:spPr>
          <a:xfrm>
            <a:off x="3851275" y="2636838"/>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5" name="椭圆 18444"/>
          <p:cNvSpPr/>
          <p:nvPr/>
        </p:nvSpPr>
        <p:spPr>
          <a:xfrm>
            <a:off x="6084888" y="27082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6" name="椭圆 18445"/>
          <p:cNvSpPr/>
          <p:nvPr/>
        </p:nvSpPr>
        <p:spPr>
          <a:xfrm>
            <a:off x="3995738" y="18446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7" name="椭圆 18446"/>
          <p:cNvSpPr/>
          <p:nvPr/>
        </p:nvSpPr>
        <p:spPr>
          <a:xfrm>
            <a:off x="3995738" y="2278063"/>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8" name="椭圆 18447"/>
          <p:cNvSpPr/>
          <p:nvPr/>
        </p:nvSpPr>
        <p:spPr>
          <a:xfrm>
            <a:off x="5148263" y="1844675"/>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49" name="椭圆 18448"/>
          <p:cNvSpPr/>
          <p:nvPr/>
        </p:nvSpPr>
        <p:spPr>
          <a:xfrm>
            <a:off x="5075238" y="2205038"/>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0" name="椭圆 18449"/>
          <p:cNvSpPr/>
          <p:nvPr/>
        </p:nvSpPr>
        <p:spPr>
          <a:xfrm>
            <a:off x="4067175" y="2349500"/>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1" name="椭圆 18450"/>
          <p:cNvSpPr/>
          <p:nvPr/>
        </p:nvSpPr>
        <p:spPr>
          <a:xfrm>
            <a:off x="6300788" y="2420938"/>
            <a:ext cx="215900" cy="215900"/>
          </a:xfrm>
          <a:prstGeom prst="ellipse">
            <a:avLst/>
          </a:prstGeom>
          <a:gradFill rotWithShape="1">
            <a:gsLst>
              <a:gs pos="0">
                <a:srgbClr val="336699"/>
              </a:gs>
              <a:gs pos="100000">
                <a:srgbClr val="33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2" name="矩形 18451"/>
          <p:cNvSpPr/>
          <p:nvPr/>
        </p:nvSpPr>
        <p:spPr>
          <a:xfrm>
            <a:off x="1547813" y="1676400"/>
            <a:ext cx="7596187" cy="4824413"/>
          </a:xfrm>
          <a:prstGeom prst="rect">
            <a:avLst/>
          </a:prstGeom>
          <a:gradFill rotWithShape="1">
            <a:gsLst>
              <a:gs pos="0">
                <a:srgbClr val="CCECFF">
                  <a:gamma/>
                  <a:tint val="0"/>
                  <a:invGamma/>
                </a:srgbClr>
              </a:gs>
              <a:gs pos="100000">
                <a:srgbClr val="CCECFF"/>
              </a:gs>
            </a:gsLst>
            <a:lin ang="5400000" scaled="1"/>
            <a:tileRect/>
          </a:gradFill>
          <a:ln w="9525">
            <a:noFill/>
          </a:ln>
        </p:spPr>
        <p:txBody>
          <a:bodyPr/>
          <a:p>
            <a:endParaRPr lang="zh-CN" altLang="en-US"/>
          </a:p>
        </p:txBody>
      </p:sp>
      <p:sp>
        <p:nvSpPr>
          <p:cNvPr id="18453" name="椭圆 18452"/>
          <p:cNvSpPr/>
          <p:nvPr/>
        </p:nvSpPr>
        <p:spPr>
          <a:xfrm>
            <a:off x="2339975" y="1268413"/>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4" name="椭圆 18453"/>
          <p:cNvSpPr/>
          <p:nvPr/>
        </p:nvSpPr>
        <p:spPr>
          <a:xfrm>
            <a:off x="4140200" y="1268413"/>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5" name="椭圆 18454"/>
          <p:cNvSpPr/>
          <p:nvPr/>
        </p:nvSpPr>
        <p:spPr>
          <a:xfrm>
            <a:off x="4284663" y="414972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6" name="椭圆 18455"/>
          <p:cNvSpPr/>
          <p:nvPr/>
        </p:nvSpPr>
        <p:spPr>
          <a:xfrm>
            <a:off x="5724525" y="501332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7" name="椭圆 18456"/>
          <p:cNvSpPr/>
          <p:nvPr/>
        </p:nvSpPr>
        <p:spPr>
          <a:xfrm>
            <a:off x="7667625" y="4005263"/>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8" name="椭圆 18457"/>
          <p:cNvSpPr/>
          <p:nvPr/>
        </p:nvSpPr>
        <p:spPr>
          <a:xfrm>
            <a:off x="6300788" y="292417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59" name="椭圆 18458"/>
          <p:cNvSpPr/>
          <p:nvPr/>
        </p:nvSpPr>
        <p:spPr>
          <a:xfrm>
            <a:off x="2124075" y="544512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60" name="椭圆 18459"/>
          <p:cNvSpPr/>
          <p:nvPr/>
        </p:nvSpPr>
        <p:spPr>
          <a:xfrm>
            <a:off x="3635375" y="2563813"/>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61" name="椭圆 18460"/>
          <p:cNvSpPr/>
          <p:nvPr/>
        </p:nvSpPr>
        <p:spPr>
          <a:xfrm>
            <a:off x="7524750" y="2276475"/>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62" name="椭圆 18461"/>
          <p:cNvSpPr/>
          <p:nvPr/>
        </p:nvSpPr>
        <p:spPr>
          <a:xfrm>
            <a:off x="8172450" y="5373688"/>
            <a:ext cx="215900" cy="215900"/>
          </a:xfrm>
          <a:prstGeom prst="ellipse">
            <a:avLst/>
          </a:prstGeom>
          <a:gradFill rotWithShape="1">
            <a:gsLst>
              <a:gs pos="0">
                <a:srgbClr val="006699"/>
              </a:gs>
              <a:gs pos="100000">
                <a:srgbClr val="006699">
                  <a:gamma/>
                  <a:tint val="0"/>
                  <a:invGamma/>
                </a:srgbClr>
              </a:gs>
            </a:gsLst>
            <a:lin ang="5400000" scaled="1"/>
            <a:tileRect/>
          </a:gradFill>
          <a:ln w="9525" cap="flat" cmpd="sng">
            <a:solidFill>
              <a:srgbClr val="0066FF"/>
            </a:solidFill>
            <a:prstDash val="solid"/>
            <a:headEnd type="none" w="med" len="med"/>
            <a:tailEnd type="none" w="med" len="med"/>
          </a:ln>
        </p:spPr>
        <p:txBody>
          <a:bodyPr/>
          <a:p>
            <a:endParaRPr lang="zh-CN" altLang="en-US"/>
          </a:p>
        </p:txBody>
      </p:sp>
      <p:sp>
        <p:nvSpPr>
          <p:cNvPr id="18463" name="椭圆 18462"/>
          <p:cNvSpPr/>
          <p:nvPr/>
        </p:nvSpPr>
        <p:spPr>
          <a:xfrm>
            <a:off x="6227763" y="2852738"/>
            <a:ext cx="360362" cy="360362"/>
          </a:xfrm>
          <a:prstGeom prst="ellipse">
            <a:avLst/>
          </a:prstGeom>
          <a:noFill/>
          <a:ln w="19050" cap="flat" cmpd="sng">
            <a:solidFill>
              <a:srgbClr val="FF0000"/>
            </a:solidFill>
            <a:prstDash val="lgDash"/>
            <a:headEnd type="none" w="med" len="med"/>
            <a:tailEnd type="none" w="med" len="med"/>
          </a:ln>
        </p:spPr>
        <p:txBody>
          <a:bodyPr/>
          <a:p>
            <a:endParaRPr lang="zh-CN" altLang="en-US"/>
          </a:p>
        </p:txBody>
      </p:sp>
      <p:sp>
        <p:nvSpPr>
          <p:cNvPr id="18464" name="椭圆 18463"/>
          <p:cNvSpPr/>
          <p:nvPr/>
        </p:nvSpPr>
        <p:spPr>
          <a:xfrm>
            <a:off x="3779838" y="2060575"/>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5" name="椭圆 18464"/>
          <p:cNvSpPr/>
          <p:nvPr/>
        </p:nvSpPr>
        <p:spPr>
          <a:xfrm>
            <a:off x="2987675" y="4221163"/>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6" name="椭圆 18465"/>
          <p:cNvSpPr/>
          <p:nvPr/>
        </p:nvSpPr>
        <p:spPr>
          <a:xfrm>
            <a:off x="5148263" y="3573463"/>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7" name="椭圆 18466"/>
          <p:cNvSpPr/>
          <p:nvPr/>
        </p:nvSpPr>
        <p:spPr>
          <a:xfrm>
            <a:off x="6227763" y="4149725"/>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8" name="椭圆 18467"/>
          <p:cNvSpPr/>
          <p:nvPr/>
        </p:nvSpPr>
        <p:spPr>
          <a:xfrm>
            <a:off x="4067175" y="2852738"/>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69" name="椭圆 18468"/>
          <p:cNvSpPr/>
          <p:nvPr/>
        </p:nvSpPr>
        <p:spPr>
          <a:xfrm>
            <a:off x="5364163" y="1773238"/>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0" name="椭圆 18469"/>
          <p:cNvSpPr/>
          <p:nvPr/>
        </p:nvSpPr>
        <p:spPr>
          <a:xfrm>
            <a:off x="6659563" y="2708275"/>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1" name="椭圆 18470"/>
          <p:cNvSpPr/>
          <p:nvPr/>
        </p:nvSpPr>
        <p:spPr>
          <a:xfrm>
            <a:off x="7308850" y="3573463"/>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2" name="椭圆 18471"/>
          <p:cNvSpPr/>
          <p:nvPr/>
        </p:nvSpPr>
        <p:spPr>
          <a:xfrm>
            <a:off x="7812088" y="4941888"/>
            <a:ext cx="215900" cy="215900"/>
          </a:xfrm>
          <a:prstGeom prst="ellipse">
            <a:avLst/>
          </a:prstGeom>
          <a:gradFill rotWithShape="1">
            <a:gsLst>
              <a:gs pos="0">
                <a:srgbClr val="0099CC"/>
              </a:gs>
              <a:gs pos="100000">
                <a:srgbClr val="0099CC">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3" name="椭圆 18472"/>
          <p:cNvSpPr/>
          <p:nvPr/>
        </p:nvSpPr>
        <p:spPr>
          <a:xfrm>
            <a:off x="6588125" y="2646363"/>
            <a:ext cx="360363" cy="360362"/>
          </a:xfrm>
          <a:prstGeom prst="ellipse">
            <a:avLst/>
          </a:prstGeom>
          <a:noFill/>
          <a:ln w="19050" cap="flat" cmpd="sng">
            <a:solidFill>
              <a:srgbClr val="FF0000"/>
            </a:solidFill>
            <a:prstDash val="lgDash"/>
            <a:headEnd type="none" w="med" len="med"/>
            <a:tailEnd type="none" w="med" len="med"/>
          </a:ln>
        </p:spPr>
        <p:txBody>
          <a:bodyPr/>
          <a:p>
            <a:endParaRPr lang="zh-CN" altLang="en-US"/>
          </a:p>
        </p:txBody>
      </p:sp>
      <p:sp>
        <p:nvSpPr>
          <p:cNvPr id="18474" name="椭圆 18473"/>
          <p:cNvSpPr/>
          <p:nvPr/>
        </p:nvSpPr>
        <p:spPr>
          <a:xfrm>
            <a:off x="4716463" y="2133600"/>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5" name="椭圆 18474"/>
          <p:cNvSpPr/>
          <p:nvPr/>
        </p:nvSpPr>
        <p:spPr>
          <a:xfrm>
            <a:off x="6084888" y="2276475"/>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6" name="椭圆 18475"/>
          <p:cNvSpPr/>
          <p:nvPr/>
        </p:nvSpPr>
        <p:spPr>
          <a:xfrm>
            <a:off x="4932363" y="3141663"/>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7" name="椭圆 18476"/>
          <p:cNvSpPr/>
          <p:nvPr/>
        </p:nvSpPr>
        <p:spPr>
          <a:xfrm>
            <a:off x="6732588" y="3284538"/>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8" name="椭圆 18477"/>
          <p:cNvSpPr/>
          <p:nvPr/>
        </p:nvSpPr>
        <p:spPr>
          <a:xfrm>
            <a:off x="6443663" y="2781300"/>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79" name="椭圆 18478"/>
          <p:cNvSpPr/>
          <p:nvPr/>
        </p:nvSpPr>
        <p:spPr>
          <a:xfrm>
            <a:off x="6804025" y="3789363"/>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80" name="椭圆 18479"/>
          <p:cNvSpPr/>
          <p:nvPr/>
        </p:nvSpPr>
        <p:spPr>
          <a:xfrm>
            <a:off x="5795963" y="2781300"/>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81" name="椭圆 18480"/>
          <p:cNvSpPr/>
          <p:nvPr/>
        </p:nvSpPr>
        <p:spPr>
          <a:xfrm>
            <a:off x="6227763" y="3644900"/>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82" name="椭圆 18481"/>
          <p:cNvSpPr/>
          <p:nvPr/>
        </p:nvSpPr>
        <p:spPr>
          <a:xfrm>
            <a:off x="5867400" y="3284538"/>
            <a:ext cx="215900" cy="215900"/>
          </a:xfrm>
          <a:prstGeom prst="ellipse">
            <a:avLst/>
          </a:prstGeom>
          <a:gradFill rotWithShape="1">
            <a:gsLst>
              <a:gs pos="0">
                <a:srgbClr val="99CCFF"/>
              </a:gs>
              <a:gs pos="100000">
                <a:srgbClr val="99CCFF">
                  <a:gamma/>
                  <a:tint val="0"/>
                  <a:invGamma/>
                </a:srgbClr>
              </a:gs>
            </a:gsLst>
            <a:lin ang="5400000" scaled="1"/>
            <a:tileRect/>
          </a:gradFill>
          <a:ln w="9525" cap="flat" cmpd="sng">
            <a:solidFill>
              <a:srgbClr val="006699"/>
            </a:solidFill>
            <a:prstDash val="solid"/>
            <a:headEnd type="none" w="med" len="med"/>
            <a:tailEnd type="none" w="med" len="med"/>
          </a:ln>
        </p:spPr>
        <p:txBody>
          <a:bodyPr/>
          <a:p>
            <a:endParaRPr lang="zh-CN" altLang="en-US"/>
          </a:p>
        </p:txBody>
      </p:sp>
      <p:sp>
        <p:nvSpPr>
          <p:cNvPr id="18483" name="矩形 18482"/>
          <p:cNvSpPr/>
          <p:nvPr/>
        </p:nvSpPr>
        <p:spPr>
          <a:xfrm>
            <a:off x="1557338" y="908050"/>
            <a:ext cx="5113337" cy="288925"/>
          </a:xfrm>
          <a:prstGeom prst="rect">
            <a:avLst/>
          </a:prstGeom>
          <a:gradFill rotWithShape="1">
            <a:gsLst>
              <a:gs pos="0">
                <a:srgbClr val="006699"/>
              </a:gs>
              <a:gs pos="100000">
                <a:srgbClr val="006699">
                  <a:gamma/>
                  <a:tint val="0"/>
                  <a:invGamma/>
                </a:srgbClr>
              </a:gs>
            </a:gsLst>
            <a:lin ang="0" scaled="1"/>
            <a:tileRect/>
          </a:gradFill>
          <a:ln w="9525">
            <a:noFill/>
          </a:ln>
        </p:spPr>
        <p:txBody>
          <a:bodyPr wrap="none" anchor="ctr"/>
          <a:p>
            <a:pPr eaLnBrk="0" hangingPunct="0"/>
            <a:r>
              <a:rPr lang="zh-TW" altLang="en-US" dirty="0">
                <a:solidFill>
                  <a:schemeClr val="bg1"/>
                </a:solidFill>
                <a:effectLst>
                  <a:outerShdw blurRad="38100" dist="38100" dir="2700000">
                    <a:srgbClr val="000000"/>
                  </a:outerShdw>
                </a:effectLst>
                <a:latin typeface="Arial Black" panose="020B0A04020102020204" pitchFamily="2" charset="0"/>
                <a:ea typeface="PMingLiU" pitchFamily="2" charset="-120"/>
              </a:rPr>
              <a:t>粒子群特性</a:t>
            </a:r>
            <a:endParaRPr lang="zh-TW" altLang="en-US" dirty="0">
              <a:solidFill>
                <a:schemeClr val="bg1"/>
              </a:solidFill>
              <a:effectLst>
                <a:outerShdw blurRad="38100" dist="38100" dir="2700000">
                  <a:srgbClr val="000000"/>
                </a:outerShdw>
              </a:effectLst>
              <a:latin typeface="Arial Black" panose="020B0A04020102020204" pitchFamily="2" charset="0"/>
              <a:ea typeface="PMingLiU" pitchFamily="2" charset="-12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8483"/>
                                        </p:tgtEl>
                                        <p:attrNameLst>
                                          <p:attrName>style.visibility</p:attrName>
                                        </p:attrNameLst>
                                      </p:cBhvr>
                                      <p:to>
                                        <p:strVal val="visible"/>
                                      </p:to>
                                    </p:set>
                                    <p:anim calcmode="lin" valueType="num">
                                      <p:cBhvr>
                                        <p:cTn id="7" dur="500" fill="hold"/>
                                        <p:tgtEl>
                                          <p:spTgt spid="18483"/>
                                        </p:tgtEl>
                                        <p:attrNameLst>
                                          <p:attrName>ppt_x</p:attrName>
                                        </p:attrNameLst>
                                      </p:cBhvr>
                                      <p:tavLst>
                                        <p:tav tm="0">
                                          <p:val>
                                            <p:strVal val="#ppt_x-#ppt_w/2"/>
                                          </p:val>
                                        </p:tav>
                                        <p:tav tm="100000">
                                          <p:val>
                                            <p:strVal val="#ppt_x"/>
                                          </p:val>
                                        </p:tav>
                                      </p:tavLst>
                                    </p:anim>
                                    <p:anim calcmode="lin" valueType="num">
                                      <p:cBhvr>
                                        <p:cTn id="8" dur="500" fill="hold"/>
                                        <p:tgtEl>
                                          <p:spTgt spid="18483"/>
                                        </p:tgtEl>
                                        <p:attrNameLst>
                                          <p:attrName>ppt_y</p:attrName>
                                        </p:attrNameLst>
                                      </p:cBhvr>
                                      <p:tavLst>
                                        <p:tav tm="0">
                                          <p:val>
                                            <p:strVal val="#ppt_y"/>
                                          </p:val>
                                        </p:tav>
                                        <p:tav tm="100000">
                                          <p:val>
                                            <p:strVal val="#ppt_y"/>
                                          </p:val>
                                        </p:tav>
                                      </p:tavLst>
                                    </p:anim>
                                    <p:anim calcmode="lin" valueType="num">
                                      <p:cBhvr>
                                        <p:cTn id="9" dur="500" fill="hold"/>
                                        <p:tgtEl>
                                          <p:spTgt spid="18483"/>
                                        </p:tgtEl>
                                        <p:attrNameLst>
                                          <p:attrName>ppt_w</p:attrName>
                                        </p:attrNameLst>
                                      </p:cBhvr>
                                      <p:tavLst>
                                        <p:tav tm="0">
                                          <p:val>
                                            <p:fltVal val="0.000000"/>
                                          </p:val>
                                        </p:tav>
                                        <p:tav tm="100000">
                                          <p:val>
                                            <p:strVal val="#ppt_w"/>
                                          </p:val>
                                        </p:tav>
                                      </p:tavLst>
                                    </p:anim>
                                    <p:anim calcmode="lin" valueType="num">
                                      <p:cBhvr>
                                        <p:cTn id="10" dur="500" fill="hold"/>
                                        <p:tgtEl>
                                          <p:spTgt spid="18483"/>
                                        </p:tgtEl>
                                        <p:attrNameLst>
                                          <p:attrName>ppt_h</p:attrName>
                                        </p:attrNameLst>
                                      </p:cBhvr>
                                      <p:tavLst>
                                        <p:tav tm="0">
                                          <p:val>
                                            <p:strVal val="#ppt_h"/>
                                          </p:val>
                                        </p:tav>
                                        <p:tav tm="100000">
                                          <p:val>
                                            <p:strVal val="#ppt_h"/>
                                          </p:val>
                                        </p:tav>
                                      </p:tavLst>
                                    </p:anim>
                                  </p:childTnLst>
                                </p:cTn>
                              </p:par>
                              <p:par>
                                <p:cTn id="11" presetID="52" presetClass="path" presetSubtype="0" accel="50000" decel="50000" fill="hold" nodeType="withEffect">
                                  <p:stCondLst>
                                    <p:cond delay="0"/>
                                  </p:stCondLst>
                                  <p:childTnLst>
                                    <p:animMotion origin="layout" path="M -3.61111E-6 -4.44444E-6 C -0.00104 0.00857 0.06007 0.01621 0.13698 0.01644 C 0.19792 0.01713 0.24792 0.01297 0.24896 0.00787 C 0.24896 0.00278 0.2 -0.00208 0.13802 -0.00231 C 0.10695 -0.00231 0.079 -0.00185 0.05903 -4.44444E-6 C 0.03004 0.00232 0.01302 0.00602 0.01302 0.01065 C 0.01302 0.01297 0.01806 0.01528 0.02709 0.0176 C 0.04792 0.022 0.08907 0.025 0.13594 0.02547 C 0.19098 0.02616 0.23594 0.02223 0.23594 0.01783 C 0.23698 0.01297 0.19202 0.0088 0.13698 0.00811 C 0.10903 0.00811 0.08403 0.0088 0.06493 0.01019 C 0.03993 0.01274 0.02396 0.01644 0.02396 0.02037 C 0.02396 0.02223 0.029 0.02454 0.03698 0.02639 C 0.05608 0.03033 0.09202 0.03334 0.13507 0.0338 C 0.18507 0.03403 0.225 0.03056 0.225 0.02639 C 0.22605 0.02223 0.18594 0.01852 0.13594 0.01806 C 0.11094 0.01783 0.08802 0.01852 0.07101 0.01991 C 0.04792 0.022 0.03507 0.025 0.03507 0.02894 C 0.03507 0.03056 0.03907 0.03264 0.04601 0.03426 C 0.06302 0.03774 0.09601 0.04051 0.13403 0.04098 C 0.179 0.04098 0.21493 0.0382 0.21493 0.03426 C 0.21493 0.03056 0.18004 0.02709 0.13507 0.02686 C 0.11302 0.02686 0.09202 0.02755 0.07709 0.02848 C 0.05608 0.03033 0.04393 0.03334 0.04306 0.03635 C 0.04306 0.0382 0.04792 0.03982 0.054 0.04121 C 0.06893 0.04468 0.09896 0.04723 0.13299 0.04723 C 0.17292 0.04746 0.20608 0.04514 0.20608 0.04167 C 0.20695 0.0382 0.17396 0.03496 0.13403 0.03473 C 0.11407 0.03473 0.09497 0.03496 0.08195 0.03635 C 0.06302 0.03774 0.05209 0.04051 0.05209 0.04329 C 0.05209 0.04514 0.05504 0.04653 0.06094 0.04792 C 0.075 0.05093 0.10105 0.05301 0.13195 0.05348 C 0.16893 0.05348 0.19792 0.05139 0.19792 0.04815 C 0.19896 0.04514 0.16997 0.04237 0.13299 0.0419 C 0.11493 0.0419 0.09896 0.04237 0.08698 0.04329 C 0.06997 0.04468 0.06007 0.04723 0.06007 0.05 C 0.06007 0.05139 0.06302 0.05232 0.06806 0.05371 C 0.08004 0.05649 0.104 0.05811 0.13195 0.05857 C 0.16493 0.0588 0.19098 0.05672 0.19098 0.05371 C 0.19098 0.05139 0.16598 0.04862 0.13299 0.04862 C 0.11598 0.04815 0.10105 0.04885 0.08993 0.04954 C 0.075 0.05093 0.06598 0.05301 0.06598 0.05533 C 0.06598 0.05672 0.06893 0.05787 0.07396 0.0588 C 0.08507 0.06135 0.10695 0.06297 0.13108 0.0632 C 0.16094 0.06366 0.18507 0.06158 0.18507 0.05926 C 0.18507 0.05649 0.16094 0.0544 0.13195 0.05394 C 0.11806 0.05394 0.104 0.0544 0.09393 0.05533 C 0.08004 0.05649 0.07205 0.05811 0.07205 0.06065 C 0.07205 0.06158 0.075 0.06274 0.079 0.06366 C 0.08907 0.06575 0.10799 0.06737 0.13108 0.06737 C 0.15695 0.06783 0.179 0.06598 0.179 0.06366 C 0.179 0.06158 0.15799 0.0595 0.13108 0.0595 C 0.11893 0.05926 0.10608 0.0595 0.09705 0.06019 C 0.08507 0.06158 0.07796 0.0632 0.07796 0.06505 C 0.07796 0.06598 0.08004 0.06713 0.08403 0.06783 C 0.09306 0.06991 0.11007 0.0713 0.13108 0.07153 C 0.15504 0.07153 0.17396 0.06991 0.17396 0.06806 C 0.17396 0.06598 0.15504 0.06389 0.13108 0.06389 C 0.11893 0.06389 0.10799 0.06436 0.10105 0.06505 C 0.08907 0.06575 0.08299 0.06737 0.08299 0.06922 C 0.08299 0.06991 0.08507 0.07107 0.08802 0.07153 C 0.09601 0.07385 0.11198 0.07477 0.13004 0.07524 C 0.15209 0.07524 0.16893 0.07385 0.16893 0.072 C 0.16893 0.06991 0.15209 0.06852 0.13108 0.06806 C 0.11997 0.06806 0.11007 0.06852 0.10296 0.06922 C 0.09306 0.06991 0.08698 0.0713 0.08698 0.07292 C 0.08698 0.07385 0.08907 0.07431 0.09202 0.07524 " pathEditMode="relative" rAng="0" ptsTypes="fffffffffffffffffffffffffffffffffffffffffffffffffffffffffffffffffff">
                                      <p:cBhvr>
                                        <p:cTn id="12" dur="5000" fill="hold"/>
                                        <p:tgtEl>
                                          <p:spTgt spid="18434"/>
                                        </p:tgtEl>
                                        <p:attrNameLst>
                                          <p:attrName>ppt_x</p:attrName>
                                          <p:attrName>ppt_y</p:attrName>
                                        </p:attrNameLst>
                                      </p:cBhvr>
                                      <p:rCtr x="12400" y="3600"/>
                                    </p:animMotion>
                                  </p:childTnLst>
                                </p:cTn>
                              </p:par>
                              <p:par>
                                <p:cTn id="13" presetID="52" presetClass="path" presetSubtype="0" accel="50000" decel="50000" fill="hold" nodeType="withEffect">
                                  <p:stCondLst>
                                    <p:cond delay="0"/>
                                  </p:stCondLst>
                                  <p:childTnLst>
                                    <p:animMotion origin="layout" path="M -3.61111E-6 -0.00717 C -0.00104 -0.01296 0.06007 -0.01829 0.13698 -0.01852 C 0.19792 -0.01898 0.24792 -0.0162 0.24896 -0.0125 C 0.24896 -0.00903 0.2 -0.00579 0.13802 -0.00555 C 0.10695 -0.00555 0.079 -0.00602 0.05903 -0.00717 C 0.03004 -0.00879 0.01302 -0.01134 0.01302 -0.01458 C 0.01302 -0.0162 0.01806 -0.01759 0.02709 -0.01921 C 0.04792 -0.02222 0.08907 -0.0243 0.13594 -0.02454 C 0.19098 -0.025 0.23594 -0.02222 0.23594 -0.01944 C 0.23698 -0.0162 0.19202 -0.01319 0.13698 -0.01273 C 0.10903 -0.01273 0.08403 -0.01319 0.06493 -0.01412 C 0.03993 -0.01574 0.02396 -0.01852 0.02396 -0.02106 C 0.02396 -0.02222 0.029 -0.02384 0.03698 -0.02523 C 0.05608 -0.02778 0.09202 -0.02986 0.13507 -0.03009 C 0.18507 -0.03032 0.225 -0.02801 0.225 -0.02523 C 0.22605 -0.02222 0.18594 -0.01991 0.13594 -0.01944 C 0.11094 -0.01944 0.08802 -0.01991 0.07101 -0.02083 C 0.04792 -0.02222 0.03507 -0.0243 0.03507 -0.02685 C 0.03507 -0.02801 0.03907 -0.0294 0.04601 -0.03055 C 0.06302 -0.03287 0.09601 -0.03472 0.13403 -0.03495 C 0.179 -0.03495 0.21493 -0.0331 0.21493 -0.03055 C 0.21493 -0.02801 0.18004 -0.02569 0.13507 -0.02546 C 0.11302 -0.02546 0.09202 -0.02592 0.07709 -0.02662 C 0.05608 -0.02778 0.04393 -0.02986 0.04306 -0.03194 C 0.04306 -0.0331 0.04792 -0.03426 0.054 -0.03518 C 0.06893 -0.0375 0.09896 -0.03912 0.13299 -0.03912 C 0.17292 -0.03935 0.20608 -0.03773 0.20608 -0.03541 C 0.20695 -0.0331 0.17396 -0.03102 0.13403 -0.03079 C 0.11407 -0.03079 0.09497 -0.03102 0.08195 -0.03194 C 0.06302 -0.03287 0.05209 -0.03472 0.05209 -0.03657 C 0.05209 -0.03773 0.05504 -0.03866 0.06094 -0.03958 C 0.075 -0.04166 0.10105 -0.04305 0.13195 -0.04329 C 0.16893 -0.04329 0.19792 -0.0419 0.19792 -0.03981 C 0.19896 -0.03773 0.16997 -0.03588 0.13299 -0.03565 C 0.11493 -0.03565 0.09896 -0.03588 0.08698 -0.03657 C 0.06997 -0.0375 0.06007 -0.03912 0.06007 -0.04097 C 0.06007 -0.0419 0.06302 -0.04259 0.06806 -0.04352 C 0.08004 -0.04537 0.104 -0.04653 0.13195 -0.04676 C 0.16493 -0.04699 0.19098 -0.0456 0.19098 -0.04352 C 0.19098 -0.0419 0.16598 -0.04004 0.13299 -0.04004 C 0.11598 -0.03981 0.10105 -0.04028 0.08993 -0.04074 C 0.075 -0.04166 0.06598 -0.04305 0.06598 -0.04467 C 0.06598 -0.0456 0.06893 -0.04629 0.07396 -0.04699 C 0.08507 -0.04861 0.10695 -0.04977 0.13108 -0.05 C 0.16094 -0.05023 0.18507 -0.04884 0.18507 -0.04722 C 0.18507 -0.04537 0.16094 -0.04398 0.13195 -0.04375 C 0.11806 -0.04375 0.104 -0.04398 0.09393 -0.04467 C 0.08004 -0.04537 0.07205 -0.04653 0.07205 -0.04815 C 0.07205 -0.04884 0.075 -0.04954 0.079 -0.05023 C 0.08907 -0.05162 0.10799 -0.05278 0.13108 -0.05278 C 0.15695 -0.05301 0.179 -0.05185 0.179 -0.05023 C 0.179 -0.04884 0.15799 -0.04745 0.13108 -0.04745 C 0.11893 -0.04722 0.10608 -0.04745 0.09705 -0.04791 C 0.08507 -0.04884 0.07796 -0.05 0.07796 -0.05116 C 0.07796 -0.05185 0.08004 -0.05254 0.08403 -0.05301 C 0.09306 -0.0544 0.11007 -0.05532 0.13108 -0.05555 C 0.15504 -0.05555 0.17396 -0.0544 0.17396 -0.05324 C 0.17396 -0.05185 0.15504 -0.05046 0.13108 -0.05046 C 0.11893 -0.05046 0.10799 -0.05069 0.10105 -0.05116 C 0.08907 -0.05162 0.08299 -0.05278 0.08299 -0.05393 C 0.08299 -0.0544 0.08507 -0.05509 0.08802 -0.05555 C 0.09601 -0.05694 0.11198 -0.05764 0.13004 -0.05787 C 0.15209 -0.05787 0.16893 -0.05694 0.16893 -0.05579 C 0.16893 -0.0544 0.15209 -0.05347 0.13108 -0.05324 C 0.11997 -0.05324 0.11007 -0.05347 0.10296 -0.05393 C 0.09306 -0.0544 0.08698 -0.05532 0.08698 -0.05648 C 0.08698 -0.05694 0.08907 -0.05741 0.09202 -0.05787 " pathEditMode="relative" rAng="0" ptsTypes="fffffffffffffffffffffffffffffffffffffffffffffffffffffffffffffffffff">
                                      <p:cBhvr>
                                        <p:cTn id="14" dur="5000" spd="100000" fill="hold"/>
                                        <p:tgtEl>
                                          <p:spTgt spid="18435"/>
                                        </p:tgtEl>
                                        <p:attrNameLst>
                                          <p:attrName>ppt_x</p:attrName>
                                          <p:attrName>ppt_y</p:attrName>
                                        </p:attrNameLst>
                                      </p:cBhvr>
                                      <p:rCtr x="12400" y="-2200"/>
                                    </p:animMotion>
                                  </p:childTnLst>
                                </p:cTn>
                              </p:par>
                              <p:par>
                                <p:cTn id="15" presetID="53" presetClass="path" presetSubtype="0" accel="50000" decel="50000" fill="hold" nodeType="withEffect">
                                  <p:stCondLst>
                                    <p:cond delay="0"/>
                                  </p:stCondLst>
                                  <p:childTnLst>
                                    <p:animMotion origin="layout" path="M -4.72222E-6 -4.81481E-6 C -0.06597 0.00163 -0.11493 0.00556 -0.11493 0.0088 C -0.11493 0.01181 -0.06701 0.01413 -0.00295 0.01413 C 0.06094 0.01413 0.11494 0.01181 0.11494 0.0088 C 0.11494 0.00556 0.05903 0.00487 -0.00503 0.00695 C -0.06805 0.0095 -0.11493 0.01366 -0.11493 0.01644 C -0.11493 0.01968 -0.06597 0.022 -0.00295 0.022 C 0.06094 0.022 0.11494 0.01968 0.11494 0.01644 C 0.11494 0.01366 0.05903 0.01274 -0.00399 0.01482 C -0.06805 0.01713 -0.11493 0.02107 -0.11493 0.02431 C -0.11493 0.02755 -0.06597 0.02987 -0.00208 0.02987 C 0.06094 0.02987 0.11494 0.02755 0.11494 0.02431 C 0.11494 0.02153 0.05903 0.02061 -0.00399 0.02246 C -0.06701 0.02477 -0.11493 0.02917 -0.11493 0.03218 C -0.11493 0.03519 -0.06493 0.0375 -0.00208 0.0375 C 0.06303 0.0375 0.11494 0.03519 0.11494 0.03218 C 0.11494 0.02917 0.06007 0.02825 -0.00295 0.03056 C -0.06597 0.03264 -0.11493 0.03681 -0.11493 0.03982 C -0.11493 0.04306 -0.06493 0.04514 -0.00104 0.04514 C 0.06303 0.04514 0.11494 0.04283 0.11494 0.03982 C 0.11494 0.03681 0.06007 0.03588 -0.00295 0.0382 C -0.06597 0.04028 -0.11493 0.04468 -0.11493 0.04746 C -0.11493 0.05047 -0.06406 0.05278 -0.00104 0.05278 C 0.06303 0.05278 0.11494 0.05047 0.11494 0.04746 C 0.11494 0.04468 0.06094 0.04375 -0.00295 0.04584 C -0.06597 0.04792 -0.11493 0.05232 -0.11493 0.05533 C -0.11493 0.05811 -0.06406 0.06088 -4.72222E-6 0.06088 C 0.06407 0.06088 0.11494 0.05834 0.11494 0.05533 C 0.11494 0.05232 0.06094 0.05163 -0.00208 0.05371 C -0.06493 0.05579 -0.11597 0.05996 -0.11493 0.06297 C -0.11406 0.06598 -0.06406 0.06829 -4.72222E-6 0.06829 C 0.06407 0.06829 0.11494 0.06575 0.11494 0.06274 C 0.11494 0.05996 0.06303 0.05926 -4.72222E-6 0.06158 " pathEditMode="relative" rAng="0" ptsTypes="fffffffffffffffffffffffffffffffff">
                                      <p:cBhvr>
                                        <p:cTn id="16" dur="5000" fill="hold"/>
                                        <p:tgtEl>
                                          <p:spTgt spid="18436"/>
                                        </p:tgtEl>
                                        <p:attrNameLst>
                                          <p:attrName>ppt_x</p:attrName>
                                          <p:attrName>ppt_y</p:attrName>
                                        </p:attrNameLst>
                                      </p:cBhvr>
                                      <p:rCtr x="0" y="3400"/>
                                    </p:animMotion>
                                  </p:childTnLst>
                                </p:cTn>
                              </p:par>
                              <p:par>
                                <p:cTn id="17" presetID="53" presetClass="path" presetSubtype="0" accel="50000" decel="50000" fill="hold" nodeType="withEffect">
                                  <p:stCondLst>
                                    <p:cond delay="0"/>
                                  </p:stCondLst>
                                  <p:childTnLst>
                                    <p:animMotion origin="layout" path="M 2.22222E-6 2.96296E-6 C -0.06597 -0.00185 -0.11493 -0.00602 -0.11493 -0.00949 C -0.11493 -0.01273 -0.06702 -0.01528 -0.00295 -0.01528 C 0.06094 -0.01528 0.11493 -0.01273 0.11493 -0.00949 C 0.11493 -0.00602 0.05903 -0.00533 -0.00504 -0.00764 C -0.06806 -0.01042 -0.11493 -0.01482 -0.11493 -0.01783 C -0.11493 -0.0213 -0.06597 -0.02385 -0.00295 -0.02385 C 0.06094 -0.02385 0.11493 -0.0213 0.11493 -0.01783 C 0.11493 -0.01482 0.05903 -0.01389 -0.004 -0.01598 C -0.06806 -0.01852 -0.11493 -0.02292 -0.11493 -0.02639 C -0.11493 -0.02986 -0.06597 -0.03241 -0.00209 -0.03241 C 0.06094 -0.03241 0.11493 -0.02986 0.11493 -0.02639 C 0.11493 -0.02338 0.05903 -0.02223 -0.004 -0.02431 C -0.06702 -0.02685 -0.11493 -0.03148 -0.11493 -0.03473 C -0.11493 -0.03797 -0.06493 -0.04051 -0.00209 -0.04051 C 0.06302 -0.04051 0.11493 -0.03797 0.11493 -0.03473 C 0.11493 -0.03148 0.06007 -0.03056 -0.00295 -0.0331 C -0.06597 -0.03519 -0.11493 -0.03982 -0.11493 -0.04306 C -0.11493 -0.04653 -0.06493 -0.04885 -0.00104 -0.04885 C 0.06302 -0.04885 0.11493 -0.0463 0.11493 -0.04306 C 0.11493 -0.03982 0.06007 -0.03889 -0.00295 -0.04121 C -0.06597 -0.04352 -0.11493 -0.04838 -0.11493 -0.05116 C -0.11493 -0.0544 -0.06406 -0.05695 -0.00104 -0.05695 C 0.06302 -0.05695 0.11493 -0.0544 0.11493 -0.05116 C 0.11493 -0.04838 0.06094 -0.04723 -0.00295 -0.04954 C -0.06597 -0.05185 -0.11493 -0.05648 -0.11493 -0.05973 C -0.11493 -0.06273 -0.06406 -0.06574 2.22222E-6 -0.06574 C 0.06406 -0.06574 0.11493 -0.06297 0.11493 -0.05973 C 0.11493 -0.05648 0.06094 -0.05579 -0.00209 -0.0581 C -0.06493 -0.06019 -0.11597 -0.06482 -0.11493 -0.06806 C -0.11406 -0.0713 -0.06406 -0.07361 2.22222E-6 -0.07361 C 0.06406 -0.07361 0.11493 -0.07107 0.11493 -0.06783 C 0.11493 -0.06482 0.06302 -0.06389 2.22222E-6 -0.06644 " pathEditMode="relative" rAng="0" ptsTypes="fffffffffffffffffffffffffffffffff">
                                      <p:cBhvr>
                                        <p:cTn id="18" dur="5000" fill="hold"/>
                                        <p:tgtEl>
                                          <p:spTgt spid="18437"/>
                                        </p:tgtEl>
                                        <p:attrNameLst>
                                          <p:attrName>ppt_x</p:attrName>
                                          <p:attrName>ppt_y</p:attrName>
                                        </p:attrNameLst>
                                      </p:cBhvr>
                                      <p:rCtr x="0" y="-3400"/>
                                    </p:animMotion>
                                  </p:childTnLst>
                                </p:cTn>
                              </p:par>
                              <p:par>
                                <p:cTn id="19" presetID="46" presetClass="path" presetSubtype="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20" dur="5000" fill="hold"/>
                                        <p:tgtEl>
                                          <p:spTgt spid="18438"/>
                                        </p:tgtEl>
                                        <p:attrNameLst>
                                          <p:attrName>ppt_x</p:attrName>
                                          <p:attrName>ppt_y</p:attrName>
                                        </p:attrNameLst>
                                      </p:cBhvr>
                                    </p:animMotion>
                                  </p:childTnLst>
                                </p:cTn>
                              </p:par>
                              <p:par>
                                <p:cTn id="21" presetID="55" presetClass="path" presetSubtype="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22" dur="5000" fill="hold"/>
                                        <p:tgtEl>
                                          <p:spTgt spid="18439"/>
                                        </p:tgtEl>
                                        <p:attrNameLst>
                                          <p:attrName>ppt_x</p:attrName>
                                          <p:attrName>ppt_y</p:attrName>
                                        </p:attrNameLst>
                                      </p:cBhvr>
                                    </p:animMotion>
                                  </p:childTnLst>
                                </p:cTn>
                              </p:par>
                              <p:par>
                                <p:cTn id="23" presetID="52" presetClass="path" presetSubtype="0" repeatCount="2000" accel="50000" decel="50000" fill="hold" nodeType="withEffect">
                                  <p:stCondLst>
                                    <p:cond delay="0"/>
                                  </p:stCondLst>
                                  <p:childTnLst>
                                    <p:animMotion origin="layout" path="M -3.61111E-6 -4.44444E-6 C -0.00104 0.00857 0.06007 0.01621 0.13698 0.01644 C 0.19792 0.01713 0.24792 0.01297 0.24896 0.00787 C 0.24896 0.00278 0.2 -0.00208 0.13802 -0.00231 C 0.10695 -0.00231 0.079 -0.00185 0.05903 -4.44444E-6 C 0.03004 0.00232 0.01302 0.00602 0.01302 0.01065 C 0.01302 0.01297 0.01806 0.01528 0.02709 0.0176 C 0.04792 0.022 0.08907 0.025 0.13594 0.02547 C 0.19098 0.02616 0.23594 0.02223 0.23594 0.01783 C 0.23698 0.01297 0.19202 0.0088 0.13698 0.00811 C 0.10903 0.00811 0.08403 0.0088 0.06493 0.01019 C 0.03993 0.01274 0.02396 0.01644 0.02396 0.02037 C 0.02396 0.02223 0.029 0.02454 0.03698 0.02639 C 0.05608 0.03033 0.09202 0.03334 0.13507 0.0338 C 0.18507 0.03403 0.225 0.03056 0.225 0.02639 C 0.22605 0.02223 0.18594 0.01852 0.13594 0.01806 C 0.11094 0.01783 0.08802 0.01852 0.07101 0.01991 C 0.04792 0.022 0.03507 0.025 0.03507 0.02894 C 0.03507 0.03056 0.03907 0.03264 0.04601 0.03426 C 0.06302 0.03774 0.09601 0.04051 0.13403 0.04098 C 0.179 0.04098 0.21493 0.0382 0.21493 0.03426 C 0.21493 0.03056 0.18004 0.02709 0.13507 0.02686 C 0.11302 0.02686 0.09202 0.02755 0.07709 0.02848 C 0.05608 0.03033 0.04393 0.03334 0.04306 0.03635 C 0.04306 0.0382 0.04792 0.03982 0.054 0.04121 C 0.06893 0.04468 0.09896 0.04723 0.13299 0.04723 C 0.17292 0.04746 0.20608 0.04514 0.20608 0.04167 C 0.20695 0.0382 0.17396 0.03496 0.13403 0.03473 C 0.11407 0.03473 0.09497 0.03496 0.08195 0.03635 C 0.06302 0.03774 0.05209 0.04051 0.05209 0.04329 C 0.05209 0.04514 0.05504 0.04653 0.06094 0.04792 C 0.075 0.05093 0.10105 0.05301 0.13195 0.05348 C 0.16893 0.05348 0.19792 0.05139 0.19792 0.04815 C 0.19896 0.04514 0.16997 0.04237 0.13299 0.0419 C 0.11493 0.0419 0.09896 0.04237 0.08698 0.04329 C 0.06997 0.04468 0.06007 0.04723 0.06007 0.05 C 0.06007 0.05139 0.06302 0.05232 0.06806 0.05371 C 0.08004 0.05649 0.104 0.05811 0.13195 0.05857 C 0.16493 0.0588 0.19098 0.05672 0.19098 0.05371 C 0.19098 0.05139 0.16598 0.04862 0.13299 0.04862 C 0.11598 0.04815 0.10105 0.04885 0.08993 0.04954 C 0.075 0.05093 0.06598 0.05301 0.06598 0.05533 C 0.06598 0.05672 0.06893 0.05787 0.07396 0.0588 C 0.08507 0.06135 0.10695 0.06297 0.13108 0.0632 C 0.16094 0.06366 0.18507 0.06158 0.18507 0.05926 C 0.18507 0.05649 0.16094 0.0544 0.13195 0.05394 C 0.11806 0.05394 0.104 0.0544 0.09393 0.05533 C 0.08004 0.05649 0.07205 0.05811 0.07205 0.06065 C 0.07205 0.06158 0.075 0.06274 0.079 0.06366 C 0.08907 0.06575 0.10799 0.06737 0.13108 0.06737 C 0.15695 0.06783 0.179 0.06598 0.179 0.06366 C 0.179 0.06158 0.15799 0.0595 0.13108 0.0595 C 0.11893 0.05926 0.10608 0.0595 0.09705 0.06019 C 0.08507 0.06158 0.07796 0.0632 0.07796 0.06505 C 0.07796 0.06598 0.08004 0.06713 0.08403 0.06783 C 0.09306 0.06991 0.11007 0.0713 0.13108 0.07153 C 0.15504 0.07153 0.17396 0.06991 0.17396 0.06806 C 0.17396 0.06598 0.15504 0.06389 0.13108 0.06389 C 0.11893 0.06389 0.10799 0.06436 0.10105 0.06505 C 0.08907 0.06575 0.08299 0.06737 0.08299 0.06922 C 0.08299 0.06991 0.08507 0.07107 0.08802 0.07153 C 0.09601 0.07385 0.11198 0.07477 0.13004 0.07524 C 0.15209 0.07524 0.16893 0.07385 0.16893 0.072 C 0.16893 0.06991 0.15209 0.06852 0.13108 0.06806 C 0.11997 0.06806 0.11007 0.06852 0.10296 0.06922 C 0.09306 0.06991 0.08698 0.0713 0.08698 0.07292 C 0.08698 0.07385 0.08907 0.07431 0.09202 0.07524 " pathEditMode="relative" rAng="0" ptsTypes="fffffffffffffffffffffffffffffffffffffffffffffffffffffffffffffffffff">
                                      <p:cBhvr>
                                        <p:cTn id="24" dur="2000" fill="hold"/>
                                        <p:tgtEl>
                                          <p:spTgt spid="18440"/>
                                        </p:tgtEl>
                                        <p:attrNameLst>
                                          <p:attrName>ppt_x</p:attrName>
                                          <p:attrName>ppt_y</p:attrName>
                                        </p:attrNameLst>
                                      </p:cBhvr>
                                      <p:rCtr x="12400" y="3600"/>
                                    </p:animMotion>
                                  </p:childTnLst>
                                </p:cTn>
                              </p:par>
                              <p:par>
                                <p:cTn id="25" presetID="52" presetClass="path" presetSubtype="0" repeatCount="2000" accel="50000" decel="50000" fill="hold" nodeType="withEffect">
                                  <p:stCondLst>
                                    <p:cond delay="0"/>
                                  </p:stCondLst>
                                  <p:childTnLst>
                                    <p:animMotion origin="layout" path="M -3.61111E-6 -0.00717 C -0.00104 -0.01296 0.06007 -0.01829 0.13698 -0.01852 C 0.19792 -0.01898 0.24792 -0.0162 0.24896 -0.0125 C 0.24896 -0.00903 0.2 -0.00579 0.13802 -0.00555 C 0.10695 -0.00555 0.079 -0.00602 0.05903 -0.00717 C 0.03004 -0.00879 0.01302 -0.01134 0.01302 -0.01458 C 0.01302 -0.0162 0.01806 -0.01759 0.02709 -0.01921 C 0.04792 -0.02222 0.08907 -0.0243 0.13594 -0.02454 C 0.19098 -0.025 0.23594 -0.02222 0.23594 -0.01944 C 0.23698 -0.0162 0.19202 -0.01319 0.13698 -0.01273 C 0.10903 -0.01273 0.08403 -0.01319 0.06493 -0.01412 C 0.03993 -0.01574 0.02396 -0.01852 0.02396 -0.02106 C 0.02396 -0.02222 0.029 -0.02384 0.03698 -0.02523 C 0.05608 -0.02778 0.09202 -0.02986 0.13507 -0.03009 C 0.18507 -0.03032 0.225 -0.02801 0.225 -0.02523 C 0.22605 -0.02222 0.18594 -0.01991 0.13594 -0.01944 C 0.11094 -0.01944 0.08802 -0.01991 0.07101 -0.02083 C 0.04792 -0.02222 0.03507 -0.0243 0.03507 -0.02685 C 0.03507 -0.02801 0.03907 -0.0294 0.04601 -0.03055 C 0.06302 -0.03287 0.09601 -0.03472 0.13403 -0.03495 C 0.179 -0.03495 0.21493 -0.0331 0.21493 -0.03055 C 0.21493 -0.02801 0.18004 -0.02569 0.13507 -0.02546 C 0.11302 -0.02546 0.09202 -0.02592 0.07709 -0.02662 C 0.05608 -0.02778 0.04393 -0.02986 0.04306 -0.03194 C 0.04306 -0.0331 0.04792 -0.03426 0.054 -0.03518 C 0.06893 -0.0375 0.09896 -0.03912 0.13299 -0.03912 C 0.17292 -0.03935 0.20608 -0.03773 0.20608 -0.03541 C 0.20695 -0.0331 0.17396 -0.03102 0.13403 -0.03079 C 0.11407 -0.03079 0.09497 -0.03102 0.08195 -0.03194 C 0.06302 -0.03287 0.05209 -0.03472 0.05209 -0.03657 C 0.05209 -0.03773 0.05504 -0.03866 0.06094 -0.03958 C 0.075 -0.04166 0.10105 -0.04305 0.13195 -0.04329 C 0.16893 -0.04329 0.19792 -0.0419 0.19792 -0.03981 C 0.19896 -0.03773 0.16997 -0.03588 0.13299 -0.03565 C 0.11493 -0.03565 0.09896 -0.03588 0.08698 -0.03657 C 0.06997 -0.0375 0.06007 -0.03912 0.06007 -0.04097 C 0.06007 -0.0419 0.06302 -0.04259 0.06806 -0.04352 C 0.08004 -0.04537 0.104 -0.04653 0.13195 -0.04676 C 0.16493 -0.04699 0.19098 -0.0456 0.19098 -0.04352 C 0.19098 -0.0419 0.16598 -0.04004 0.13299 -0.04004 C 0.11598 -0.03981 0.10105 -0.04028 0.08993 -0.04074 C 0.075 -0.04166 0.06598 -0.04305 0.06598 -0.04467 C 0.06598 -0.0456 0.06893 -0.04629 0.07396 -0.04699 C 0.08507 -0.04861 0.10695 -0.04977 0.13108 -0.05 C 0.16094 -0.05023 0.18507 -0.04884 0.18507 -0.04722 C 0.18507 -0.04537 0.16094 -0.04398 0.13195 -0.04375 C 0.11806 -0.04375 0.104 -0.04398 0.09393 -0.04467 C 0.08004 -0.04537 0.07205 -0.04653 0.07205 -0.04815 C 0.07205 -0.04884 0.075 -0.04954 0.079 -0.05023 C 0.08907 -0.05162 0.10799 -0.05278 0.13108 -0.05278 C 0.15695 -0.05301 0.179 -0.05185 0.179 -0.05023 C 0.179 -0.04884 0.15799 -0.04745 0.13108 -0.04745 C 0.11893 -0.04722 0.10608 -0.04745 0.09705 -0.04791 C 0.08507 -0.04884 0.07796 -0.05 0.07796 -0.05116 C 0.07796 -0.05185 0.08004 -0.05254 0.08403 -0.05301 C 0.09306 -0.0544 0.11007 -0.05532 0.13108 -0.05555 C 0.15504 -0.05555 0.17396 -0.0544 0.17396 -0.05324 C 0.17396 -0.05185 0.15504 -0.05046 0.13108 -0.05046 C 0.11893 -0.05046 0.10799 -0.05069 0.10105 -0.05116 C 0.08907 -0.05162 0.08299 -0.05278 0.08299 -0.05393 C 0.08299 -0.0544 0.08507 -0.05509 0.08802 -0.05555 C 0.09601 -0.05694 0.11198 -0.05764 0.13004 -0.05787 C 0.15209 -0.05787 0.16893 -0.05694 0.16893 -0.05579 C 0.16893 -0.0544 0.15209 -0.05347 0.13108 -0.05324 C 0.11997 -0.05324 0.11007 -0.05347 0.10296 -0.05393 C 0.09306 -0.0544 0.08698 -0.05532 0.08698 -0.05648 C 0.08698 -0.05694 0.08907 -0.05741 0.09202 -0.05787 " pathEditMode="relative" rAng="0" ptsTypes="fffffffffffffffffffffffffffffffffffffffffffffffffffffffffffffffffff">
                                      <p:cBhvr>
                                        <p:cTn id="26" dur="2000" spd="100000" fill="hold"/>
                                        <p:tgtEl>
                                          <p:spTgt spid="18441"/>
                                        </p:tgtEl>
                                        <p:attrNameLst>
                                          <p:attrName>ppt_x</p:attrName>
                                          <p:attrName>ppt_y</p:attrName>
                                        </p:attrNameLst>
                                      </p:cBhvr>
                                      <p:rCtr x="12400" y="-2200"/>
                                    </p:animMotion>
                                  </p:childTnLst>
                                </p:cTn>
                              </p:par>
                              <p:par>
                                <p:cTn id="27" presetID="53" presetClass="path" presetSubtype="0" repeatCount="2000" accel="50000" decel="50000" fill="hold" nodeType="withEffect">
                                  <p:stCondLst>
                                    <p:cond delay="0"/>
                                  </p:stCondLst>
                                  <p:childTnLst>
                                    <p:animMotion origin="layout" path="M -4.72222E-6 -4.81481E-6 C -0.06597 0.00163 -0.11493 0.00556 -0.11493 0.0088 C -0.11493 0.01181 -0.06701 0.01413 -0.00295 0.01413 C 0.06094 0.01413 0.11494 0.01181 0.11494 0.0088 C 0.11494 0.00556 0.05903 0.00487 -0.00503 0.00695 C -0.06805 0.0095 -0.11493 0.01366 -0.11493 0.01644 C -0.11493 0.01968 -0.06597 0.022 -0.00295 0.022 C 0.06094 0.022 0.11494 0.01968 0.11494 0.01644 C 0.11494 0.01366 0.05903 0.01274 -0.00399 0.01482 C -0.06805 0.01713 -0.11493 0.02107 -0.11493 0.02431 C -0.11493 0.02755 -0.06597 0.02987 -0.00208 0.02987 C 0.06094 0.02987 0.11494 0.02755 0.11494 0.02431 C 0.11494 0.02153 0.05903 0.02061 -0.00399 0.02246 C -0.06701 0.02477 -0.11493 0.02917 -0.11493 0.03218 C -0.11493 0.03519 -0.06493 0.0375 -0.00208 0.0375 C 0.06303 0.0375 0.11494 0.03519 0.11494 0.03218 C 0.11494 0.02917 0.06007 0.02825 -0.00295 0.03056 C -0.06597 0.03264 -0.11493 0.03681 -0.11493 0.03982 C -0.11493 0.04306 -0.06493 0.04514 -0.00104 0.04514 C 0.06303 0.04514 0.11494 0.04283 0.11494 0.03982 C 0.11494 0.03681 0.06007 0.03588 -0.00295 0.0382 C -0.06597 0.04028 -0.11493 0.04468 -0.11493 0.04746 C -0.11493 0.05047 -0.06406 0.05278 -0.00104 0.05278 C 0.06303 0.05278 0.11494 0.05047 0.11494 0.04746 C 0.11494 0.04468 0.06094 0.04375 -0.00295 0.04584 C -0.06597 0.04792 -0.11493 0.05232 -0.11493 0.05533 C -0.11493 0.05811 -0.06406 0.06088 -4.72222E-6 0.06088 C 0.06407 0.06088 0.11494 0.05834 0.11494 0.05533 C 0.11494 0.05232 0.06094 0.05163 -0.00208 0.05371 C -0.06493 0.05579 -0.11597 0.05996 -0.11493 0.06297 C -0.11406 0.06598 -0.06406 0.06829 -4.72222E-6 0.06829 C 0.06407 0.06829 0.11494 0.06575 0.11494 0.06274 C 0.11494 0.05996 0.06303 0.05926 -4.72222E-6 0.06158 " pathEditMode="relative" rAng="0" ptsTypes="fffffffffffffffffffffffffffffffff">
                                      <p:cBhvr>
                                        <p:cTn id="28" dur="2000" fill="hold"/>
                                        <p:tgtEl>
                                          <p:spTgt spid="18442"/>
                                        </p:tgtEl>
                                        <p:attrNameLst>
                                          <p:attrName>ppt_x</p:attrName>
                                          <p:attrName>ppt_y</p:attrName>
                                        </p:attrNameLst>
                                      </p:cBhvr>
                                      <p:rCtr x="0" y="3400"/>
                                    </p:animMotion>
                                  </p:childTnLst>
                                </p:cTn>
                              </p:par>
                              <p:par>
                                <p:cTn id="29" presetID="53" presetClass="path" presetSubtype="0" repeatCount="2000" accel="50000" decel="50000" fill="hold" nodeType="withEffect">
                                  <p:stCondLst>
                                    <p:cond delay="0"/>
                                  </p:stCondLst>
                                  <p:childTnLst>
                                    <p:animMotion origin="layout" path="M 2.22222E-6 2.96296E-6 C -0.06597 -0.00185 -0.11493 -0.00602 -0.11493 -0.00949 C -0.11493 -0.01273 -0.06702 -0.01528 -0.00295 -0.01528 C 0.06094 -0.01528 0.11493 -0.01273 0.11493 -0.00949 C 0.11493 -0.00602 0.05903 -0.00533 -0.00504 -0.00764 C -0.06806 -0.01042 -0.11493 -0.01482 -0.11493 -0.01783 C -0.11493 -0.0213 -0.06597 -0.02385 -0.00295 -0.02385 C 0.06094 -0.02385 0.11493 -0.0213 0.11493 -0.01783 C 0.11493 -0.01482 0.05903 -0.01389 -0.004 -0.01598 C -0.06806 -0.01852 -0.11493 -0.02292 -0.11493 -0.02639 C -0.11493 -0.02986 -0.06597 -0.03241 -0.00209 -0.03241 C 0.06094 -0.03241 0.11493 -0.02986 0.11493 -0.02639 C 0.11493 -0.02338 0.05903 -0.02223 -0.004 -0.02431 C -0.06702 -0.02685 -0.11493 -0.03148 -0.11493 -0.03473 C -0.11493 -0.03797 -0.06493 -0.04051 -0.00209 -0.04051 C 0.06302 -0.04051 0.11493 -0.03797 0.11493 -0.03473 C 0.11493 -0.03148 0.06007 -0.03056 -0.00295 -0.0331 C -0.06597 -0.03519 -0.11493 -0.03982 -0.11493 -0.04306 C -0.11493 -0.04653 -0.06493 -0.04885 -0.00104 -0.04885 C 0.06302 -0.04885 0.11493 -0.0463 0.11493 -0.04306 C 0.11493 -0.03982 0.06007 -0.03889 -0.00295 -0.04121 C -0.06597 -0.04352 -0.11493 -0.04838 -0.11493 -0.05116 C -0.11493 -0.0544 -0.06406 -0.05695 -0.00104 -0.05695 C 0.06302 -0.05695 0.11493 -0.0544 0.11493 -0.05116 C 0.11493 -0.04838 0.06094 -0.04723 -0.00295 -0.04954 C -0.06597 -0.05185 -0.11493 -0.05648 -0.11493 -0.05973 C -0.11493 -0.06273 -0.06406 -0.06574 2.22222E-6 -0.06574 C 0.06406 -0.06574 0.11493 -0.06297 0.11493 -0.05973 C 0.11493 -0.05648 0.06094 -0.05579 -0.00209 -0.0581 C -0.06493 -0.06019 -0.11597 -0.06482 -0.11493 -0.06806 C -0.11406 -0.0713 -0.06406 -0.07361 2.22222E-6 -0.07361 C 0.06406 -0.07361 0.11493 -0.07107 0.11493 -0.06783 C 0.11493 -0.06482 0.06302 -0.06389 2.22222E-6 -0.06644 " pathEditMode="relative" rAng="0" ptsTypes="fffffffffffffffffffffffffffffffff">
                                      <p:cBhvr>
                                        <p:cTn id="30" dur="2000" fill="hold"/>
                                        <p:tgtEl>
                                          <p:spTgt spid="18443"/>
                                        </p:tgtEl>
                                        <p:attrNameLst>
                                          <p:attrName>ppt_x</p:attrName>
                                          <p:attrName>ppt_y</p:attrName>
                                        </p:attrNameLst>
                                      </p:cBhvr>
                                      <p:rCtr x="0" y="-3400"/>
                                    </p:animMotion>
                                  </p:childTnLst>
                                </p:cTn>
                              </p:par>
                              <p:par>
                                <p:cTn id="31" presetID="46" presetClass="path" presetSubtype="0" repeatCount="200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32" dur="2000" fill="hold"/>
                                        <p:tgtEl>
                                          <p:spTgt spid="18444"/>
                                        </p:tgtEl>
                                        <p:attrNameLst>
                                          <p:attrName>ppt_x</p:attrName>
                                          <p:attrName>ppt_y</p:attrName>
                                        </p:attrNameLst>
                                      </p:cBhvr>
                                    </p:animMotion>
                                  </p:childTnLst>
                                </p:cTn>
                              </p:par>
                              <p:par>
                                <p:cTn id="33" presetID="55" presetClass="path" presetSubtype="0" repeatCount="200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34" dur="2000" fill="hold"/>
                                        <p:tgtEl>
                                          <p:spTgt spid="18445"/>
                                        </p:tgtEl>
                                        <p:attrNameLst>
                                          <p:attrName>ppt_x</p:attrName>
                                          <p:attrName>ppt_y</p:attrName>
                                        </p:attrNameLst>
                                      </p:cBhvr>
                                    </p:animMotion>
                                  </p:childTnLst>
                                </p:cTn>
                              </p:par>
                              <p:par>
                                <p:cTn id="35" presetID="52" presetClass="path" presetSubtype="0" repeatCount="2000" accel="50000" decel="50000" fill="hold" nodeType="withEffect">
                                  <p:stCondLst>
                                    <p:cond delay="0"/>
                                  </p:stCondLst>
                                  <p:childTnLst>
                                    <p:animMotion origin="layout" path="M -3.61111E-6 -4.44444E-6 C -0.00104 0.00857 0.06007 0.01621 0.13698 0.01644 C 0.19792 0.01713 0.24792 0.01297 0.24896 0.00787 C 0.24896 0.00278 0.2 -0.00208 0.13802 -0.00231 C 0.10695 -0.00231 0.079 -0.00185 0.05903 -4.44444E-6 C 0.03004 0.00232 0.01302 0.00602 0.01302 0.01065 C 0.01302 0.01297 0.01806 0.01528 0.02709 0.0176 C 0.04792 0.022 0.08907 0.025 0.13594 0.02547 C 0.19098 0.02616 0.23594 0.02223 0.23594 0.01783 C 0.23698 0.01297 0.19202 0.0088 0.13698 0.00811 C 0.10903 0.00811 0.08403 0.0088 0.06493 0.01019 C 0.03993 0.01274 0.02396 0.01644 0.02396 0.02037 C 0.02396 0.02223 0.029 0.02454 0.03698 0.02639 C 0.05608 0.03033 0.09202 0.03334 0.13507 0.0338 C 0.18507 0.03403 0.225 0.03056 0.225 0.02639 C 0.22605 0.02223 0.18594 0.01852 0.13594 0.01806 C 0.11094 0.01783 0.08802 0.01852 0.07101 0.01991 C 0.04792 0.022 0.03507 0.025 0.03507 0.02894 C 0.03507 0.03056 0.03907 0.03264 0.04601 0.03426 C 0.06302 0.03774 0.09601 0.04051 0.13403 0.04098 C 0.179 0.04098 0.21493 0.0382 0.21493 0.03426 C 0.21493 0.03056 0.18004 0.02709 0.13507 0.02686 C 0.11302 0.02686 0.09202 0.02755 0.07709 0.02848 C 0.05608 0.03033 0.04393 0.03334 0.04306 0.03635 C 0.04306 0.0382 0.04792 0.03982 0.054 0.04121 C 0.06893 0.04468 0.09896 0.04723 0.13299 0.04723 C 0.17292 0.04746 0.20608 0.04514 0.20608 0.04167 C 0.20695 0.0382 0.17396 0.03496 0.13403 0.03473 C 0.11407 0.03473 0.09497 0.03496 0.08195 0.03635 C 0.06302 0.03774 0.05209 0.04051 0.05209 0.04329 C 0.05209 0.04514 0.05504 0.04653 0.06094 0.04792 C 0.075 0.05093 0.10105 0.05301 0.13195 0.05348 C 0.16893 0.05348 0.19792 0.05139 0.19792 0.04815 C 0.19896 0.04514 0.16997 0.04237 0.13299 0.0419 C 0.11493 0.0419 0.09896 0.04237 0.08698 0.04329 C 0.06997 0.04468 0.06007 0.04723 0.06007 0.05 C 0.06007 0.05139 0.06302 0.05232 0.06806 0.05371 C 0.08004 0.05649 0.104 0.05811 0.13195 0.05857 C 0.16493 0.0588 0.19098 0.05672 0.19098 0.05371 C 0.19098 0.05139 0.16598 0.04862 0.13299 0.04862 C 0.11598 0.04815 0.10105 0.04885 0.08993 0.04954 C 0.075 0.05093 0.06598 0.05301 0.06598 0.05533 C 0.06598 0.05672 0.06893 0.05787 0.07396 0.0588 C 0.08507 0.06135 0.10695 0.06297 0.13108 0.0632 C 0.16094 0.06366 0.18507 0.06158 0.18507 0.05926 C 0.18507 0.05649 0.16094 0.0544 0.13195 0.05394 C 0.11806 0.05394 0.104 0.0544 0.09393 0.05533 C 0.08004 0.05649 0.07205 0.05811 0.07205 0.06065 C 0.07205 0.06158 0.075 0.06274 0.079 0.06366 C 0.08907 0.06575 0.10799 0.06737 0.13108 0.06737 C 0.15695 0.06783 0.179 0.06598 0.179 0.06366 C 0.179 0.06158 0.15799 0.0595 0.13108 0.0595 C 0.11893 0.05926 0.10608 0.0595 0.09705 0.06019 C 0.08507 0.06158 0.07796 0.0632 0.07796 0.06505 C 0.07796 0.06598 0.08004 0.06713 0.08403 0.06783 C 0.09306 0.06991 0.11007 0.0713 0.13108 0.07153 C 0.15504 0.07153 0.17396 0.06991 0.17396 0.06806 C 0.17396 0.06598 0.15504 0.06389 0.13108 0.06389 C 0.11893 0.06389 0.10799 0.06436 0.10105 0.06505 C 0.08907 0.06575 0.08299 0.06737 0.08299 0.06922 C 0.08299 0.06991 0.08507 0.07107 0.08802 0.07153 C 0.09601 0.07385 0.11198 0.07477 0.13004 0.07524 C 0.15209 0.07524 0.16893 0.07385 0.16893 0.072 C 0.16893 0.06991 0.15209 0.06852 0.13108 0.06806 C 0.11997 0.06806 0.11007 0.06852 0.10296 0.06922 C 0.09306 0.06991 0.08698 0.0713 0.08698 0.07292 C 0.08698 0.07385 0.08907 0.07431 0.09202 0.07524 " pathEditMode="relative" rAng="0" ptsTypes="fffffffffffffffffffffffffffffffffffffffffffffffffffffffffffffffffff">
                                      <p:cBhvr>
                                        <p:cTn id="36" dur="3000" fill="hold"/>
                                        <p:tgtEl>
                                          <p:spTgt spid="18446"/>
                                        </p:tgtEl>
                                        <p:attrNameLst>
                                          <p:attrName>ppt_x</p:attrName>
                                          <p:attrName>ppt_y</p:attrName>
                                        </p:attrNameLst>
                                      </p:cBhvr>
                                      <p:rCtr x="12400" y="3600"/>
                                    </p:animMotion>
                                  </p:childTnLst>
                                </p:cTn>
                              </p:par>
                              <p:par>
                                <p:cTn id="37" presetID="52" presetClass="path" presetSubtype="0" repeatCount="2000" accel="50000" decel="50000" fill="hold" nodeType="withEffect">
                                  <p:stCondLst>
                                    <p:cond delay="0"/>
                                  </p:stCondLst>
                                  <p:childTnLst>
                                    <p:animMotion origin="layout" path="M -3.61111E-6 -0.00717 C -0.00104 -0.01296 0.06007 -0.01829 0.13698 -0.01852 C 0.19792 -0.01898 0.24792 -0.0162 0.24896 -0.0125 C 0.24896 -0.00903 0.2 -0.00579 0.13802 -0.00555 C 0.10695 -0.00555 0.079 -0.00602 0.05903 -0.00717 C 0.03004 -0.00879 0.01302 -0.01134 0.01302 -0.01458 C 0.01302 -0.0162 0.01806 -0.01759 0.02709 -0.01921 C 0.04792 -0.02222 0.08907 -0.0243 0.13594 -0.02454 C 0.19098 -0.025 0.23594 -0.02222 0.23594 -0.01944 C 0.23698 -0.0162 0.19202 -0.01319 0.13698 -0.01273 C 0.10903 -0.01273 0.08403 -0.01319 0.06493 -0.01412 C 0.03993 -0.01574 0.02396 -0.01852 0.02396 -0.02106 C 0.02396 -0.02222 0.029 -0.02384 0.03698 -0.02523 C 0.05608 -0.02778 0.09202 -0.02986 0.13507 -0.03009 C 0.18507 -0.03032 0.225 -0.02801 0.225 -0.02523 C 0.22605 -0.02222 0.18594 -0.01991 0.13594 -0.01944 C 0.11094 -0.01944 0.08802 -0.01991 0.07101 -0.02083 C 0.04792 -0.02222 0.03507 -0.0243 0.03507 -0.02685 C 0.03507 -0.02801 0.03907 -0.0294 0.04601 -0.03055 C 0.06302 -0.03287 0.09601 -0.03472 0.13403 -0.03495 C 0.179 -0.03495 0.21493 -0.0331 0.21493 -0.03055 C 0.21493 -0.02801 0.18004 -0.02569 0.13507 -0.02546 C 0.11302 -0.02546 0.09202 -0.02592 0.07709 -0.02662 C 0.05608 -0.02778 0.04393 -0.02986 0.04306 -0.03194 C 0.04306 -0.0331 0.04792 -0.03426 0.054 -0.03518 C 0.06893 -0.0375 0.09896 -0.03912 0.13299 -0.03912 C 0.17292 -0.03935 0.20608 -0.03773 0.20608 -0.03541 C 0.20695 -0.0331 0.17396 -0.03102 0.13403 -0.03079 C 0.11407 -0.03079 0.09497 -0.03102 0.08195 -0.03194 C 0.06302 -0.03287 0.05209 -0.03472 0.05209 -0.03657 C 0.05209 -0.03773 0.05504 -0.03866 0.06094 -0.03958 C 0.075 -0.04166 0.10105 -0.04305 0.13195 -0.04329 C 0.16893 -0.04329 0.19792 -0.0419 0.19792 -0.03981 C 0.19896 -0.03773 0.16997 -0.03588 0.13299 -0.03565 C 0.11493 -0.03565 0.09896 -0.03588 0.08698 -0.03657 C 0.06997 -0.0375 0.06007 -0.03912 0.06007 -0.04097 C 0.06007 -0.0419 0.06302 -0.04259 0.06806 -0.04352 C 0.08004 -0.04537 0.104 -0.04653 0.13195 -0.04676 C 0.16493 -0.04699 0.19098 -0.0456 0.19098 -0.04352 C 0.19098 -0.0419 0.16598 -0.04004 0.13299 -0.04004 C 0.11598 -0.03981 0.10105 -0.04028 0.08993 -0.04074 C 0.075 -0.04166 0.06598 -0.04305 0.06598 -0.04467 C 0.06598 -0.0456 0.06893 -0.04629 0.07396 -0.04699 C 0.08507 -0.04861 0.10695 -0.04977 0.13108 -0.05 C 0.16094 -0.05023 0.18507 -0.04884 0.18507 -0.04722 C 0.18507 -0.04537 0.16094 -0.04398 0.13195 -0.04375 C 0.11806 -0.04375 0.104 -0.04398 0.09393 -0.04467 C 0.08004 -0.04537 0.07205 -0.04653 0.07205 -0.04815 C 0.07205 -0.04884 0.075 -0.04954 0.079 -0.05023 C 0.08907 -0.05162 0.10799 -0.05278 0.13108 -0.05278 C 0.15695 -0.05301 0.179 -0.05185 0.179 -0.05023 C 0.179 -0.04884 0.15799 -0.04745 0.13108 -0.04745 C 0.11893 -0.04722 0.10608 -0.04745 0.09705 -0.04791 C 0.08507 -0.04884 0.07796 -0.05 0.07796 -0.05116 C 0.07796 -0.05185 0.08004 -0.05254 0.08403 -0.05301 C 0.09306 -0.0544 0.11007 -0.05532 0.13108 -0.05555 C 0.15504 -0.05555 0.17396 -0.0544 0.17396 -0.05324 C 0.17396 -0.05185 0.15504 -0.05046 0.13108 -0.05046 C 0.11893 -0.05046 0.10799 -0.05069 0.10105 -0.05116 C 0.08907 -0.05162 0.08299 -0.05278 0.08299 -0.05393 C 0.08299 -0.0544 0.08507 -0.05509 0.08802 -0.05555 C 0.09601 -0.05694 0.11198 -0.05764 0.13004 -0.05787 C 0.15209 -0.05787 0.16893 -0.05694 0.16893 -0.05579 C 0.16893 -0.0544 0.15209 -0.05347 0.13108 -0.05324 C 0.11997 -0.05324 0.11007 -0.05347 0.10296 -0.05393 C 0.09306 -0.0544 0.08698 -0.05532 0.08698 -0.05648 C 0.08698 -0.05694 0.08907 -0.05741 0.09202 -0.05787 " pathEditMode="relative" rAng="0" ptsTypes="fffffffffffffffffffffffffffffffffffffffffffffffffffffffffffffffffff">
                                      <p:cBhvr>
                                        <p:cTn id="38" dur="3000" spd="100000" fill="hold"/>
                                        <p:tgtEl>
                                          <p:spTgt spid="18447"/>
                                        </p:tgtEl>
                                        <p:attrNameLst>
                                          <p:attrName>ppt_x</p:attrName>
                                          <p:attrName>ppt_y</p:attrName>
                                        </p:attrNameLst>
                                      </p:cBhvr>
                                      <p:rCtr x="12400" y="-2200"/>
                                    </p:animMotion>
                                  </p:childTnLst>
                                </p:cTn>
                              </p:par>
                              <p:par>
                                <p:cTn id="39" presetID="53" presetClass="path" presetSubtype="0" repeatCount="2000" accel="50000" decel="50000" fill="hold" nodeType="withEffect">
                                  <p:stCondLst>
                                    <p:cond delay="0"/>
                                  </p:stCondLst>
                                  <p:childTnLst>
                                    <p:animMotion origin="layout" path="M -4.72222E-6 -4.81481E-6 C -0.06597 0.00163 -0.11493 0.00556 -0.11493 0.0088 C -0.11493 0.01181 -0.06701 0.01413 -0.00295 0.01413 C 0.06094 0.01413 0.11494 0.01181 0.11494 0.0088 C 0.11494 0.00556 0.05903 0.00487 -0.00503 0.00695 C -0.06805 0.0095 -0.11493 0.01366 -0.11493 0.01644 C -0.11493 0.01968 -0.06597 0.022 -0.00295 0.022 C 0.06094 0.022 0.11494 0.01968 0.11494 0.01644 C 0.11494 0.01366 0.05903 0.01274 -0.00399 0.01482 C -0.06805 0.01713 -0.11493 0.02107 -0.11493 0.02431 C -0.11493 0.02755 -0.06597 0.02987 -0.00208 0.02987 C 0.06094 0.02987 0.11494 0.02755 0.11494 0.02431 C 0.11494 0.02153 0.05903 0.02061 -0.00399 0.02246 C -0.06701 0.02477 -0.11493 0.02917 -0.11493 0.03218 C -0.11493 0.03519 -0.06493 0.0375 -0.00208 0.0375 C 0.06303 0.0375 0.11494 0.03519 0.11494 0.03218 C 0.11494 0.02917 0.06007 0.02825 -0.00295 0.03056 C -0.06597 0.03264 -0.11493 0.03681 -0.11493 0.03982 C -0.11493 0.04306 -0.06493 0.04514 -0.00104 0.04514 C 0.06303 0.04514 0.11494 0.04283 0.11494 0.03982 C 0.11494 0.03681 0.06007 0.03588 -0.00295 0.0382 C -0.06597 0.04028 -0.11493 0.04468 -0.11493 0.04746 C -0.11493 0.05047 -0.06406 0.05278 -0.00104 0.05278 C 0.06303 0.05278 0.11494 0.05047 0.11494 0.04746 C 0.11494 0.04468 0.06094 0.04375 -0.00295 0.04584 C -0.06597 0.04792 -0.11493 0.05232 -0.11493 0.05533 C -0.11493 0.05811 -0.06406 0.06088 -4.72222E-6 0.06088 C 0.06407 0.06088 0.11494 0.05834 0.11494 0.05533 C 0.11494 0.05232 0.06094 0.05163 -0.00208 0.05371 C -0.06493 0.05579 -0.11597 0.05996 -0.11493 0.06297 C -0.11406 0.06598 -0.06406 0.06829 -4.72222E-6 0.06829 C 0.06407 0.06829 0.11494 0.06575 0.11494 0.06274 C 0.11494 0.05996 0.06303 0.05926 -4.72222E-6 0.06158 " pathEditMode="relative" rAng="0" ptsTypes="fffffffffffffffffffffffffffffffff">
                                      <p:cBhvr>
                                        <p:cTn id="40" dur="3000" fill="hold"/>
                                        <p:tgtEl>
                                          <p:spTgt spid="18448"/>
                                        </p:tgtEl>
                                        <p:attrNameLst>
                                          <p:attrName>ppt_x</p:attrName>
                                          <p:attrName>ppt_y</p:attrName>
                                        </p:attrNameLst>
                                      </p:cBhvr>
                                      <p:rCtr x="0" y="3400"/>
                                    </p:animMotion>
                                  </p:childTnLst>
                                </p:cTn>
                              </p:par>
                              <p:par>
                                <p:cTn id="41" presetID="53" presetClass="path" presetSubtype="0" repeatCount="2000" accel="50000" decel="50000" fill="hold" nodeType="withEffect">
                                  <p:stCondLst>
                                    <p:cond delay="0"/>
                                  </p:stCondLst>
                                  <p:childTnLst>
                                    <p:animMotion origin="layout" path="M 2.22222E-6 2.96296E-6 C -0.06597 -0.00185 -0.11493 -0.00602 -0.11493 -0.00949 C -0.11493 -0.01273 -0.06702 -0.01528 -0.00295 -0.01528 C 0.06094 -0.01528 0.11493 -0.01273 0.11493 -0.00949 C 0.11493 -0.00602 0.05903 -0.00533 -0.00504 -0.00764 C -0.06806 -0.01042 -0.11493 -0.01482 -0.11493 -0.01783 C -0.11493 -0.0213 -0.06597 -0.02385 -0.00295 -0.02385 C 0.06094 -0.02385 0.11493 -0.0213 0.11493 -0.01783 C 0.11493 -0.01482 0.05903 -0.01389 -0.004 -0.01598 C -0.06806 -0.01852 -0.11493 -0.02292 -0.11493 -0.02639 C -0.11493 -0.02986 -0.06597 -0.03241 -0.00209 -0.03241 C 0.06094 -0.03241 0.11493 -0.02986 0.11493 -0.02639 C 0.11493 -0.02338 0.05903 -0.02223 -0.004 -0.02431 C -0.06702 -0.02685 -0.11493 -0.03148 -0.11493 -0.03473 C -0.11493 -0.03797 -0.06493 -0.04051 -0.00209 -0.04051 C 0.06302 -0.04051 0.11493 -0.03797 0.11493 -0.03473 C 0.11493 -0.03148 0.06007 -0.03056 -0.00295 -0.0331 C -0.06597 -0.03519 -0.11493 -0.03982 -0.11493 -0.04306 C -0.11493 -0.04653 -0.06493 -0.04885 -0.00104 -0.04885 C 0.06302 -0.04885 0.11493 -0.0463 0.11493 -0.04306 C 0.11493 -0.03982 0.06007 -0.03889 -0.00295 -0.04121 C -0.06597 -0.04352 -0.11493 -0.04838 -0.11493 -0.05116 C -0.11493 -0.0544 -0.06406 -0.05695 -0.00104 -0.05695 C 0.06302 -0.05695 0.11493 -0.0544 0.11493 -0.05116 C 0.11493 -0.04838 0.06094 -0.04723 -0.00295 -0.04954 C -0.06597 -0.05185 -0.11493 -0.05648 -0.11493 -0.05973 C -0.11493 -0.06273 -0.06406 -0.06574 2.22222E-6 -0.06574 C 0.06406 -0.06574 0.11493 -0.06297 0.11493 -0.05973 C 0.11493 -0.05648 0.06094 -0.05579 -0.00209 -0.0581 C -0.06493 -0.06019 -0.11597 -0.06482 -0.11493 -0.06806 C -0.11406 -0.0713 -0.06406 -0.07361 2.22222E-6 -0.07361 C 0.06406 -0.07361 0.11493 -0.07107 0.11493 -0.06783 C 0.11493 -0.06482 0.06302 -0.06389 2.22222E-6 -0.06644 " pathEditMode="relative" rAng="0" ptsTypes="fffffffffffffffffffffffffffffffff">
                                      <p:cBhvr>
                                        <p:cTn id="42" dur="3000" fill="hold"/>
                                        <p:tgtEl>
                                          <p:spTgt spid="18449"/>
                                        </p:tgtEl>
                                        <p:attrNameLst>
                                          <p:attrName>ppt_x</p:attrName>
                                          <p:attrName>ppt_y</p:attrName>
                                        </p:attrNameLst>
                                      </p:cBhvr>
                                      <p:rCtr x="0" y="-3400"/>
                                    </p:animMotion>
                                  </p:childTnLst>
                                </p:cTn>
                              </p:par>
                              <p:par>
                                <p:cTn id="43" presetID="46" presetClass="path" presetSubtype="0" repeatCount="200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44" dur="3000" fill="hold"/>
                                        <p:tgtEl>
                                          <p:spTgt spid="18450"/>
                                        </p:tgtEl>
                                        <p:attrNameLst>
                                          <p:attrName>ppt_x</p:attrName>
                                          <p:attrName>ppt_y</p:attrName>
                                        </p:attrNameLst>
                                      </p:cBhvr>
                                    </p:animMotion>
                                  </p:childTnLst>
                                </p:cTn>
                              </p:par>
                              <p:par>
                                <p:cTn id="45" presetID="55" presetClass="path" presetSubtype="0" repeatCount="2000" accel="50000" decel="50000" fill="hold" nodeType="withEffect">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46" dur="3000" fill="hold"/>
                                        <p:tgtEl>
                                          <p:spTgt spid="18451"/>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8452"/>
                                        </p:tgtEl>
                                        <p:attrNameLst>
                                          <p:attrName>style.visibility</p:attrName>
                                        </p:attrNameLst>
                                      </p:cBhvr>
                                      <p:to>
                                        <p:strVal val="visible"/>
                                      </p:to>
                                    </p:set>
                                    <p:animEffect transition="in" filter="wipe(down)">
                                      <p:cBhvr>
                                        <p:cTn id="51" dur="500"/>
                                        <p:tgtEl>
                                          <p:spTgt spid="18452"/>
                                        </p:tgtEl>
                                      </p:cBhvr>
                                    </p:animEffect>
                                  </p:childTnLst>
                                </p:cTn>
                              </p:par>
                            </p:childTnLst>
                          </p:cTn>
                        </p:par>
                        <p:par>
                          <p:cTn id="52" fill="hold">
                            <p:stCondLst>
                              <p:cond delay="500"/>
                            </p:stCondLst>
                            <p:childTnLst>
                              <p:par>
                                <p:cTn id="53" presetID="10" presetClass="entr" presetSubtype="0" fill="hold" nodeType="afterEffect">
                                  <p:stCondLst>
                                    <p:cond delay="0"/>
                                  </p:stCondLst>
                                  <p:childTnLst>
                                    <p:set>
                                      <p:cBhvr>
                                        <p:cTn id="54" dur="1" fill="hold">
                                          <p:stCondLst>
                                            <p:cond delay="0"/>
                                          </p:stCondLst>
                                        </p:cTn>
                                        <p:tgtEl>
                                          <p:spTgt spid="18456"/>
                                        </p:tgtEl>
                                        <p:attrNameLst>
                                          <p:attrName>style.visibility</p:attrName>
                                        </p:attrNameLst>
                                      </p:cBhvr>
                                      <p:to>
                                        <p:strVal val="visible"/>
                                      </p:to>
                                    </p:set>
                                    <p:animEffect transition="in" filter="fade">
                                      <p:cBhvr>
                                        <p:cTn id="55" dur="500"/>
                                        <p:tgtEl>
                                          <p:spTgt spid="18456"/>
                                        </p:tgtEl>
                                      </p:cBhvr>
                                    </p:animEffect>
                                  </p:childTnLst>
                                </p:cTn>
                              </p:par>
                              <p:par>
                                <p:cTn id="56" presetID="10" presetClass="entr" presetSubtype="0" fill="hold" nodeType="withEffect">
                                  <p:stCondLst>
                                    <p:cond delay="0"/>
                                  </p:stCondLst>
                                  <p:childTnLst>
                                    <p:set>
                                      <p:cBhvr>
                                        <p:cTn id="57" dur="1" fill="hold">
                                          <p:stCondLst>
                                            <p:cond delay="0"/>
                                          </p:stCondLst>
                                        </p:cTn>
                                        <p:tgtEl>
                                          <p:spTgt spid="18453"/>
                                        </p:tgtEl>
                                        <p:attrNameLst>
                                          <p:attrName>style.visibility</p:attrName>
                                        </p:attrNameLst>
                                      </p:cBhvr>
                                      <p:to>
                                        <p:strVal val="visible"/>
                                      </p:to>
                                    </p:set>
                                    <p:animEffect transition="in" filter="fade">
                                      <p:cBhvr>
                                        <p:cTn id="58" dur="500"/>
                                        <p:tgtEl>
                                          <p:spTgt spid="18453"/>
                                        </p:tgtEl>
                                      </p:cBhvr>
                                    </p:animEffect>
                                  </p:childTnLst>
                                </p:cTn>
                              </p:par>
                              <p:par>
                                <p:cTn id="59" presetID="10" presetClass="entr" presetSubtype="0" fill="hold" nodeType="withEffect">
                                  <p:stCondLst>
                                    <p:cond delay="0"/>
                                  </p:stCondLst>
                                  <p:childTnLst>
                                    <p:set>
                                      <p:cBhvr>
                                        <p:cTn id="60" dur="1" fill="hold">
                                          <p:stCondLst>
                                            <p:cond delay="0"/>
                                          </p:stCondLst>
                                        </p:cTn>
                                        <p:tgtEl>
                                          <p:spTgt spid="18454"/>
                                        </p:tgtEl>
                                        <p:attrNameLst>
                                          <p:attrName>style.visibility</p:attrName>
                                        </p:attrNameLst>
                                      </p:cBhvr>
                                      <p:to>
                                        <p:strVal val="visible"/>
                                      </p:to>
                                    </p:set>
                                    <p:animEffect transition="in" filter="fade">
                                      <p:cBhvr>
                                        <p:cTn id="61" dur="500"/>
                                        <p:tgtEl>
                                          <p:spTgt spid="18454"/>
                                        </p:tgtEl>
                                      </p:cBhvr>
                                    </p:animEffect>
                                  </p:childTnLst>
                                </p:cTn>
                              </p:par>
                              <p:par>
                                <p:cTn id="62" presetID="10" presetClass="entr" presetSubtype="0" fill="hold" nodeType="withEffect">
                                  <p:stCondLst>
                                    <p:cond delay="0"/>
                                  </p:stCondLst>
                                  <p:childTnLst>
                                    <p:set>
                                      <p:cBhvr>
                                        <p:cTn id="63" dur="1" fill="hold">
                                          <p:stCondLst>
                                            <p:cond delay="0"/>
                                          </p:stCondLst>
                                        </p:cTn>
                                        <p:tgtEl>
                                          <p:spTgt spid="18460"/>
                                        </p:tgtEl>
                                        <p:attrNameLst>
                                          <p:attrName>style.visibility</p:attrName>
                                        </p:attrNameLst>
                                      </p:cBhvr>
                                      <p:to>
                                        <p:strVal val="visible"/>
                                      </p:to>
                                    </p:set>
                                    <p:animEffect transition="in" filter="fade">
                                      <p:cBhvr>
                                        <p:cTn id="64" dur="500"/>
                                        <p:tgtEl>
                                          <p:spTgt spid="18460"/>
                                        </p:tgtEl>
                                      </p:cBhvr>
                                    </p:animEffect>
                                  </p:childTnLst>
                                </p:cTn>
                              </p:par>
                              <p:par>
                                <p:cTn id="65" presetID="10" presetClass="entr" presetSubtype="0" fill="hold" nodeType="withEffect">
                                  <p:stCondLst>
                                    <p:cond delay="0"/>
                                  </p:stCondLst>
                                  <p:childTnLst>
                                    <p:set>
                                      <p:cBhvr>
                                        <p:cTn id="66" dur="1" fill="hold">
                                          <p:stCondLst>
                                            <p:cond delay="0"/>
                                          </p:stCondLst>
                                        </p:cTn>
                                        <p:tgtEl>
                                          <p:spTgt spid="18455"/>
                                        </p:tgtEl>
                                        <p:attrNameLst>
                                          <p:attrName>style.visibility</p:attrName>
                                        </p:attrNameLst>
                                      </p:cBhvr>
                                      <p:to>
                                        <p:strVal val="visible"/>
                                      </p:to>
                                    </p:set>
                                    <p:animEffect transition="in" filter="fade">
                                      <p:cBhvr>
                                        <p:cTn id="67" dur="500"/>
                                        <p:tgtEl>
                                          <p:spTgt spid="18455"/>
                                        </p:tgtEl>
                                      </p:cBhvr>
                                    </p:animEffect>
                                  </p:childTnLst>
                                </p:cTn>
                              </p:par>
                              <p:par>
                                <p:cTn id="68" presetID="10" presetClass="entr" presetSubtype="0" fill="hold" nodeType="withEffect">
                                  <p:stCondLst>
                                    <p:cond delay="0"/>
                                  </p:stCondLst>
                                  <p:childTnLst>
                                    <p:set>
                                      <p:cBhvr>
                                        <p:cTn id="69" dur="1" fill="hold">
                                          <p:stCondLst>
                                            <p:cond delay="0"/>
                                          </p:stCondLst>
                                        </p:cTn>
                                        <p:tgtEl>
                                          <p:spTgt spid="18459"/>
                                        </p:tgtEl>
                                        <p:attrNameLst>
                                          <p:attrName>style.visibility</p:attrName>
                                        </p:attrNameLst>
                                      </p:cBhvr>
                                      <p:to>
                                        <p:strVal val="visible"/>
                                      </p:to>
                                    </p:set>
                                    <p:animEffect transition="in" filter="fade">
                                      <p:cBhvr>
                                        <p:cTn id="70" dur="500"/>
                                        <p:tgtEl>
                                          <p:spTgt spid="18459"/>
                                        </p:tgtEl>
                                      </p:cBhvr>
                                    </p:animEffect>
                                  </p:childTnLst>
                                </p:cTn>
                              </p:par>
                              <p:par>
                                <p:cTn id="71" presetID="10" presetClass="entr" presetSubtype="0" fill="hold" nodeType="withEffect">
                                  <p:stCondLst>
                                    <p:cond delay="0"/>
                                  </p:stCondLst>
                                  <p:childTnLst>
                                    <p:set>
                                      <p:cBhvr>
                                        <p:cTn id="72" dur="1" fill="hold">
                                          <p:stCondLst>
                                            <p:cond delay="0"/>
                                          </p:stCondLst>
                                        </p:cTn>
                                        <p:tgtEl>
                                          <p:spTgt spid="18458"/>
                                        </p:tgtEl>
                                        <p:attrNameLst>
                                          <p:attrName>style.visibility</p:attrName>
                                        </p:attrNameLst>
                                      </p:cBhvr>
                                      <p:to>
                                        <p:strVal val="visible"/>
                                      </p:to>
                                    </p:set>
                                    <p:animEffect transition="in" filter="fade">
                                      <p:cBhvr>
                                        <p:cTn id="73" dur="500"/>
                                        <p:tgtEl>
                                          <p:spTgt spid="18458"/>
                                        </p:tgtEl>
                                      </p:cBhvr>
                                    </p:animEffect>
                                  </p:childTnLst>
                                </p:cTn>
                              </p:par>
                              <p:par>
                                <p:cTn id="74" presetID="10" presetClass="entr" presetSubtype="0" fill="hold" nodeType="withEffect">
                                  <p:stCondLst>
                                    <p:cond delay="0"/>
                                  </p:stCondLst>
                                  <p:childTnLst>
                                    <p:set>
                                      <p:cBhvr>
                                        <p:cTn id="75" dur="1" fill="hold">
                                          <p:stCondLst>
                                            <p:cond delay="0"/>
                                          </p:stCondLst>
                                        </p:cTn>
                                        <p:tgtEl>
                                          <p:spTgt spid="18461"/>
                                        </p:tgtEl>
                                        <p:attrNameLst>
                                          <p:attrName>style.visibility</p:attrName>
                                        </p:attrNameLst>
                                      </p:cBhvr>
                                      <p:to>
                                        <p:strVal val="visible"/>
                                      </p:to>
                                    </p:set>
                                    <p:animEffect transition="in" filter="fade">
                                      <p:cBhvr>
                                        <p:cTn id="76" dur="500"/>
                                        <p:tgtEl>
                                          <p:spTgt spid="18461"/>
                                        </p:tgtEl>
                                      </p:cBhvr>
                                    </p:animEffect>
                                  </p:childTnLst>
                                </p:cTn>
                              </p:par>
                              <p:par>
                                <p:cTn id="77" presetID="10" presetClass="entr" presetSubtype="0" fill="hold" nodeType="withEffect">
                                  <p:stCondLst>
                                    <p:cond delay="0"/>
                                  </p:stCondLst>
                                  <p:childTnLst>
                                    <p:set>
                                      <p:cBhvr>
                                        <p:cTn id="78" dur="1" fill="hold">
                                          <p:stCondLst>
                                            <p:cond delay="0"/>
                                          </p:stCondLst>
                                        </p:cTn>
                                        <p:tgtEl>
                                          <p:spTgt spid="18457"/>
                                        </p:tgtEl>
                                        <p:attrNameLst>
                                          <p:attrName>style.visibility</p:attrName>
                                        </p:attrNameLst>
                                      </p:cBhvr>
                                      <p:to>
                                        <p:strVal val="visible"/>
                                      </p:to>
                                    </p:set>
                                    <p:animEffect transition="in" filter="fade">
                                      <p:cBhvr>
                                        <p:cTn id="79" dur="500"/>
                                        <p:tgtEl>
                                          <p:spTgt spid="18457"/>
                                        </p:tgtEl>
                                      </p:cBhvr>
                                    </p:animEffect>
                                  </p:childTnLst>
                                </p:cTn>
                              </p:par>
                              <p:par>
                                <p:cTn id="80" presetID="10" presetClass="entr" presetSubtype="0" fill="hold" nodeType="withEffect">
                                  <p:stCondLst>
                                    <p:cond delay="0"/>
                                  </p:stCondLst>
                                  <p:childTnLst>
                                    <p:set>
                                      <p:cBhvr>
                                        <p:cTn id="81" dur="1" fill="hold">
                                          <p:stCondLst>
                                            <p:cond delay="0"/>
                                          </p:stCondLst>
                                        </p:cTn>
                                        <p:tgtEl>
                                          <p:spTgt spid="18462"/>
                                        </p:tgtEl>
                                        <p:attrNameLst>
                                          <p:attrName>style.visibility</p:attrName>
                                        </p:attrNameLst>
                                      </p:cBhvr>
                                      <p:to>
                                        <p:strVal val="visible"/>
                                      </p:to>
                                    </p:set>
                                    <p:animEffect transition="in" filter="fade">
                                      <p:cBhvr>
                                        <p:cTn id="82" dur="500"/>
                                        <p:tgtEl>
                                          <p:spTgt spid="18462"/>
                                        </p:tgtEl>
                                      </p:cBhvr>
                                    </p:animEffect>
                                  </p:childTnLst>
                                </p:cTn>
                              </p:par>
                            </p:childTnLst>
                          </p:cTn>
                        </p:par>
                        <p:par>
                          <p:cTn id="83" fill="hold">
                            <p:stCondLst>
                              <p:cond delay="1000"/>
                            </p:stCondLst>
                            <p:childTnLst>
                              <p:par>
                                <p:cTn id="84" presetID="10" presetClass="entr" presetSubtype="0" fill="hold" nodeType="afterEffect">
                                  <p:stCondLst>
                                    <p:cond delay="0"/>
                                  </p:stCondLst>
                                  <p:childTnLst>
                                    <p:set>
                                      <p:cBhvr>
                                        <p:cTn id="85" dur="1" fill="hold">
                                          <p:stCondLst>
                                            <p:cond delay="0"/>
                                          </p:stCondLst>
                                        </p:cTn>
                                        <p:tgtEl>
                                          <p:spTgt spid="18463"/>
                                        </p:tgtEl>
                                        <p:attrNameLst>
                                          <p:attrName>style.visibility</p:attrName>
                                        </p:attrNameLst>
                                      </p:cBhvr>
                                      <p:to>
                                        <p:strVal val="visible"/>
                                      </p:to>
                                    </p:set>
                                    <p:animEffect transition="in" filter="fade">
                                      <p:cBhvr>
                                        <p:cTn id="86" dur="500"/>
                                        <p:tgtEl>
                                          <p:spTgt spid="1846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nodeType="clickEffect">
                                  <p:stCondLst>
                                    <p:cond delay="0"/>
                                  </p:stCondLst>
                                  <p:childTnLst>
                                    <p:animEffect transition="out" filter="fade">
                                      <p:cBhvr>
                                        <p:cTn id="90" dur="500"/>
                                        <p:tgtEl>
                                          <p:spTgt spid="18456"/>
                                        </p:tgtEl>
                                      </p:cBhvr>
                                    </p:animEffect>
                                    <p:set>
                                      <p:cBhvr>
                                        <p:cTn id="91" dur="1" fill="hold">
                                          <p:stCondLst>
                                            <p:cond delay="499"/>
                                          </p:stCondLst>
                                        </p:cTn>
                                        <p:tgtEl>
                                          <p:spTgt spid="18456"/>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18453"/>
                                        </p:tgtEl>
                                      </p:cBhvr>
                                    </p:animEffect>
                                    <p:set>
                                      <p:cBhvr>
                                        <p:cTn id="94" dur="1" fill="hold">
                                          <p:stCondLst>
                                            <p:cond delay="499"/>
                                          </p:stCondLst>
                                        </p:cTn>
                                        <p:tgtEl>
                                          <p:spTgt spid="18453"/>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18454"/>
                                        </p:tgtEl>
                                      </p:cBhvr>
                                    </p:animEffect>
                                    <p:set>
                                      <p:cBhvr>
                                        <p:cTn id="97" dur="1" fill="hold">
                                          <p:stCondLst>
                                            <p:cond delay="499"/>
                                          </p:stCondLst>
                                        </p:cTn>
                                        <p:tgtEl>
                                          <p:spTgt spid="18454"/>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500"/>
                                        <p:tgtEl>
                                          <p:spTgt spid="18460"/>
                                        </p:tgtEl>
                                      </p:cBhvr>
                                    </p:animEffect>
                                    <p:set>
                                      <p:cBhvr>
                                        <p:cTn id="100" dur="1" fill="hold">
                                          <p:stCondLst>
                                            <p:cond delay="499"/>
                                          </p:stCondLst>
                                        </p:cTn>
                                        <p:tgtEl>
                                          <p:spTgt spid="18460"/>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18455"/>
                                        </p:tgtEl>
                                      </p:cBhvr>
                                    </p:animEffect>
                                    <p:set>
                                      <p:cBhvr>
                                        <p:cTn id="103" dur="1" fill="hold">
                                          <p:stCondLst>
                                            <p:cond delay="499"/>
                                          </p:stCondLst>
                                        </p:cTn>
                                        <p:tgtEl>
                                          <p:spTgt spid="18455"/>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500"/>
                                        <p:tgtEl>
                                          <p:spTgt spid="18459"/>
                                        </p:tgtEl>
                                      </p:cBhvr>
                                    </p:animEffect>
                                    <p:set>
                                      <p:cBhvr>
                                        <p:cTn id="106" dur="1" fill="hold">
                                          <p:stCondLst>
                                            <p:cond delay="499"/>
                                          </p:stCondLst>
                                        </p:cTn>
                                        <p:tgtEl>
                                          <p:spTgt spid="18459"/>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18461"/>
                                        </p:tgtEl>
                                      </p:cBhvr>
                                    </p:animEffect>
                                    <p:set>
                                      <p:cBhvr>
                                        <p:cTn id="109" dur="1" fill="hold">
                                          <p:stCondLst>
                                            <p:cond delay="499"/>
                                          </p:stCondLst>
                                        </p:cTn>
                                        <p:tgtEl>
                                          <p:spTgt spid="1846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18457"/>
                                        </p:tgtEl>
                                      </p:cBhvr>
                                    </p:animEffect>
                                    <p:set>
                                      <p:cBhvr>
                                        <p:cTn id="112" dur="1" fill="hold">
                                          <p:stCondLst>
                                            <p:cond delay="499"/>
                                          </p:stCondLst>
                                        </p:cTn>
                                        <p:tgtEl>
                                          <p:spTgt spid="18457"/>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18462"/>
                                        </p:tgtEl>
                                      </p:cBhvr>
                                    </p:animEffect>
                                    <p:set>
                                      <p:cBhvr>
                                        <p:cTn id="115" dur="1" fill="hold">
                                          <p:stCondLst>
                                            <p:cond delay="499"/>
                                          </p:stCondLst>
                                        </p:cTn>
                                        <p:tgtEl>
                                          <p:spTgt spid="18462"/>
                                        </p:tgtEl>
                                        <p:attrNameLst>
                                          <p:attrName>style.visibility</p:attrName>
                                        </p:attrNameLst>
                                      </p:cBhvr>
                                      <p:to>
                                        <p:strVal val="hidden"/>
                                      </p:to>
                                    </p:set>
                                  </p:childTnLst>
                                </p:cTn>
                              </p:par>
                            </p:childTnLst>
                          </p:cTn>
                        </p:par>
                        <p:par>
                          <p:cTn id="116" fill="hold">
                            <p:stCondLst>
                              <p:cond delay="500"/>
                            </p:stCondLst>
                            <p:childTnLst>
                              <p:par>
                                <p:cTn id="117" presetID="10" presetClass="entr" presetSubtype="0" fill="hold" nodeType="afterEffect">
                                  <p:stCondLst>
                                    <p:cond delay="0"/>
                                  </p:stCondLst>
                                  <p:childTnLst>
                                    <p:set>
                                      <p:cBhvr>
                                        <p:cTn id="118" dur="1" fill="hold">
                                          <p:stCondLst>
                                            <p:cond delay="0"/>
                                          </p:stCondLst>
                                        </p:cTn>
                                        <p:tgtEl>
                                          <p:spTgt spid="18469"/>
                                        </p:tgtEl>
                                        <p:attrNameLst>
                                          <p:attrName>style.visibility</p:attrName>
                                        </p:attrNameLst>
                                      </p:cBhvr>
                                      <p:to>
                                        <p:strVal val="visible"/>
                                      </p:to>
                                    </p:set>
                                    <p:animEffect transition="in" filter="fade">
                                      <p:cBhvr>
                                        <p:cTn id="119" dur="500"/>
                                        <p:tgtEl>
                                          <p:spTgt spid="18469"/>
                                        </p:tgtEl>
                                      </p:cBhvr>
                                    </p:animEffect>
                                  </p:childTnLst>
                                </p:cTn>
                              </p:par>
                              <p:par>
                                <p:cTn id="120" presetID="10" presetClass="entr" presetSubtype="0" fill="hold" nodeType="withEffect">
                                  <p:stCondLst>
                                    <p:cond delay="0"/>
                                  </p:stCondLst>
                                  <p:childTnLst>
                                    <p:set>
                                      <p:cBhvr>
                                        <p:cTn id="121" dur="1" fill="hold">
                                          <p:stCondLst>
                                            <p:cond delay="0"/>
                                          </p:stCondLst>
                                        </p:cTn>
                                        <p:tgtEl>
                                          <p:spTgt spid="18470"/>
                                        </p:tgtEl>
                                        <p:attrNameLst>
                                          <p:attrName>style.visibility</p:attrName>
                                        </p:attrNameLst>
                                      </p:cBhvr>
                                      <p:to>
                                        <p:strVal val="visible"/>
                                      </p:to>
                                    </p:set>
                                    <p:animEffect transition="in" filter="fade">
                                      <p:cBhvr>
                                        <p:cTn id="122" dur="500"/>
                                        <p:tgtEl>
                                          <p:spTgt spid="18470"/>
                                        </p:tgtEl>
                                      </p:cBhvr>
                                    </p:animEffect>
                                  </p:childTnLst>
                                </p:cTn>
                              </p:par>
                              <p:par>
                                <p:cTn id="123" presetID="10" presetClass="entr" presetSubtype="0" fill="hold" nodeType="withEffect">
                                  <p:stCondLst>
                                    <p:cond delay="0"/>
                                  </p:stCondLst>
                                  <p:childTnLst>
                                    <p:set>
                                      <p:cBhvr>
                                        <p:cTn id="124" dur="1" fill="hold">
                                          <p:stCondLst>
                                            <p:cond delay="0"/>
                                          </p:stCondLst>
                                        </p:cTn>
                                        <p:tgtEl>
                                          <p:spTgt spid="18464"/>
                                        </p:tgtEl>
                                        <p:attrNameLst>
                                          <p:attrName>style.visibility</p:attrName>
                                        </p:attrNameLst>
                                      </p:cBhvr>
                                      <p:to>
                                        <p:strVal val="visible"/>
                                      </p:to>
                                    </p:set>
                                    <p:animEffect transition="in" filter="fade">
                                      <p:cBhvr>
                                        <p:cTn id="125" dur="500"/>
                                        <p:tgtEl>
                                          <p:spTgt spid="18464"/>
                                        </p:tgtEl>
                                      </p:cBhvr>
                                    </p:animEffect>
                                  </p:childTnLst>
                                </p:cTn>
                              </p:par>
                              <p:par>
                                <p:cTn id="126" presetID="10" presetClass="entr" presetSubtype="0" fill="hold" nodeType="withEffect">
                                  <p:stCondLst>
                                    <p:cond delay="0"/>
                                  </p:stCondLst>
                                  <p:childTnLst>
                                    <p:set>
                                      <p:cBhvr>
                                        <p:cTn id="127" dur="1" fill="hold">
                                          <p:stCondLst>
                                            <p:cond delay="0"/>
                                          </p:stCondLst>
                                        </p:cTn>
                                        <p:tgtEl>
                                          <p:spTgt spid="18468"/>
                                        </p:tgtEl>
                                        <p:attrNameLst>
                                          <p:attrName>style.visibility</p:attrName>
                                        </p:attrNameLst>
                                      </p:cBhvr>
                                      <p:to>
                                        <p:strVal val="visible"/>
                                      </p:to>
                                    </p:set>
                                    <p:animEffect transition="in" filter="fade">
                                      <p:cBhvr>
                                        <p:cTn id="128" dur="500"/>
                                        <p:tgtEl>
                                          <p:spTgt spid="18468"/>
                                        </p:tgtEl>
                                      </p:cBhvr>
                                    </p:animEffect>
                                  </p:childTnLst>
                                </p:cTn>
                              </p:par>
                              <p:par>
                                <p:cTn id="129" presetID="10" presetClass="entr" presetSubtype="0" fill="hold" nodeType="withEffect">
                                  <p:stCondLst>
                                    <p:cond delay="0"/>
                                  </p:stCondLst>
                                  <p:childTnLst>
                                    <p:set>
                                      <p:cBhvr>
                                        <p:cTn id="130" dur="1" fill="hold">
                                          <p:stCondLst>
                                            <p:cond delay="0"/>
                                          </p:stCondLst>
                                        </p:cTn>
                                        <p:tgtEl>
                                          <p:spTgt spid="18465"/>
                                        </p:tgtEl>
                                        <p:attrNameLst>
                                          <p:attrName>style.visibility</p:attrName>
                                        </p:attrNameLst>
                                      </p:cBhvr>
                                      <p:to>
                                        <p:strVal val="visible"/>
                                      </p:to>
                                    </p:set>
                                    <p:animEffect transition="in" filter="fade">
                                      <p:cBhvr>
                                        <p:cTn id="131" dur="500"/>
                                        <p:tgtEl>
                                          <p:spTgt spid="18465"/>
                                        </p:tgtEl>
                                      </p:cBhvr>
                                    </p:animEffect>
                                  </p:childTnLst>
                                </p:cTn>
                              </p:par>
                              <p:par>
                                <p:cTn id="132" presetID="10" presetClass="entr" presetSubtype="0" fill="hold" nodeType="withEffect">
                                  <p:stCondLst>
                                    <p:cond delay="0"/>
                                  </p:stCondLst>
                                  <p:childTnLst>
                                    <p:set>
                                      <p:cBhvr>
                                        <p:cTn id="133" dur="1" fill="hold">
                                          <p:stCondLst>
                                            <p:cond delay="0"/>
                                          </p:stCondLst>
                                        </p:cTn>
                                        <p:tgtEl>
                                          <p:spTgt spid="18466"/>
                                        </p:tgtEl>
                                        <p:attrNameLst>
                                          <p:attrName>style.visibility</p:attrName>
                                        </p:attrNameLst>
                                      </p:cBhvr>
                                      <p:to>
                                        <p:strVal val="visible"/>
                                      </p:to>
                                    </p:set>
                                    <p:animEffect transition="in" filter="fade">
                                      <p:cBhvr>
                                        <p:cTn id="134" dur="500"/>
                                        <p:tgtEl>
                                          <p:spTgt spid="18466"/>
                                        </p:tgtEl>
                                      </p:cBhvr>
                                    </p:animEffect>
                                  </p:childTnLst>
                                </p:cTn>
                              </p:par>
                              <p:par>
                                <p:cTn id="135" presetID="10" presetClass="entr" presetSubtype="0" fill="hold" nodeType="withEffect">
                                  <p:stCondLst>
                                    <p:cond delay="0"/>
                                  </p:stCondLst>
                                  <p:childTnLst>
                                    <p:set>
                                      <p:cBhvr>
                                        <p:cTn id="136" dur="1" fill="hold">
                                          <p:stCondLst>
                                            <p:cond delay="0"/>
                                          </p:stCondLst>
                                        </p:cTn>
                                        <p:tgtEl>
                                          <p:spTgt spid="18467"/>
                                        </p:tgtEl>
                                        <p:attrNameLst>
                                          <p:attrName>style.visibility</p:attrName>
                                        </p:attrNameLst>
                                      </p:cBhvr>
                                      <p:to>
                                        <p:strVal val="visible"/>
                                      </p:to>
                                    </p:set>
                                    <p:animEffect transition="in" filter="fade">
                                      <p:cBhvr>
                                        <p:cTn id="137" dur="500"/>
                                        <p:tgtEl>
                                          <p:spTgt spid="18467"/>
                                        </p:tgtEl>
                                      </p:cBhvr>
                                    </p:animEffect>
                                  </p:childTnLst>
                                </p:cTn>
                              </p:par>
                              <p:par>
                                <p:cTn id="138" presetID="10" presetClass="entr" presetSubtype="0" fill="hold" nodeType="withEffect">
                                  <p:stCondLst>
                                    <p:cond delay="0"/>
                                  </p:stCondLst>
                                  <p:childTnLst>
                                    <p:set>
                                      <p:cBhvr>
                                        <p:cTn id="139" dur="1" fill="hold">
                                          <p:stCondLst>
                                            <p:cond delay="0"/>
                                          </p:stCondLst>
                                        </p:cTn>
                                        <p:tgtEl>
                                          <p:spTgt spid="18471"/>
                                        </p:tgtEl>
                                        <p:attrNameLst>
                                          <p:attrName>style.visibility</p:attrName>
                                        </p:attrNameLst>
                                      </p:cBhvr>
                                      <p:to>
                                        <p:strVal val="visible"/>
                                      </p:to>
                                    </p:set>
                                    <p:animEffect transition="in" filter="fade">
                                      <p:cBhvr>
                                        <p:cTn id="140" dur="500"/>
                                        <p:tgtEl>
                                          <p:spTgt spid="18471"/>
                                        </p:tgtEl>
                                      </p:cBhvr>
                                    </p:animEffect>
                                  </p:childTnLst>
                                </p:cTn>
                              </p:par>
                              <p:par>
                                <p:cTn id="141" presetID="10" presetClass="entr" presetSubtype="0" fill="hold" nodeType="withEffect">
                                  <p:stCondLst>
                                    <p:cond delay="0"/>
                                  </p:stCondLst>
                                  <p:childTnLst>
                                    <p:set>
                                      <p:cBhvr>
                                        <p:cTn id="142" dur="1" fill="hold">
                                          <p:stCondLst>
                                            <p:cond delay="0"/>
                                          </p:stCondLst>
                                        </p:cTn>
                                        <p:tgtEl>
                                          <p:spTgt spid="18472"/>
                                        </p:tgtEl>
                                        <p:attrNameLst>
                                          <p:attrName>style.visibility</p:attrName>
                                        </p:attrNameLst>
                                      </p:cBhvr>
                                      <p:to>
                                        <p:strVal val="visible"/>
                                      </p:to>
                                    </p:set>
                                    <p:animEffect transition="in" filter="fade">
                                      <p:cBhvr>
                                        <p:cTn id="143" dur="500"/>
                                        <p:tgtEl>
                                          <p:spTgt spid="18472"/>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xit" presetSubtype="0" fill="hold" nodeType="clickEffect">
                                  <p:stCondLst>
                                    <p:cond delay="0"/>
                                  </p:stCondLst>
                                  <p:childTnLst>
                                    <p:animEffect transition="out" filter="fade">
                                      <p:cBhvr>
                                        <p:cTn id="147" dur="500"/>
                                        <p:tgtEl>
                                          <p:spTgt spid="18458"/>
                                        </p:tgtEl>
                                      </p:cBhvr>
                                    </p:animEffect>
                                    <p:set>
                                      <p:cBhvr>
                                        <p:cTn id="148" dur="1" fill="hold">
                                          <p:stCondLst>
                                            <p:cond delay="499"/>
                                          </p:stCondLst>
                                        </p:cTn>
                                        <p:tgtEl>
                                          <p:spTgt spid="18458"/>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500"/>
                                        <p:tgtEl>
                                          <p:spTgt spid="18463"/>
                                        </p:tgtEl>
                                      </p:cBhvr>
                                    </p:animEffect>
                                    <p:set>
                                      <p:cBhvr>
                                        <p:cTn id="151" dur="1" fill="hold">
                                          <p:stCondLst>
                                            <p:cond delay="499"/>
                                          </p:stCondLst>
                                        </p:cTn>
                                        <p:tgtEl>
                                          <p:spTgt spid="18463"/>
                                        </p:tgtEl>
                                        <p:attrNameLst>
                                          <p:attrName>style.visibility</p:attrName>
                                        </p:attrNameLst>
                                      </p:cBhvr>
                                      <p:to>
                                        <p:strVal val="hidden"/>
                                      </p:to>
                                    </p:set>
                                  </p:childTnLst>
                                </p:cTn>
                              </p:par>
                            </p:childTnLst>
                          </p:cTn>
                        </p:par>
                        <p:par>
                          <p:cTn id="152" fill="hold">
                            <p:stCondLst>
                              <p:cond delay="500"/>
                            </p:stCondLst>
                            <p:childTnLst>
                              <p:par>
                                <p:cTn id="153" presetID="10" presetClass="entr" presetSubtype="0" fill="hold" nodeType="afterEffect">
                                  <p:stCondLst>
                                    <p:cond delay="0"/>
                                  </p:stCondLst>
                                  <p:childTnLst>
                                    <p:set>
                                      <p:cBhvr>
                                        <p:cTn id="154" dur="1" fill="hold">
                                          <p:stCondLst>
                                            <p:cond delay="0"/>
                                          </p:stCondLst>
                                        </p:cTn>
                                        <p:tgtEl>
                                          <p:spTgt spid="18473"/>
                                        </p:tgtEl>
                                        <p:attrNameLst>
                                          <p:attrName>style.visibility</p:attrName>
                                        </p:attrNameLst>
                                      </p:cBhvr>
                                      <p:to>
                                        <p:strVal val="visible"/>
                                      </p:to>
                                    </p:set>
                                    <p:animEffect transition="in" filter="fade">
                                      <p:cBhvr>
                                        <p:cTn id="155" dur="500"/>
                                        <p:tgtEl>
                                          <p:spTgt spid="18473"/>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xit" presetSubtype="0" fill="hold" nodeType="clickEffect">
                                  <p:stCondLst>
                                    <p:cond delay="0"/>
                                  </p:stCondLst>
                                  <p:childTnLst>
                                    <p:animEffect transition="out" filter="fade">
                                      <p:cBhvr>
                                        <p:cTn id="159" dur="500"/>
                                        <p:tgtEl>
                                          <p:spTgt spid="18473"/>
                                        </p:tgtEl>
                                      </p:cBhvr>
                                    </p:animEffect>
                                    <p:set>
                                      <p:cBhvr>
                                        <p:cTn id="160" dur="1" fill="hold">
                                          <p:stCondLst>
                                            <p:cond delay="499"/>
                                          </p:stCondLst>
                                        </p:cTn>
                                        <p:tgtEl>
                                          <p:spTgt spid="18473"/>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500"/>
                                        <p:tgtEl>
                                          <p:spTgt spid="18469"/>
                                        </p:tgtEl>
                                      </p:cBhvr>
                                    </p:animEffect>
                                    <p:set>
                                      <p:cBhvr>
                                        <p:cTn id="163" dur="1" fill="hold">
                                          <p:stCondLst>
                                            <p:cond delay="499"/>
                                          </p:stCondLst>
                                        </p:cTn>
                                        <p:tgtEl>
                                          <p:spTgt spid="18469"/>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500"/>
                                        <p:tgtEl>
                                          <p:spTgt spid="18464"/>
                                        </p:tgtEl>
                                      </p:cBhvr>
                                    </p:animEffect>
                                    <p:set>
                                      <p:cBhvr>
                                        <p:cTn id="166" dur="1" fill="hold">
                                          <p:stCondLst>
                                            <p:cond delay="499"/>
                                          </p:stCondLst>
                                        </p:cTn>
                                        <p:tgtEl>
                                          <p:spTgt spid="18464"/>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500"/>
                                        <p:tgtEl>
                                          <p:spTgt spid="18468"/>
                                        </p:tgtEl>
                                      </p:cBhvr>
                                    </p:animEffect>
                                    <p:set>
                                      <p:cBhvr>
                                        <p:cTn id="169" dur="1" fill="hold">
                                          <p:stCondLst>
                                            <p:cond delay="499"/>
                                          </p:stCondLst>
                                        </p:cTn>
                                        <p:tgtEl>
                                          <p:spTgt spid="18468"/>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500"/>
                                        <p:tgtEl>
                                          <p:spTgt spid="18465"/>
                                        </p:tgtEl>
                                      </p:cBhvr>
                                    </p:animEffect>
                                    <p:set>
                                      <p:cBhvr>
                                        <p:cTn id="172" dur="1" fill="hold">
                                          <p:stCondLst>
                                            <p:cond delay="499"/>
                                          </p:stCondLst>
                                        </p:cTn>
                                        <p:tgtEl>
                                          <p:spTgt spid="18465"/>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500"/>
                                        <p:tgtEl>
                                          <p:spTgt spid="18466"/>
                                        </p:tgtEl>
                                      </p:cBhvr>
                                    </p:animEffect>
                                    <p:set>
                                      <p:cBhvr>
                                        <p:cTn id="175" dur="1" fill="hold">
                                          <p:stCondLst>
                                            <p:cond delay="499"/>
                                          </p:stCondLst>
                                        </p:cTn>
                                        <p:tgtEl>
                                          <p:spTgt spid="18466"/>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500"/>
                                        <p:tgtEl>
                                          <p:spTgt spid="18467"/>
                                        </p:tgtEl>
                                      </p:cBhvr>
                                    </p:animEffect>
                                    <p:set>
                                      <p:cBhvr>
                                        <p:cTn id="178" dur="1" fill="hold">
                                          <p:stCondLst>
                                            <p:cond delay="499"/>
                                          </p:stCondLst>
                                        </p:cTn>
                                        <p:tgtEl>
                                          <p:spTgt spid="18467"/>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500"/>
                                        <p:tgtEl>
                                          <p:spTgt spid="18471"/>
                                        </p:tgtEl>
                                      </p:cBhvr>
                                    </p:animEffect>
                                    <p:set>
                                      <p:cBhvr>
                                        <p:cTn id="181" dur="1" fill="hold">
                                          <p:stCondLst>
                                            <p:cond delay="499"/>
                                          </p:stCondLst>
                                        </p:cTn>
                                        <p:tgtEl>
                                          <p:spTgt spid="18471"/>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183" dur="500"/>
                                        <p:tgtEl>
                                          <p:spTgt spid="18472"/>
                                        </p:tgtEl>
                                      </p:cBhvr>
                                    </p:animEffect>
                                    <p:set>
                                      <p:cBhvr>
                                        <p:cTn id="184" dur="1" fill="hold">
                                          <p:stCondLst>
                                            <p:cond delay="499"/>
                                          </p:stCondLst>
                                        </p:cTn>
                                        <p:tgtEl>
                                          <p:spTgt spid="18472"/>
                                        </p:tgtEl>
                                        <p:attrNameLst>
                                          <p:attrName>style.visibility</p:attrName>
                                        </p:attrNameLst>
                                      </p:cBhvr>
                                      <p:to>
                                        <p:strVal val="hidden"/>
                                      </p:to>
                                    </p:set>
                                  </p:childTnLst>
                                </p:cTn>
                              </p:par>
                            </p:childTnLst>
                          </p:cTn>
                        </p:par>
                        <p:par>
                          <p:cTn id="185" fill="hold">
                            <p:stCondLst>
                              <p:cond delay="500"/>
                            </p:stCondLst>
                            <p:childTnLst>
                              <p:par>
                                <p:cTn id="186" presetID="10" presetClass="entr" presetSubtype="0" fill="hold" nodeType="afterEffect">
                                  <p:stCondLst>
                                    <p:cond delay="0"/>
                                  </p:stCondLst>
                                  <p:childTnLst>
                                    <p:set>
                                      <p:cBhvr>
                                        <p:cTn id="187" dur="1" fill="hold">
                                          <p:stCondLst>
                                            <p:cond delay="0"/>
                                          </p:stCondLst>
                                        </p:cTn>
                                        <p:tgtEl>
                                          <p:spTgt spid="18482"/>
                                        </p:tgtEl>
                                        <p:attrNameLst>
                                          <p:attrName>style.visibility</p:attrName>
                                        </p:attrNameLst>
                                      </p:cBhvr>
                                      <p:to>
                                        <p:strVal val="visible"/>
                                      </p:to>
                                    </p:set>
                                    <p:animEffect transition="in" filter="fade">
                                      <p:cBhvr>
                                        <p:cTn id="188" dur="500"/>
                                        <p:tgtEl>
                                          <p:spTgt spid="18482"/>
                                        </p:tgtEl>
                                      </p:cBhvr>
                                    </p:animEffect>
                                  </p:childTnLst>
                                </p:cTn>
                              </p:par>
                              <p:par>
                                <p:cTn id="189" presetID="10" presetClass="entr" presetSubtype="0" fill="hold" nodeType="withEffect">
                                  <p:stCondLst>
                                    <p:cond delay="0"/>
                                  </p:stCondLst>
                                  <p:childTnLst>
                                    <p:set>
                                      <p:cBhvr>
                                        <p:cTn id="190" dur="1" fill="hold">
                                          <p:stCondLst>
                                            <p:cond delay="0"/>
                                          </p:stCondLst>
                                        </p:cTn>
                                        <p:tgtEl>
                                          <p:spTgt spid="18474"/>
                                        </p:tgtEl>
                                        <p:attrNameLst>
                                          <p:attrName>style.visibility</p:attrName>
                                        </p:attrNameLst>
                                      </p:cBhvr>
                                      <p:to>
                                        <p:strVal val="visible"/>
                                      </p:to>
                                    </p:set>
                                    <p:animEffect transition="in" filter="fade">
                                      <p:cBhvr>
                                        <p:cTn id="191" dur="500"/>
                                        <p:tgtEl>
                                          <p:spTgt spid="18474"/>
                                        </p:tgtEl>
                                      </p:cBhvr>
                                    </p:animEffect>
                                  </p:childTnLst>
                                </p:cTn>
                              </p:par>
                              <p:par>
                                <p:cTn id="192" presetID="10" presetClass="entr" presetSubtype="0" fill="hold" nodeType="withEffect">
                                  <p:stCondLst>
                                    <p:cond delay="0"/>
                                  </p:stCondLst>
                                  <p:childTnLst>
                                    <p:set>
                                      <p:cBhvr>
                                        <p:cTn id="193" dur="1" fill="hold">
                                          <p:stCondLst>
                                            <p:cond delay="0"/>
                                          </p:stCondLst>
                                        </p:cTn>
                                        <p:tgtEl>
                                          <p:spTgt spid="18476"/>
                                        </p:tgtEl>
                                        <p:attrNameLst>
                                          <p:attrName>style.visibility</p:attrName>
                                        </p:attrNameLst>
                                      </p:cBhvr>
                                      <p:to>
                                        <p:strVal val="visible"/>
                                      </p:to>
                                    </p:set>
                                    <p:animEffect transition="in" filter="fade">
                                      <p:cBhvr>
                                        <p:cTn id="194" dur="500"/>
                                        <p:tgtEl>
                                          <p:spTgt spid="18476"/>
                                        </p:tgtEl>
                                      </p:cBhvr>
                                    </p:animEffect>
                                  </p:childTnLst>
                                </p:cTn>
                              </p:par>
                              <p:par>
                                <p:cTn id="195" presetID="10" presetClass="entr" presetSubtype="0" fill="hold" nodeType="withEffect">
                                  <p:stCondLst>
                                    <p:cond delay="0"/>
                                  </p:stCondLst>
                                  <p:childTnLst>
                                    <p:set>
                                      <p:cBhvr>
                                        <p:cTn id="196" dur="1" fill="hold">
                                          <p:stCondLst>
                                            <p:cond delay="0"/>
                                          </p:stCondLst>
                                        </p:cTn>
                                        <p:tgtEl>
                                          <p:spTgt spid="18480"/>
                                        </p:tgtEl>
                                        <p:attrNameLst>
                                          <p:attrName>style.visibility</p:attrName>
                                        </p:attrNameLst>
                                      </p:cBhvr>
                                      <p:to>
                                        <p:strVal val="visible"/>
                                      </p:to>
                                    </p:set>
                                    <p:animEffect transition="in" filter="fade">
                                      <p:cBhvr>
                                        <p:cTn id="197" dur="500"/>
                                        <p:tgtEl>
                                          <p:spTgt spid="18480"/>
                                        </p:tgtEl>
                                      </p:cBhvr>
                                    </p:animEffect>
                                  </p:childTnLst>
                                </p:cTn>
                              </p:par>
                              <p:par>
                                <p:cTn id="198" presetID="10" presetClass="entr" presetSubtype="0" fill="hold" nodeType="withEffect">
                                  <p:stCondLst>
                                    <p:cond delay="0"/>
                                  </p:stCondLst>
                                  <p:childTnLst>
                                    <p:set>
                                      <p:cBhvr>
                                        <p:cTn id="199" dur="1" fill="hold">
                                          <p:stCondLst>
                                            <p:cond delay="0"/>
                                          </p:stCondLst>
                                        </p:cTn>
                                        <p:tgtEl>
                                          <p:spTgt spid="18475"/>
                                        </p:tgtEl>
                                        <p:attrNameLst>
                                          <p:attrName>style.visibility</p:attrName>
                                        </p:attrNameLst>
                                      </p:cBhvr>
                                      <p:to>
                                        <p:strVal val="visible"/>
                                      </p:to>
                                    </p:set>
                                    <p:animEffect transition="in" filter="fade">
                                      <p:cBhvr>
                                        <p:cTn id="200" dur="500"/>
                                        <p:tgtEl>
                                          <p:spTgt spid="18475"/>
                                        </p:tgtEl>
                                      </p:cBhvr>
                                    </p:animEffect>
                                  </p:childTnLst>
                                </p:cTn>
                              </p:par>
                              <p:par>
                                <p:cTn id="201" presetID="10" presetClass="entr" presetSubtype="0" fill="hold" nodeType="withEffect">
                                  <p:stCondLst>
                                    <p:cond delay="0"/>
                                  </p:stCondLst>
                                  <p:childTnLst>
                                    <p:set>
                                      <p:cBhvr>
                                        <p:cTn id="202" dur="1" fill="hold">
                                          <p:stCondLst>
                                            <p:cond delay="0"/>
                                          </p:stCondLst>
                                        </p:cTn>
                                        <p:tgtEl>
                                          <p:spTgt spid="18477"/>
                                        </p:tgtEl>
                                        <p:attrNameLst>
                                          <p:attrName>style.visibility</p:attrName>
                                        </p:attrNameLst>
                                      </p:cBhvr>
                                      <p:to>
                                        <p:strVal val="visible"/>
                                      </p:to>
                                    </p:set>
                                    <p:animEffect transition="in" filter="fade">
                                      <p:cBhvr>
                                        <p:cTn id="203" dur="500"/>
                                        <p:tgtEl>
                                          <p:spTgt spid="18477"/>
                                        </p:tgtEl>
                                      </p:cBhvr>
                                    </p:animEffect>
                                  </p:childTnLst>
                                </p:cTn>
                              </p:par>
                              <p:par>
                                <p:cTn id="204" presetID="10" presetClass="entr" presetSubtype="0" fill="hold" nodeType="withEffect">
                                  <p:stCondLst>
                                    <p:cond delay="0"/>
                                  </p:stCondLst>
                                  <p:childTnLst>
                                    <p:set>
                                      <p:cBhvr>
                                        <p:cTn id="205" dur="1" fill="hold">
                                          <p:stCondLst>
                                            <p:cond delay="0"/>
                                          </p:stCondLst>
                                        </p:cTn>
                                        <p:tgtEl>
                                          <p:spTgt spid="18479"/>
                                        </p:tgtEl>
                                        <p:attrNameLst>
                                          <p:attrName>style.visibility</p:attrName>
                                        </p:attrNameLst>
                                      </p:cBhvr>
                                      <p:to>
                                        <p:strVal val="visible"/>
                                      </p:to>
                                    </p:set>
                                    <p:animEffect transition="in" filter="fade">
                                      <p:cBhvr>
                                        <p:cTn id="206" dur="500"/>
                                        <p:tgtEl>
                                          <p:spTgt spid="18479"/>
                                        </p:tgtEl>
                                      </p:cBhvr>
                                    </p:animEffect>
                                  </p:childTnLst>
                                </p:cTn>
                              </p:par>
                              <p:par>
                                <p:cTn id="207" presetID="10" presetClass="entr" presetSubtype="0" fill="hold" nodeType="withEffect">
                                  <p:stCondLst>
                                    <p:cond delay="0"/>
                                  </p:stCondLst>
                                  <p:childTnLst>
                                    <p:set>
                                      <p:cBhvr>
                                        <p:cTn id="208" dur="1" fill="hold">
                                          <p:stCondLst>
                                            <p:cond delay="0"/>
                                          </p:stCondLst>
                                        </p:cTn>
                                        <p:tgtEl>
                                          <p:spTgt spid="18481"/>
                                        </p:tgtEl>
                                        <p:attrNameLst>
                                          <p:attrName>style.visibility</p:attrName>
                                        </p:attrNameLst>
                                      </p:cBhvr>
                                      <p:to>
                                        <p:strVal val="visible"/>
                                      </p:to>
                                    </p:set>
                                    <p:animEffect transition="in" filter="fade">
                                      <p:cBhvr>
                                        <p:cTn id="209" dur="500"/>
                                        <p:tgtEl>
                                          <p:spTgt spid="18481"/>
                                        </p:tgtEl>
                                      </p:cBhvr>
                                    </p:animEffect>
                                  </p:childTnLst>
                                </p:cTn>
                              </p:par>
                              <p:par>
                                <p:cTn id="210" presetID="10" presetClass="entr" presetSubtype="0" fill="hold" nodeType="withEffect">
                                  <p:stCondLst>
                                    <p:cond delay="0"/>
                                  </p:stCondLst>
                                  <p:childTnLst>
                                    <p:set>
                                      <p:cBhvr>
                                        <p:cTn id="211" dur="1" fill="hold">
                                          <p:stCondLst>
                                            <p:cond delay="0"/>
                                          </p:stCondLst>
                                        </p:cTn>
                                        <p:tgtEl>
                                          <p:spTgt spid="18478"/>
                                        </p:tgtEl>
                                        <p:attrNameLst>
                                          <p:attrName>style.visibility</p:attrName>
                                        </p:attrNameLst>
                                      </p:cBhvr>
                                      <p:to>
                                        <p:strVal val="visible"/>
                                      </p:to>
                                    </p:set>
                                    <p:animEffect transition="in" filter="fade">
                                      <p:cBhvr>
                                        <p:cTn id="212" dur="500"/>
                                        <p:tgtEl>
                                          <p:spTgt spid="18478"/>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xit" presetSubtype="0" fill="hold" nodeType="clickEffect">
                                  <p:stCondLst>
                                    <p:cond delay="0"/>
                                  </p:stCondLst>
                                  <p:childTnLst>
                                    <p:animEffect transition="out" filter="fade">
                                      <p:cBhvr>
                                        <p:cTn id="216" dur="500"/>
                                        <p:tgtEl>
                                          <p:spTgt spid="18482"/>
                                        </p:tgtEl>
                                      </p:cBhvr>
                                    </p:animEffect>
                                    <p:set>
                                      <p:cBhvr>
                                        <p:cTn id="217" dur="1" fill="hold">
                                          <p:stCondLst>
                                            <p:cond delay="499"/>
                                          </p:stCondLst>
                                        </p:cTn>
                                        <p:tgtEl>
                                          <p:spTgt spid="18482"/>
                                        </p:tgtEl>
                                        <p:attrNameLst>
                                          <p:attrName>style.visibility</p:attrName>
                                        </p:attrNameLst>
                                      </p:cBhvr>
                                      <p:to>
                                        <p:strVal val="hidden"/>
                                      </p:to>
                                    </p:set>
                                  </p:childTnLst>
                                </p:cTn>
                              </p:par>
                              <p:par>
                                <p:cTn id="218" presetID="10" presetClass="exit" presetSubtype="0" fill="hold" nodeType="withEffect">
                                  <p:stCondLst>
                                    <p:cond delay="0"/>
                                  </p:stCondLst>
                                  <p:childTnLst>
                                    <p:animEffect transition="out" filter="fade">
                                      <p:cBhvr>
                                        <p:cTn id="219" dur="500"/>
                                        <p:tgtEl>
                                          <p:spTgt spid="18474"/>
                                        </p:tgtEl>
                                      </p:cBhvr>
                                    </p:animEffect>
                                    <p:set>
                                      <p:cBhvr>
                                        <p:cTn id="220" dur="1" fill="hold">
                                          <p:stCondLst>
                                            <p:cond delay="499"/>
                                          </p:stCondLst>
                                        </p:cTn>
                                        <p:tgtEl>
                                          <p:spTgt spid="18474"/>
                                        </p:tgtEl>
                                        <p:attrNameLst>
                                          <p:attrName>style.visibility</p:attrName>
                                        </p:attrNameLst>
                                      </p:cBhvr>
                                      <p:to>
                                        <p:strVal val="hidden"/>
                                      </p:to>
                                    </p:set>
                                  </p:childTnLst>
                                </p:cTn>
                              </p:par>
                              <p:par>
                                <p:cTn id="221" presetID="10" presetClass="exit" presetSubtype="0" fill="hold" nodeType="withEffect">
                                  <p:stCondLst>
                                    <p:cond delay="0"/>
                                  </p:stCondLst>
                                  <p:childTnLst>
                                    <p:animEffect transition="out" filter="fade">
                                      <p:cBhvr>
                                        <p:cTn id="222" dur="500"/>
                                        <p:tgtEl>
                                          <p:spTgt spid="18476"/>
                                        </p:tgtEl>
                                      </p:cBhvr>
                                    </p:animEffect>
                                    <p:set>
                                      <p:cBhvr>
                                        <p:cTn id="223" dur="1" fill="hold">
                                          <p:stCondLst>
                                            <p:cond delay="499"/>
                                          </p:stCondLst>
                                        </p:cTn>
                                        <p:tgtEl>
                                          <p:spTgt spid="18476"/>
                                        </p:tgtEl>
                                        <p:attrNameLst>
                                          <p:attrName>style.visibility</p:attrName>
                                        </p:attrNameLst>
                                      </p:cBhvr>
                                      <p:to>
                                        <p:strVal val="hidden"/>
                                      </p:to>
                                    </p:set>
                                  </p:childTnLst>
                                </p:cTn>
                              </p:par>
                              <p:par>
                                <p:cTn id="224" presetID="10" presetClass="exit" presetSubtype="0" fill="hold" nodeType="withEffect">
                                  <p:stCondLst>
                                    <p:cond delay="0"/>
                                  </p:stCondLst>
                                  <p:childTnLst>
                                    <p:animEffect transition="out" filter="fade">
                                      <p:cBhvr>
                                        <p:cTn id="225" dur="500"/>
                                        <p:tgtEl>
                                          <p:spTgt spid="18480"/>
                                        </p:tgtEl>
                                      </p:cBhvr>
                                    </p:animEffect>
                                    <p:set>
                                      <p:cBhvr>
                                        <p:cTn id="226" dur="1" fill="hold">
                                          <p:stCondLst>
                                            <p:cond delay="499"/>
                                          </p:stCondLst>
                                        </p:cTn>
                                        <p:tgtEl>
                                          <p:spTgt spid="18480"/>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500"/>
                                        <p:tgtEl>
                                          <p:spTgt spid="18475"/>
                                        </p:tgtEl>
                                      </p:cBhvr>
                                    </p:animEffect>
                                    <p:set>
                                      <p:cBhvr>
                                        <p:cTn id="229" dur="1" fill="hold">
                                          <p:stCondLst>
                                            <p:cond delay="499"/>
                                          </p:stCondLst>
                                        </p:cTn>
                                        <p:tgtEl>
                                          <p:spTgt spid="18475"/>
                                        </p:tgtEl>
                                        <p:attrNameLst>
                                          <p:attrName>style.visibility</p:attrName>
                                        </p:attrNameLst>
                                      </p:cBhvr>
                                      <p:to>
                                        <p:strVal val="hidden"/>
                                      </p:to>
                                    </p:set>
                                  </p:childTnLst>
                                </p:cTn>
                              </p:par>
                              <p:par>
                                <p:cTn id="230" presetID="10" presetClass="exit" presetSubtype="0" fill="hold" nodeType="withEffect">
                                  <p:stCondLst>
                                    <p:cond delay="0"/>
                                  </p:stCondLst>
                                  <p:childTnLst>
                                    <p:animEffect transition="out" filter="fade">
                                      <p:cBhvr>
                                        <p:cTn id="231" dur="500"/>
                                        <p:tgtEl>
                                          <p:spTgt spid="18477"/>
                                        </p:tgtEl>
                                      </p:cBhvr>
                                    </p:animEffect>
                                    <p:set>
                                      <p:cBhvr>
                                        <p:cTn id="232" dur="1" fill="hold">
                                          <p:stCondLst>
                                            <p:cond delay="499"/>
                                          </p:stCondLst>
                                        </p:cTn>
                                        <p:tgtEl>
                                          <p:spTgt spid="18477"/>
                                        </p:tgtEl>
                                        <p:attrNameLst>
                                          <p:attrName>style.visibility</p:attrName>
                                        </p:attrNameLst>
                                      </p:cBhvr>
                                      <p:to>
                                        <p:strVal val="hidden"/>
                                      </p:to>
                                    </p:set>
                                  </p:childTnLst>
                                </p:cTn>
                              </p:par>
                              <p:par>
                                <p:cTn id="233" presetID="10" presetClass="exit" presetSubtype="0" fill="hold" nodeType="withEffect">
                                  <p:stCondLst>
                                    <p:cond delay="0"/>
                                  </p:stCondLst>
                                  <p:childTnLst>
                                    <p:animEffect transition="out" filter="fade">
                                      <p:cBhvr>
                                        <p:cTn id="234" dur="500"/>
                                        <p:tgtEl>
                                          <p:spTgt spid="18479"/>
                                        </p:tgtEl>
                                      </p:cBhvr>
                                    </p:animEffect>
                                    <p:set>
                                      <p:cBhvr>
                                        <p:cTn id="235" dur="1" fill="hold">
                                          <p:stCondLst>
                                            <p:cond delay="499"/>
                                          </p:stCondLst>
                                        </p:cTn>
                                        <p:tgtEl>
                                          <p:spTgt spid="18479"/>
                                        </p:tgtEl>
                                        <p:attrNameLst>
                                          <p:attrName>style.visibility</p:attrName>
                                        </p:attrNameLst>
                                      </p:cBhvr>
                                      <p:to>
                                        <p:strVal val="hidden"/>
                                      </p:to>
                                    </p:set>
                                  </p:childTnLst>
                                </p:cTn>
                              </p:par>
                              <p:par>
                                <p:cTn id="236" presetID="10" presetClass="exit" presetSubtype="0" fill="hold" nodeType="withEffect">
                                  <p:stCondLst>
                                    <p:cond delay="0"/>
                                  </p:stCondLst>
                                  <p:childTnLst>
                                    <p:animEffect transition="out" filter="fade">
                                      <p:cBhvr>
                                        <p:cTn id="237" dur="500"/>
                                        <p:tgtEl>
                                          <p:spTgt spid="18481"/>
                                        </p:tgtEl>
                                      </p:cBhvr>
                                    </p:animEffect>
                                    <p:set>
                                      <p:cBhvr>
                                        <p:cTn id="238" dur="1" fill="hold">
                                          <p:stCondLst>
                                            <p:cond delay="499"/>
                                          </p:stCondLst>
                                        </p:cTn>
                                        <p:tgtEl>
                                          <p:spTgt spid="18481"/>
                                        </p:tgtEl>
                                        <p:attrNameLst>
                                          <p:attrName>style.visibility</p:attrName>
                                        </p:attrNameLst>
                                      </p:cBhvr>
                                      <p:to>
                                        <p:strVal val="hidden"/>
                                      </p:to>
                                    </p:set>
                                  </p:childTnLst>
                                </p:cTn>
                              </p:par>
                              <p:par>
                                <p:cTn id="239" presetID="10" presetClass="exit" presetSubtype="0" fill="hold" nodeType="withEffect">
                                  <p:stCondLst>
                                    <p:cond delay="0"/>
                                  </p:stCondLst>
                                  <p:childTnLst>
                                    <p:animEffect transition="out" filter="fade">
                                      <p:cBhvr>
                                        <p:cTn id="240" dur="500"/>
                                        <p:tgtEl>
                                          <p:spTgt spid="18478"/>
                                        </p:tgtEl>
                                      </p:cBhvr>
                                    </p:animEffect>
                                    <p:set>
                                      <p:cBhvr>
                                        <p:cTn id="241" dur="1" fill="hold">
                                          <p:stCondLst>
                                            <p:cond delay="499"/>
                                          </p:stCondLst>
                                        </p:cTn>
                                        <p:tgtEl>
                                          <p:spTgt spid="184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8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9457"/>
          <p:cNvSpPr/>
          <p:nvPr>
            <p:ph type="title"/>
          </p:nvPr>
        </p:nvSpPr>
        <p:spPr>
          <a:xfrm>
            <a:off x="186690" y="297815"/>
            <a:ext cx="8229600" cy="942975"/>
          </a:xfrm>
        </p:spPr>
        <p:txBody>
          <a:bodyPr anchor="ctr"/>
          <a:p>
            <a:r>
              <a:rPr lang="zh-CN" altLang="en-US" dirty="0">
                <a:latin typeface="DFKai-SB" pitchFamily="1" charset="-120"/>
              </a:rPr>
              <a:t>算法介绍</a:t>
            </a:r>
            <a:r>
              <a:rPr lang="en-US" altLang="x-none" dirty="0">
                <a:latin typeface="DFKai-SB" pitchFamily="1" charset="-120"/>
                <a:ea typeface="DFKai-SB" pitchFamily="1" charset="-120"/>
              </a:rPr>
              <a:t> </a:t>
            </a:r>
            <a:endParaRPr lang="en-US" altLang="x-none" dirty="0">
              <a:latin typeface="DFKai-SB" pitchFamily="1" charset="-120"/>
              <a:ea typeface="DFKai-SB" pitchFamily="1" charset="-120"/>
            </a:endParaRPr>
          </a:p>
        </p:txBody>
      </p:sp>
      <p:sp>
        <p:nvSpPr>
          <p:cNvPr id="19459" name="文本占位符 19458"/>
          <p:cNvSpPr/>
          <p:nvPr>
            <p:ph type="body" idx="1"/>
          </p:nvPr>
        </p:nvSpPr>
        <p:spPr>
          <a:xfrm>
            <a:off x="457200" y="2161540"/>
            <a:ext cx="8229600" cy="4678363"/>
          </a:xfrm>
        </p:spPr>
        <p:txBody>
          <a:bodyPr lIns="90170" tIns="46990" rIns="90170" bIns="46990"/>
          <a:p>
            <a:r>
              <a:rPr lang="zh-CN" altLang="en-US" dirty="0">
                <a:solidFill>
                  <a:schemeClr val="tx1"/>
                </a:solidFill>
                <a:latin typeface="宋体" panose="02010600030101010101" pitchFamily="2" charset="-122"/>
                <a:ea typeface="宋体" panose="02010600030101010101" pitchFamily="2" charset="-122"/>
              </a:rPr>
              <a:t>每个寻优的问题解都被想像成一只鸟，称为</a:t>
            </a:r>
            <a:r>
              <a:rPr lang="zh-TW" altLang="en-US"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粒子</a:t>
            </a:r>
            <a:r>
              <a:rPr lang="zh-TW" altLang="en-US"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。所有粒子都在一个D维空间进行搜索。</a:t>
            </a:r>
            <a:endParaRPr lang="zh-CN" altLang="en-US" dirty="0">
              <a:solidFill>
                <a:schemeClr val="tx1"/>
              </a:solidFill>
              <a:latin typeface="宋体" panose="02010600030101010101" pitchFamily="2" charset="-122"/>
              <a:ea typeface="宋体" panose="02010600030101010101" pitchFamily="2" charset="-122"/>
            </a:endParaRPr>
          </a:p>
          <a:p>
            <a:r>
              <a:rPr lang="zh-CN" altLang="en-US" dirty="0">
                <a:solidFill>
                  <a:schemeClr val="tx1"/>
                </a:solidFill>
                <a:latin typeface="宋体" panose="02010600030101010101" pitchFamily="2" charset="-122"/>
                <a:ea typeface="宋体" panose="02010600030101010101" pitchFamily="2" charset="-122"/>
              </a:rPr>
              <a:t>所有的粒子都由一个</a:t>
            </a:r>
            <a:r>
              <a:rPr lang="en-US" altLang="x-none" dirty="0">
                <a:solidFill>
                  <a:schemeClr val="tx1"/>
                </a:solidFill>
                <a:latin typeface="宋体" panose="02010600030101010101" pitchFamily="2" charset="-122"/>
                <a:ea typeface="宋体" panose="02010600030101010101" pitchFamily="2" charset="-122"/>
              </a:rPr>
              <a:t>fitness function </a:t>
            </a:r>
            <a:r>
              <a:rPr lang="zh-CN" altLang="en-US" dirty="0">
                <a:solidFill>
                  <a:schemeClr val="tx1"/>
                </a:solidFill>
                <a:latin typeface="宋体" panose="02010600030101010101" pitchFamily="2" charset="-122"/>
                <a:ea typeface="宋体" panose="02010600030101010101" pitchFamily="2" charset="-122"/>
              </a:rPr>
              <a:t>确定适应值以判断目前的位置好坏。</a:t>
            </a:r>
            <a:endParaRPr lang="zh-CN" altLang="en-US" dirty="0">
              <a:solidFill>
                <a:schemeClr val="tx1"/>
              </a:solidFill>
              <a:latin typeface="宋体" panose="02010600030101010101" pitchFamily="2" charset="-122"/>
              <a:ea typeface="宋体" panose="02010600030101010101" pitchFamily="2" charset="-122"/>
            </a:endParaRPr>
          </a:p>
          <a:p>
            <a:r>
              <a:rPr lang="zh-CN" altLang="en-US" dirty="0">
                <a:solidFill>
                  <a:schemeClr val="tx1"/>
                </a:solidFill>
                <a:latin typeface="宋体" panose="02010600030101010101" pitchFamily="2" charset="-122"/>
                <a:ea typeface="宋体" panose="02010600030101010101" pitchFamily="2" charset="-122"/>
              </a:rPr>
              <a:t>每一个粒子必须赋予记忆功能，能记住所搜寻到的最佳位置。</a:t>
            </a:r>
            <a:endParaRPr lang="zh-CN" altLang="en-US" dirty="0">
              <a:solidFill>
                <a:schemeClr val="tx1"/>
              </a:solidFill>
              <a:latin typeface="宋体" panose="02010600030101010101" pitchFamily="2" charset="-122"/>
              <a:ea typeface="宋体" panose="02010600030101010101" pitchFamily="2" charset="-122"/>
            </a:endParaRPr>
          </a:p>
          <a:p>
            <a:r>
              <a:rPr lang="zh-CN" altLang="en-US" dirty="0">
                <a:solidFill>
                  <a:schemeClr val="tx1"/>
                </a:solidFill>
                <a:latin typeface="宋体" panose="02010600030101010101" pitchFamily="2" charset="-122"/>
                <a:ea typeface="宋体" panose="02010600030101010101" pitchFamily="2" charset="-122"/>
              </a:rPr>
              <a:t>每一个粒子还有</a:t>
            </a:r>
            <a:r>
              <a:rPr lang="zh-TW" altLang="en-US" dirty="0">
                <a:solidFill>
                  <a:schemeClr val="tx1"/>
                </a:solidFill>
                <a:latin typeface="宋体" panose="02010600030101010101" pitchFamily="2" charset="-122"/>
                <a:ea typeface="宋体" panose="02010600030101010101" pitchFamily="2" charset="-122"/>
              </a:rPr>
              <a:t>一</a:t>
            </a:r>
            <a:r>
              <a:rPr lang="zh-CN" altLang="en-US" dirty="0">
                <a:solidFill>
                  <a:schemeClr val="tx1"/>
                </a:solidFill>
                <a:latin typeface="宋体" panose="02010600030101010101" pitchFamily="2" charset="-122"/>
                <a:ea typeface="宋体" panose="02010600030101010101" pitchFamily="2" charset="-122"/>
              </a:rPr>
              <a:t>个速度以决定飞行的距离和方向</a:t>
            </a:r>
            <a:r>
              <a:rPr lang="zh-TW" altLang="en-US" dirty="0">
                <a:solidFill>
                  <a:schemeClr val="tx1"/>
                </a:solidFill>
                <a:latin typeface="宋体" panose="02010600030101010101" pitchFamily="2" charset="-122"/>
                <a:ea typeface="宋体" panose="02010600030101010101" pitchFamily="2" charset="-122"/>
              </a:rPr>
              <a:t>。</a:t>
            </a:r>
            <a:r>
              <a:rPr lang="zh-CN" altLang="en-US" dirty="0">
                <a:solidFill>
                  <a:schemeClr val="tx1"/>
                </a:solidFill>
                <a:latin typeface="宋体" panose="02010600030101010101" pitchFamily="2" charset="-122"/>
                <a:ea typeface="宋体" panose="02010600030101010101" pitchFamily="2" charset="-122"/>
              </a:rPr>
              <a:t>这个速度根据它本身的飞行经验以及同伴的飞行经验进行动态调整。 </a:t>
            </a:r>
            <a:endParaRPr lang="zh-TW" altLang="en-US" dirty="0">
              <a:solidFill>
                <a:schemeClr val="tx1"/>
              </a:solidFill>
              <a:latin typeface="宋体" panose="02010600030101010101" pitchFamily="2" charset="-122"/>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20481"/>
          <p:cNvSpPr/>
          <p:nvPr>
            <p:ph type="title"/>
          </p:nvPr>
        </p:nvSpPr>
        <p:spPr/>
        <p:txBody>
          <a:bodyPr anchor="ctr"/>
          <a:p>
            <a:r>
              <a:rPr lang="zh-CN" altLang="en-US" sz="4000" b="1">
                <a:solidFill>
                  <a:schemeClr val="tx1"/>
                </a:solidFill>
                <a:ea typeface="楷体_GB2312" pitchFamily="1" charset="-122"/>
              </a:rPr>
              <a:t>粒子群优化算法求最优解 </a:t>
            </a:r>
            <a:endParaRPr lang="zh-CN" altLang="en-US" sz="4000" b="1">
              <a:solidFill>
                <a:schemeClr val="tx1"/>
              </a:solidFill>
              <a:ea typeface="楷体_GB2312" pitchFamily="1" charset="-122"/>
            </a:endParaRPr>
          </a:p>
        </p:txBody>
      </p:sp>
      <p:sp>
        <p:nvSpPr>
          <p:cNvPr id="20483" name="文本占位符 20482"/>
          <p:cNvSpPr/>
          <p:nvPr>
            <p:ph type="body" sz="half" idx="1"/>
          </p:nvPr>
        </p:nvSpPr>
        <p:spPr>
          <a:xfrm>
            <a:off x="457200" y="1447800"/>
            <a:ext cx="4038600" cy="4678363"/>
          </a:xfrm>
        </p:spPr>
        <p:txBody>
          <a:bodyPr lIns="90170" tIns="46990" rIns="90170" bIns="46990"/>
          <a:p>
            <a:endParaRPr lang="en-US" altLang="zh-CN" sz="1800"/>
          </a:p>
          <a:p>
            <a:endParaRPr lang="en-US" altLang="zh-CN" sz="1800"/>
          </a:p>
        </p:txBody>
      </p:sp>
      <p:sp>
        <p:nvSpPr>
          <p:cNvPr id="20484" name="文本框 20483"/>
          <p:cNvSpPr txBox="1"/>
          <p:nvPr/>
        </p:nvSpPr>
        <p:spPr>
          <a:xfrm>
            <a:off x="762000" y="2362200"/>
            <a:ext cx="7086600" cy="366713"/>
          </a:xfrm>
          <a:prstGeom prst="rect">
            <a:avLst/>
          </a:prstGeom>
          <a:noFill/>
          <a:ln w="9525">
            <a:noFill/>
          </a:ln>
        </p:spPr>
        <p:txBody>
          <a:bodyPr>
            <a:spAutoFit/>
          </a:bodyPr>
          <a:p>
            <a:pPr eaLnBrk="0" hangingPunct="0">
              <a:lnSpc>
                <a:spcPct val="90000"/>
              </a:lnSpc>
              <a:spcBef>
                <a:spcPct val="20000"/>
              </a:spcBef>
              <a:buClr>
                <a:schemeClr val="folHlink"/>
              </a:buClr>
              <a:buSzPct val="60000"/>
              <a:buFont typeface="Wingdings" panose="05000000000000000000" pitchFamily="2" charset="2"/>
              <a:buNone/>
            </a:pPr>
            <a:r>
              <a:rPr lang="en-US" altLang="zh-CN" sz="2000">
                <a:solidFill>
                  <a:srgbClr val="000000"/>
                </a:solidFill>
                <a:latin typeface="Times New Roman" panose="02020603050405020304" pitchFamily="2" charset="0"/>
              </a:rPr>
              <a:t>         </a:t>
            </a:r>
            <a:endParaRPr lang="en-US" altLang="zh-CN" sz="2000">
              <a:latin typeface="Times New Roman" panose="02020603050405020304" pitchFamily="2" charset="0"/>
            </a:endParaRPr>
          </a:p>
        </p:txBody>
      </p:sp>
      <p:sp>
        <p:nvSpPr>
          <p:cNvPr id="20485" name="矩形 20484"/>
          <p:cNvSpPr/>
          <p:nvPr/>
        </p:nvSpPr>
        <p:spPr>
          <a:xfrm>
            <a:off x="609600" y="1905000"/>
            <a:ext cx="8001000" cy="1747838"/>
          </a:xfrm>
          <a:prstGeom prst="rect">
            <a:avLst/>
          </a:prstGeom>
          <a:noFill/>
          <a:ln w="9525">
            <a:noFill/>
          </a:ln>
        </p:spPr>
        <p:txBody>
          <a:bodyPr>
            <a:spAutoFit/>
          </a:bodyPr>
          <a:p>
            <a:pPr eaLnBrk="0" hangingPunct="0">
              <a:spcBef>
                <a:spcPct val="20000"/>
              </a:spcBef>
              <a:buClr>
                <a:schemeClr val="folHlink"/>
              </a:buClr>
              <a:buSzPct val="60000"/>
              <a:buFont typeface="Wingdings" panose="05000000000000000000" pitchFamily="2" charset="2"/>
              <a:buNone/>
            </a:pPr>
            <a:endParaRPr lang="en-US" altLang="zh-CN" sz="3200" b="1">
              <a:latin typeface="Tahoma" panose="020B0604030504040204" pitchFamily="2" charset="0"/>
              <a:ea typeface="楷体_GB2312" pitchFamily="1" charset="-122"/>
            </a:endParaRPr>
          </a:p>
          <a:p>
            <a:pPr eaLnBrk="0" hangingPunct="0">
              <a:spcBef>
                <a:spcPct val="20000"/>
              </a:spcBef>
              <a:buClr>
                <a:schemeClr val="folHlink"/>
              </a:buClr>
              <a:buSzPct val="60000"/>
              <a:buFont typeface="Wingdings" panose="05000000000000000000" pitchFamily="2" charset="2"/>
              <a:buChar char="n"/>
            </a:pPr>
            <a:endParaRPr lang="en-US" altLang="zh-CN" sz="3200">
              <a:latin typeface="Tahoma" panose="020B0604030504040204" pitchFamily="2" charset="0"/>
              <a:ea typeface="楷体_GB2312" pitchFamily="1" charset="-122"/>
            </a:endParaRPr>
          </a:p>
          <a:p>
            <a:pPr eaLnBrk="0" hangingPunct="0">
              <a:spcBef>
                <a:spcPct val="20000"/>
              </a:spcBef>
              <a:buClr>
                <a:schemeClr val="folHlink"/>
              </a:buClr>
              <a:buSzPct val="60000"/>
              <a:buFont typeface="Wingdings" panose="05000000000000000000" pitchFamily="2" charset="2"/>
              <a:buNone/>
            </a:pPr>
            <a:r>
              <a:rPr lang="en-US" altLang="zh-CN" sz="3200">
                <a:latin typeface="Tahoma" panose="020B0604030504040204" pitchFamily="2" charset="0"/>
                <a:ea typeface="楷体_GB2312" pitchFamily="1" charset="-122"/>
              </a:rPr>
              <a:t>                   </a:t>
            </a:r>
            <a:endParaRPr lang="en-US" altLang="zh-CN" sz="3200">
              <a:latin typeface="Tahoma" panose="020B0604030504040204" pitchFamily="2" charset="0"/>
              <a:ea typeface="楷体_GB2312" pitchFamily="1" charset="-122"/>
            </a:endParaRPr>
          </a:p>
        </p:txBody>
      </p:sp>
      <p:sp>
        <p:nvSpPr>
          <p:cNvPr id="20486" name="矩形 20485"/>
          <p:cNvSpPr/>
          <p:nvPr/>
        </p:nvSpPr>
        <p:spPr>
          <a:xfrm>
            <a:off x="609600" y="1706880"/>
            <a:ext cx="8153400" cy="4554220"/>
          </a:xfrm>
          <a:prstGeom prst="rect">
            <a:avLst/>
          </a:prstGeom>
          <a:noFill/>
          <a:ln w="9525">
            <a:noFill/>
          </a:ln>
        </p:spPr>
        <p:txBody>
          <a:bodyPr>
            <a:spAutoFit/>
          </a:bodyPr>
          <a:p>
            <a:pPr eaLnBrk="0" hangingPunct="0">
              <a:spcBef>
                <a:spcPct val="50000"/>
              </a:spcBef>
              <a:buClr>
                <a:schemeClr val="folHlink"/>
              </a:buClr>
              <a:buSzPct val="60000"/>
              <a:buFont typeface="Wingdings" panose="05000000000000000000" pitchFamily="2" charset="2"/>
              <a:buNone/>
            </a:pPr>
            <a:r>
              <a:rPr lang="en-US" altLang="zh-CN" sz="2000">
                <a:latin typeface="楷体_GB2312" pitchFamily="1" charset="-122"/>
                <a:ea typeface="楷体_GB2312" pitchFamily="1" charset="-122"/>
              </a:rPr>
              <a:t>D</a:t>
            </a:r>
            <a:r>
              <a:rPr lang="zh-CN" altLang="en-US" sz="2000">
                <a:latin typeface="楷体_GB2312" pitchFamily="1" charset="-122"/>
                <a:ea typeface="楷体_GB2312" pitchFamily="1" charset="-122"/>
              </a:rPr>
              <a:t>维空间中，有</a:t>
            </a:r>
            <a:r>
              <a:rPr lang="en-US" altLang="zh-CN" sz="2000">
                <a:latin typeface="楷体_GB2312" pitchFamily="1" charset="-122"/>
                <a:ea typeface="楷体_GB2312" pitchFamily="1" charset="-122"/>
              </a:rPr>
              <a:t>N</a:t>
            </a:r>
            <a:r>
              <a:rPr lang="zh-CN" altLang="en-US" sz="2000">
                <a:latin typeface="楷体_GB2312" pitchFamily="1" charset="-122"/>
                <a:ea typeface="楷体_GB2312" pitchFamily="1" charset="-122"/>
              </a:rPr>
              <a:t>个粒子；</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粒子</a:t>
            </a:r>
            <a:r>
              <a:rPr lang="en-US" altLang="zh-CN" sz="2000">
                <a:latin typeface="楷体_GB2312" pitchFamily="1" charset="-122"/>
                <a:ea typeface="楷体_GB2312" pitchFamily="1" charset="-122"/>
              </a:rPr>
              <a:t>i</a:t>
            </a:r>
            <a:r>
              <a:rPr lang="zh-CN" altLang="en-US" sz="2000">
                <a:latin typeface="楷体_GB2312" pitchFamily="1" charset="-122"/>
                <a:ea typeface="楷体_GB2312" pitchFamily="1" charset="-122"/>
              </a:rPr>
              <a:t>位置：</a:t>
            </a:r>
            <a:r>
              <a:rPr lang="en-US" altLang="zh-CN" sz="2000" b="1">
                <a:latin typeface="楷体_GB2312" pitchFamily="1" charset="-122"/>
                <a:ea typeface="楷体_GB2312" pitchFamily="1" charset="-122"/>
              </a:rPr>
              <a:t>x</a:t>
            </a:r>
            <a:r>
              <a:rPr lang="en-US" altLang="zh-CN" sz="2000" b="1" baseline="-25000">
                <a:latin typeface="楷体_GB2312" pitchFamily="1" charset="-122"/>
                <a:ea typeface="楷体_GB2312" pitchFamily="1" charset="-122"/>
              </a:rPr>
              <a:t>i</a:t>
            </a:r>
            <a:r>
              <a:rPr lang="en-US" altLang="zh-CN" sz="2000">
                <a:latin typeface="楷体_GB2312" pitchFamily="1" charset="-122"/>
                <a:ea typeface="楷体_GB2312" pitchFamily="1" charset="-122"/>
              </a:rPr>
              <a:t>=(x</a:t>
            </a:r>
            <a:r>
              <a:rPr lang="en-US" altLang="zh-CN" sz="2000" baseline="-25000">
                <a:latin typeface="楷体_GB2312" pitchFamily="1" charset="-122"/>
                <a:ea typeface="楷体_GB2312" pitchFamily="1" charset="-122"/>
              </a:rPr>
              <a:t>i1</a:t>
            </a:r>
            <a:r>
              <a:rPr lang="en-US" altLang="zh-CN" sz="2000">
                <a:latin typeface="楷体_GB2312" pitchFamily="1" charset="-122"/>
                <a:ea typeface="楷体_GB2312" pitchFamily="1" charset="-122"/>
              </a:rPr>
              <a:t>,x</a:t>
            </a:r>
            <a:r>
              <a:rPr lang="en-US" altLang="zh-CN" sz="2000" baseline="-25000">
                <a:latin typeface="楷体_GB2312" pitchFamily="1" charset="-122"/>
                <a:ea typeface="楷体_GB2312" pitchFamily="1" charset="-122"/>
              </a:rPr>
              <a:t>i2</a:t>
            </a:r>
            <a:r>
              <a:rPr lang="en-US" altLang="zh-CN" sz="2000">
                <a:latin typeface="楷体_GB2312" pitchFamily="1" charset="-122"/>
                <a:ea typeface="楷体_GB2312" pitchFamily="1" charset="-122"/>
              </a:rPr>
              <a:t>,</a:t>
            </a:r>
            <a:r>
              <a:rPr lang="en-US" altLang="zh-CN" sz="2000">
                <a:latin typeface="Tahoma" panose="020B0604030504040204" pitchFamily="2" charset="0"/>
                <a:ea typeface="楷体_GB2312" pitchFamily="1" charset="-122"/>
              </a:rPr>
              <a:t>…</a:t>
            </a:r>
            <a:r>
              <a:rPr lang="en-US" altLang="zh-CN" sz="2000">
                <a:latin typeface="楷体_GB2312" pitchFamily="1" charset="-122"/>
                <a:ea typeface="楷体_GB2312" pitchFamily="1" charset="-122"/>
              </a:rPr>
              <a:t>x</a:t>
            </a:r>
            <a:r>
              <a:rPr lang="en-US" altLang="zh-CN" sz="2000" baseline="-25000">
                <a:latin typeface="楷体_GB2312" pitchFamily="1" charset="-122"/>
                <a:ea typeface="楷体_GB2312" pitchFamily="1" charset="-122"/>
              </a:rPr>
              <a:t>iD</a:t>
            </a:r>
            <a:r>
              <a:rPr lang="en-US" altLang="zh-CN" sz="2000">
                <a:latin typeface="楷体_GB2312" pitchFamily="1" charset="-122"/>
                <a:ea typeface="楷体_GB2312" pitchFamily="1" charset="-122"/>
              </a:rPr>
              <a:t>)</a:t>
            </a:r>
            <a:r>
              <a:rPr lang="zh-CN" altLang="en-US" sz="2000">
                <a:latin typeface="楷体_GB2312" pitchFamily="1" charset="-122"/>
                <a:ea typeface="楷体_GB2312" pitchFamily="1" charset="-122"/>
              </a:rPr>
              <a:t>，将</a:t>
            </a:r>
            <a:r>
              <a:rPr lang="en-US" altLang="zh-CN" sz="2000">
                <a:latin typeface="楷体_GB2312" pitchFamily="1" charset="-122"/>
                <a:ea typeface="楷体_GB2312" pitchFamily="1" charset="-122"/>
              </a:rPr>
              <a:t>x</a:t>
            </a:r>
            <a:r>
              <a:rPr lang="en-US" altLang="zh-CN" sz="2000" baseline="-25000">
                <a:latin typeface="楷体_GB2312" pitchFamily="1" charset="-122"/>
                <a:ea typeface="楷体_GB2312" pitchFamily="1" charset="-122"/>
              </a:rPr>
              <a:t>i</a:t>
            </a:r>
            <a:r>
              <a:rPr lang="zh-CN" altLang="en-US" sz="2000">
                <a:latin typeface="楷体_GB2312" pitchFamily="1" charset="-122"/>
                <a:ea typeface="楷体_GB2312" pitchFamily="1" charset="-122"/>
              </a:rPr>
              <a:t>代入适应函数</a:t>
            </a:r>
            <a:r>
              <a:rPr lang="en-US" altLang="zh-CN" sz="2000">
                <a:latin typeface="楷体_GB2312" pitchFamily="1" charset="-122"/>
                <a:ea typeface="楷体_GB2312" pitchFamily="1" charset="-122"/>
              </a:rPr>
              <a:t>f(x</a:t>
            </a:r>
            <a:r>
              <a:rPr lang="en-US" altLang="zh-CN" sz="2000" baseline="-25000">
                <a:latin typeface="楷体_GB2312" pitchFamily="1" charset="-122"/>
                <a:ea typeface="楷体_GB2312" pitchFamily="1" charset="-122"/>
              </a:rPr>
              <a:t>i</a:t>
            </a:r>
            <a:r>
              <a:rPr lang="en-US" altLang="zh-CN" sz="2000">
                <a:latin typeface="楷体_GB2312" pitchFamily="1" charset="-122"/>
                <a:ea typeface="楷体_GB2312" pitchFamily="1" charset="-122"/>
              </a:rPr>
              <a:t>)</a:t>
            </a:r>
            <a:r>
              <a:rPr lang="zh-CN" altLang="en-US" sz="2000">
                <a:latin typeface="楷体_GB2312" pitchFamily="1" charset="-122"/>
                <a:ea typeface="楷体_GB2312" pitchFamily="1" charset="-122"/>
              </a:rPr>
              <a:t>求适应值；</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粒子</a:t>
            </a:r>
            <a:r>
              <a:rPr lang="en-US" altLang="zh-CN" sz="2000">
                <a:latin typeface="楷体_GB2312" pitchFamily="1" charset="-122"/>
                <a:ea typeface="楷体_GB2312" pitchFamily="1" charset="-122"/>
              </a:rPr>
              <a:t>i</a:t>
            </a:r>
            <a:r>
              <a:rPr lang="zh-CN" altLang="en-US" sz="2000">
                <a:latin typeface="楷体_GB2312" pitchFamily="1" charset="-122"/>
                <a:ea typeface="楷体_GB2312" pitchFamily="1" charset="-122"/>
              </a:rPr>
              <a:t>速度：</a:t>
            </a:r>
            <a:r>
              <a:rPr lang="en-US" altLang="zh-CN" sz="2000" b="1">
                <a:latin typeface="楷体_GB2312" pitchFamily="1" charset="-122"/>
                <a:ea typeface="楷体_GB2312" pitchFamily="1" charset="-122"/>
              </a:rPr>
              <a:t>v</a:t>
            </a:r>
            <a:r>
              <a:rPr lang="en-US" altLang="zh-CN" sz="2000" b="1" baseline="-25000">
                <a:latin typeface="楷体_GB2312" pitchFamily="1" charset="-122"/>
                <a:ea typeface="楷体_GB2312" pitchFamily="1" charset="-122"/>
              </a:rPr>
              <a:t>i</a:t>
            </a:r>
            <a:r>
              <a:rPr lang="en-US" altLang="zh-CN" sz="2000">
                <a:latin typeface="楷体_GB2312" pitchFamily="1" charset="-122"/>
                <a:ea typeface="楷体_GB2312" pitchFamily="1" charset="-122"/>
              </a:rPr>
              <a:t>=(v</a:t>
            </a:r>
            <a:r>
              <a:rPr lang="en-US" altLang="zh-CN" sz="2000" baseline="-25000">
                <a:latin typeface="楷体_GB2312" pitchFamily="1" charset="-122"/>
                <a:ea typeface="楷体_GB2312" pitchFamily="1" charset="-122"/>
              </a:rPr>
              <a:t>i1</a:t>
            </a:r>
            <a:r>
              <a:rPr lang="en-US" altLang="zh-CN" sz="2000">
                <a:latin typeface="楷体_GB2312" pitchFamily="1" charset="-122"/>
                <a:ea typeface="楷体_GB2312" pitchFamily="1" charset="-122"/>
              </a:rPr>
              <a:t>,v</a:t>
            </a:r>
            <a:r>
              <a:rPr lang="en-US" altLang="zh-CN" sz="2000" baseline="-25000">
                <a:latin typeface="楷体_GB2312" pitchFamily="1" charset="-122"/>
                <a:ea typeface="楷体_GB2312" pitchFamily="1" charset="-122"/>
              </a:rPr>
              <a:t>i2</a:t>
            </a:r>
            <a:r>
              <a:rPr lang="en-US" altLang="zh-CN" sz="2000">
                <a:latin typeface="楷体_GB2312" pitchFamily="1" charset="-122"/>
                <a:ea typeface="楷体_GB2312" pitchFamily="1" charset="-122"/>
              </a:rPr>
              <a:t>,</a:t>
            </a:r>
            <a:r>
              <a:rPr lang="en-US" altLang="zh-CN" sz="2000">
                <a:latin typeface="Tahoma" panose="020B0604030504040204" pitchFamily="2" charset="0"/>
                <a:ea typeface="楷体_GB2312" pitchFamily="1" charset="-122"/>
              </a:rPr>
              <a:t>…</a:t>
            </a:r>
            <a:r>
              <a:rPr lang="en-US" altLang="zh-CN" sz="2000">
                <a:latin typeface="楷体_GB2312" pitchFamily="1" charset="-122"/>
                <a:ea typeface="楷体_GB2312" pitchFamily="1" charset="-122"/>
              </a:rPr>
              <a:t>v</a:t>
            </a:r>
            <a:r>
              <a:rPr lang="en-US" altLang="zh-CN" sz="2000" baseline="-25000">
                <a:latin typeface="楷体_GB2312" pitchFamily="1" charset="-122"/>
                <a:ea typeface="楷体_GB2312" pitchFamily="1" charset="-122"/>
              </a:rPr>
              <a:t>iD</a:t>
            </a:r>
            <a:r>
              <a:rPr lang="en-US" altLang="zh-CN" sz="2000">
                <a:latin typeface="楷体_GB2312" pitchFamily="1" charset="-122"/>
                <a:ea typeface="楷体_GB2312" pitchFamily="1" charset="-122"/>
              </a:rPr>
              <a:t>)</a:t>
            </a:r>
            <a:endParaRPr lang="en-US" altLang="zh-CN"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en-US" altLang="zh-CN" sz="2000">
                <a:latin typeface="楷体_GB2312" pitchFamily="1" charset="-122"/>
                <a:ea typeface="楷体_GB2312" pitchFamily="1" charset="-122"/>
              </a:rPr>
              <a:t>    </a:t>
            </a:r>
            <a:r>
              <a:rPr lang="zh-CN" altLang="en-US" sz="2000">
                <a:latin typeface="楷体_GB2312" pitchFamily="1" charset="-122"/>
                <a:ea typeface="楷体_GB2312" pitchFamily="1" charset="-122"/>
              </a:rPr>
              <a:t>粒子</a:t>
            </a:r>
            <a:r>
              <a:rPr lang="en-US" altLang="zh-CN" sz="2000">
                <a:latin typeface="楷体_GB2312" pitchFamily="1" charset="-122"/>
                <a:ea typeface="楷体_GB2312" pitchFamily="1" charset="-122"/>
              </a:rPr>
              <a:t>i</a:t>
            </a:r>
            <a:r>
              <a:rPr lang="zh-CN" altLang="en-US" sz="2000">
                <a:latin typeface="楷体_GB2312" pitchFamily="1" charset="-122"/>
                <a:ea typeface="楷体_GB2312" pitchFamily="1" charset="-122"/>
              </a:rPr>
              <a:t>个体经历过的最好位置：</a:t>
            </a:r>
            <a:r>
              <a:rPr lang="en-US" altLang="zh-CN" sz="2000" b="1">
                <a:latin typeface="楷体_GB2312" pitchFamily="1" charset="-122"/>
                <a:ea typeface="楷体_GB2312" pitchFamily="1" charset="-122"/>
              </a:rPr>
              <a:t>pbest</a:t>
            </a:r>
            <a:r>
              <a:rPr lang="en-US" altLang="zh-CN" sz="2000" b="1" baseline="-25000">
                <a:latin typeface="楷体_GB2312" pitchFamily="1" charset="-122"/>
                <a:ea typeface="楷体_GB2312" pitchFamily="1" charset="-122"/>
              </a:rPr>
              <a:t>i</a:t>
            </a:r>
            <a:r>
              <a:rPr lang="en-US" altLang="zh-CN" sz="2000">
                <a:latin typeface="楷体_GB2312" pitchFamily="1" charset="-122"/>
                <a:ea typeface="楷体_GB2312" pitchFamily="1" charset="-122"/>
              </a:rPr>
              <a:t>=(p</a:t>
            </a:r>
            <a:r>
              <a:rPr lang="en-US" altLang="zh-CN" sz="2000" baseline="-25000">
                <a:latin typeface="楷体_GB2312" pitchFamily="1" charset="-122"/>
                <a:ea typeface="楷体_GB2312" pitchFamily="1" charset="-122"/>
              </a:rPr>
              <a:t>i1</a:t>
            </a:r>
            <a:r>
              <a:rPr lang="en-US" altLang="zh-CN" sz="2000">
                <a:latin typeface="楷体_GB2312" pitchFamily="1" charset="-122"/>
                <a:ea typeface="楷体_GB2312" pitchFamily="1" charset="-122"/>
              </a:rPr>
              <a:t>,p</a:t>
            </a:r>
            <a:r>
              <a:rPr lang="en-US" altLang="zh-CN" sz="2000" baseline="-25000">
                <a:latin typeface="楷体_GB2312" pitchFamily="1" charset="-122"/>
                <a:ea typeface="楷体_GB2312" pitchFamily="1" charset="-122"/>
              </a:rPr>
              <a:t>i2</a:t>
            </a:r>
            <a:r>
              <a:rPr lang="en-US" altLang="zh-CN" sz="2000">
                <a:latin typeface="楷体_GB2312" pitchFamily="1" charset="-122"/>
                <a:ea typeface="楷体_GB2312" pitchFamily="1" charset="-122"/>
              </a:rPr>
              <a:t>,</a:t>
            </a:r>
            <a:r>
              <a:rPr lang="en-US" altLang="zh-CN" sz="2000">
                <a:latin typeface="Tahoma" panose="020B0604030504040204" pitchFamily="2" charset="0"/>
                <a:ea typeface="楷体_GB2312" pitchFamily="1" charset="-122"/>
              </a:rPr>
              <a:t>…</a:t>
            </a:r>
            <a:r>
              <a:rPr lang="en-US" altLang="zh-CN" sz="2000">
                <a:latin typeface="楷体_GB2312" pitchFamily="1" charset="-122"/>
                <a:ea typeface="楷体_GB2312" pitchFamily="1" charset="-122"/>
              </a:rPr>
              <a:t>p</a:t>
            </a:r>
            <a:r>
              <a:rPr lang="en-US" altLang="zh-CN" sz="2000" baseline="-25000">
                <a:latin typeface="楷体_GB2312" pitchFamily="1" charset="-122"/>
                <a:ea typeface="楷体_GB2312" pitchFamily="1" charset="-122"/>
              </a:rPr>
              <a:t>iD</a:t>
            </a:r>
            <a:r>
              <a:rPr lang="en-US" altLang="zh-CN" sz="2000">
                <a:latin typeface="楷体_GB2312" pitchFamily="1" charset="-122"/>
                <a:ea typeface="楷体_GB2312" pitchFamily="1" charset="-122"/>
              </a:rPr>
              <a:t>) </a:t>
            </a:r>
            <a:endParaRPr lang="en-US" altLang="zh-CN"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en-US" altLang="zh-CN" sz="2000">
                <a:latin typeface="楷体_GB2312" pitchFamily="1" charset="-122"/>
                <a:ea typeface="楷体_GB2312" pitchFamily="1" charset="-122"/>
              </a:rPr>
              <a:t>    </a:t>
            </a:r>
            <a:r>
              <a:rPr lang="zh-CN" altLang="en-US" sz="2000">
                <a:latin typeface="楷体_GB2312" pitchFamily="1" charset="-122"/>
                <a:ea typeface="楷体_GB2312" pitchFamily="1" charset="-122"/>
              </a:rPr>
              <a:t>种群所经历过的最好位置：</a:t>
            </a:r>
            <a:r>
              <a:rPr lang="en-US" altLang="zh-CN" sz="2000" b="1">
                <a:latin typeface="楷体_GB2312" pitchFamily="1" charset="-122"/>
                <a:ea typeface="楷体_GB2312" pitchFamily="1" charset="-122"/>
              </a:rPr>
              <a:t>gbest</a:t>
            </a:r>
            <a:r>
              <a:rPr lang="en-US" altLang="zh-CN" sz="2000">
                <a:latin typeface="楷体_GB2312" pitchFamily="1" charset="-122"/>
                <a:ea typeface="楷体_GB2312" pitchFamily="1" charset="-122"/>
              </a:rPr>
              <a:t>=(g</a:t>
            </a:r>
            <a:r>
              <a:rPr lang="en-US" altLang="zh-CN" sz="2000" baseline="-25000">
                <a:latin typeface="楷体_GB2312" pitchFamily="1" charset="-122"/>
                <a:ea typeface="楷体_GB2312" pitchFamily="1" charset="-122"/>
              </a:rPr>
              <a:t>1</a:t>
            </a:r>
            <a:r>
              <a:rPr lang="en-US" altLang="zh-CN" sz="2000">
                <a:latin typeface="楷体_GB2312" pitchFamily="1" charset="-122"/>
                <a:ea typeface="楷体_GB2312" pitchFamily="1" charset="-122"/>
              </a:rPr>
              <a:t>,g</a:t>
            </a:r>
            <a:r>
              <a:rPr lang="en-US" altLang="zh-CN" sz="2000" baseline="-25000">
                <a:latin typeface="楷体_GB2312" pitchFamily="1" charset="-122"/>
                <a:ea typeface="楷体_GB2312" pitchFamily="1" charset="-122"/>
              </a:rPr>
              <a:t>2</a:t>
            </a:r>
            <a:r>
              <a:rPr lang="en-US" altLang="zh-CN" sz="2000">
                <a:latin typeface="楷体_GB2312" pitchFamily="1" charset="-122"/>
                <a:ea typeface="楷体_GB2312" pitchFamily="1" charset="-122"/>
              </a:rPr>
              <a:t>,</a:t>
            </a:r>
            <a:r>
              <a:rPr lang="en-US" altLang="zh-CN" sz="2000">
                <a:latin typeface="Tahoma" panose="020B0604030504040204" pitchFamily="2" charset="0"/>
                <a:ea typeface="楷体_GB2312" pitchFamily="1" charset="-122"/>
              </a:rPr>
              <a:t>…</a:t>
            </a:r>
            <a:r>
              <a:rPr lang="en-US" altLang="zh-CN" sz="2000">
                <a:latin typeface="楷体_GB2312" pitchFamily="1" charset="-122"/>
                <a:ea typeface="楷体_GB2312" pitchFamily="1" charset="-122"/>
              </a:rPr>
              <a:t>g</a:t>
            </a:r>
            <a:r>
              <a:rPr lang="en-US" altLang="zh-CN" sz="2000" baseline="-25000">
                <a:latin typeface="楷体_GB2312" pitchFamily="1" charset="-122"/>
                <a:ea typeface="楷体_GB2312" pitchFamily="1" charset="-122"/>
              </a:rPr>
              <a:t>D</a:t>
            </a:r>
            <a:r>
              <a:rPr lang="en-US" altLang="zh-CN" sz="2000">
                <a:latin typeface="楷体_GB2312" pitchFamily="1" charset="-122"/>
                <a:ea typeface="楷体_GB2312" pitchFamily="1" charset="-122"/>
              </a:rPr>
              <a:t>)</a:t>
            </a:r>
            <a:endParaRPr lang="en-US" altLang="zh-CN"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通常，在第</a:t>
            </a:r>
            <a:r>
              <a:rPr lang="en-US" altLang="zh-CN" sz="2000">
                <a:latin typeface="楷体_GB2312" pitchFamily="1" charset="-122"/>
                <a:ea typeface="楷体_GB2312" pitchFamily="1" charset="-122"/>
              </a:rPr>
              <a:t>d</a:t>
            </a:r>
            <a:r>
              <a:rPr lang="zh-CN" altLang="en-US" sz="2000">
                <a:latin typeface="楷体_GB2312" pitchFamily="1" charset="-122"/>
                <a:ea typeface="楷体_GB2312" pitchFamily="1" charset="-122"/>
              </a:rPr>
              <a:t>（</a:t>
            </a:r>
            <a:r>
              <a:rPr lang="en-US" altLang="zh-CN" sz="2000">
                <a:latin typeface="楷体_GB2312" pitchFamily="1" charset="-122"/>
                <a:ea typeface="楷体_GB2312" pitchFamily="1" charset="-122"/>
              </a:rPr>
              <a:t>1</a:t>
            </a:r>
            <a:r>
              <a:rPr lang="en-US" altLang="zh-CN">
                <a:latin typeface="Arial" panose="020B0604020202020204" pitchFamily="34" charset="0"/>
              </a:rPr>
              <a:t>≤d≤D</a:t>
            </a:r>
            <a:r>
              <a:rPr lang="zh-CN" altLang="en-US" sz="2000">
                <a:latin typeface="楷体_GB2312" pitchFamily="1" charset="-122"/>
                <a:ea typeface="楷体_GB2312" pitchFamily="1" charset="-122"/>
              </a:rPr>
              <a:t>）维的位置变化范围限定在              内，     </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速度变化范围限定在              内（即在迭代中若                  </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超出了边界值，则该维的速度或位置被限制为该维最大速度或边界  </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位置）</a:t>
            </a:r>
            <a:endParaRPr lang="zh-CN" altLang="en-US" sz="2000">
              <a:latin typeface="楷体_GB2312" pitchFamily="1" charset="-122"/>
              <a:ea typeface="楷体_GB2312" pitchFamily="1" charset="-122"/>
            </a:endParaRPr>
          </a:p>
          <a:p>
            <a:pPr eaLnBrk="0" hangingPunct="0">
              <a:spcBef>
                <a:spcPct val="50000"/>
              </a:spcBef>
              <a:buClr>
                <a:schemeClr val="folHlink"/>
              </a:buClr>
              <a:buSzPct val="60000"/>
              <a:buFont typeface="Wingdings" panose="05000000000000000000" pitchFamily="2" charset="2"/>
              <a:buNone/>
            </a:pPr>
            <a:r>
              <a:rPr lang="zh-CN" altLang="en-US" sz="2000">
                <a:latin typeface="楷体_GB2312" pitchFamily="1" charset="-122"/>
                <a:ea typeface="楷体_GB2312" pitchFamily="1" charset="-122"/>
              </a:rPr>
              <a:t>    </a:t>
            </a:r>
            <a:endParaRPr lang="zh-CN" altLang="en-US" sz="2000">
              <a:latin typeface="楷体_GB2312" pitchFamily="1" charset="-122"/>
              <a:ea typeface="楷体_GB2312" pitchFamily="1" charset="-122"/>
            </a:endParaRPr>
          </a:p>
        </p:txBody>
      </p:sp>
      <p:graphicFrame>
        <p:nvGraphicFramePr>
          <p:cNvPr id="20487" name="对象 20486"/>
          <p:cNvGraphicFramePr>
            <a:graphicFrameLocks noChangeAspect="1"/>
          </p:cNvGraphicFramePr>
          <p:nvPr/>
        </p:nvGraphicFramePr>
        <p:xfrm>
          <a:off x="6205855" y="4004310"/>
          <a:ext cx="1642745" cy="427355"/>
        </p:xfrm>
        <a:graphic>
          <a:graphicData uri="http://schemas.openxmlformats.org/presentationml/2006/ole">
            <mc:AlternateContent xmlns:mc="http://schemas.openxmlformats.org/markup-compatibility/2006">
              <mc:Choice xmlns:v="urn:schemas-microsoft-com:vml" Requires="v">
                <p:oleObj spid="_x0000_s3082" name="" r:id="rId1" imgW="928370" imgH="241300" progId="Equation.DSMT4">
                  <p:embed/>
                </p:oleObj>
              </mc:Choice>
              <mc:Fallback>
                <p:oleObj name="" r:id="rId1" imgW="928370" imgH="241300" progId="Equation.DSMT4">
                  <p:embed/>
                  <p:pic>
                    <p:nvPicPr>
                      <p:cNvPr id="0" name="图片 3081"/>
                      <p:cNvPicPr/>
                      <p:nvPr/>
                    </p:nvPicPr>
                    <p:blipFill>
                      <a:blip r:embed="rId2"/>
                      <a:stretch>
                        <a:fillRect/>
                      </a:stretch>
                    </p:blipFill>
                    <p:spPr>
                      <a:xfrm>
                        <a:off x="6205855" y="4004310"/>
                        <a:ext cx="1642745" cy="427355"/>
                      </a:xfrm>
                      <a:prstGeom prst="rect">
                        <a:avLst/>
                      </a:prstGeom>
                      <a:noFill/>
                      <a:ln w="38100">
                        <a:noFill/>
                        <a:miter/>
                      </a:ln>
                    </p:spPr>
                  </p:pic>
                </p:oleObj>
              </mc:Fallback>
            </mc:AlternateContent>
          </a:graphicData>
        </a:graphic>
      </p:graphicFrame>
      <p:graphicFrame>
        <p:nvGraphicFramePr>
          <p:cNvPr id="20488" name="对象 20487"/>
          <p:cNvGraphicFramePr>
            <a:graphicFrameLocks noChangeAspect="1"/>
          </p:cNvGraphicFramePr>
          <p:nvPr/>
        </p:nvGraphicFramePr>
        <p:xfrm>
          <a:off x="3547745" y="4431665"/>
          <a:ext cx="1645920" cy="422910"/>
        </p:xfrm>
        <a:graphic>
          <a:graphicData uri="http://schemas.openxmlformats.org/presentationml/2006/ole">
            <mc:AlternateContent xmlns:mc="http://schemas.openxmlformats.org/markup-compatibility/2006">
              <mc:Choice xmlns:v="urn:schemas-microsoft-com:vml" Requires="v">
                <p:oleObj spid="_x0000_s3076" name="" r:id="rId3" imgW="941070" imgH="241300" progId="Equation.DSMT4">
                  <p:embed/>
                </p:oleObj>
              </mc:Choice>
              <mc:Fallback>
                <p:oleObj name="" r:id="rId3" imgW="941070" imgH="241300" progId="Equation.DSMT4">
                  <p:embed/>
                  <p:pic>
                    <p:nvPicPr>
                      <p:cNvPr id="0" name="图片 3075"/>
                      <p:cNvPicPr/>
                      <p:nvPr/>
                    </p:nvPicPr>
                    <p:blipFill>
                      <a:blip r:embed="rId4"/>
                      <a:stretch>
                        <a:fillRect/>
                      </a:stretch>
                    </p:blipFill>
                    <p:spPr>
                      <a:xfrm>
                        <a:off x="3547745" y="4431665"/>
                        <a:ext cx="1645920" cy="422910"/>
                      </a:xfrm>
                      <a:prstGeom prst="rect">
                        <a:avLst/>
                      </a:prstGeom>
                      <a:noFill/>
                      <a:ln w="38100">
                        <a:noFill/>
                        <a:miter/>
                      </a:ln>
                    </p:spPr>
                  </p:pic>
                </p:oleObj>
              </mc:Fallback>
            </mc:AlternateContent>
          </a:graphicData>
        </a:graphic>
      </p:graphicFrame>
      <p:graphicFrame>
        <p:nvGraphicFramePr>
          <p:cNvPr id="20489" name="对象 20488"/>
          <p:cNvGraphicFramePr>
            <a:graphicFrameLocks noChangeAspect="1"/>
          </p:cNvGraphicFramePr>
          <p:nvPr/>
        </p:nvGraphicFramePr>
        <p:xfrm>
          <a:off x="7358380" y="4394200"/>
          <a:ext cx="1079500" cy="497840"/>
        </p:xfrm>
        <a:graphic>
          <a:graphicData uri="http://schemas.openxmlformats.org/presentationml/2006/ole">
            <mc:AlternateContent xmlns:mc="http://schemas.openxmlformats.org/markup-compatibility/2006">
              <mc:Choice xmlns:v="urn:schemas-microsoft-com:vml" Requires="v">
                <p:oleObj spid="_x0000_s3083" name="" r:id="rId5" imgW="495935" imgH="228600" progId="Equation.DSMT4">
                  <p:embed/>
                </p:oleObj>
              </mc:Choice>
              <mc:Fallback>
                <p:oleObj name="" r:id="rId5" imgW="495935" imgH="228600" progId="Equation.DSMT4">
                  <p:embed/>
                  <p:pic>
                    <p:nvPicPr>
                      <p:cNvPr id="0" name="图片 3082"/>
                      <p:cNvPicPr/>
                      <p:nvPr/>
                    </p:nvPicPr>
                    <p:blipFill>
                      <a:blip r:embed="rId6"/>
                      <a:stretch>
                        <a:fillRect/>
                      </a:stretch>
                    </p:blipFill>
                    <p:spPr>
                      <a:xfrm>
                        <a:off x="7358380" y="4394200"/>
                        <a:ext cx="1079500" cy="497840"/>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21505"/>
          <p:cNvSpPr/>
          <p:nvPr>
            <p:ph type="title"/>
          </p:nvPr>
        </p:nvSpPr>
        <p:spPr>
          <a:xfrm>
            <a:off x="154305" y="514350"/>
            <a:ext cx="8229600" cy="403225"/>
          </a:xfrm>
        </p:spPr>
        <p:txBody>
          <a:bodyPr anchor="ctr"/>
          <a:p>
            <a:r>
              <a:rPr lang="zh-CN" sz="4000"/>
              <a:t>粒子群算法迭代过程</a:t>
            </a:r>
            <a:endParaRPr lang="zh-CN" sz="4000"/>
          </a:p>
        </p:txBody>
      </p:sp>
      <p:sp>
        <p:nvSpPr>
          <p:cNvPr id="21507" name="文本占位符 21506"/>
          <p:cNvSpPr/>
          <p:nvPr>
            <p:ph type="body" idx="1"/>
          </p:nvPr>
        </p:nvSpPr>
        <p:spPr>
          <a:xfrm>
            <a:off x="457200" y="1887220"/>
            <a:ext cx="8229600" cy="5364163"/>
          </a:xfrm>
        </p:spPr>
        <p:txBody>
          <a:bodyPr lIns="90170" tIns="46990" rIns="90170" bIns="46990"/>
          <a:p>
            <a:r>
              <a:rPr lang="zh-CN" altLang="en-US" sz="2000">
                <a:solidFill>
                  <a:schemeClr val="tx1"/>
                </a:solidFill>
              </a:rPr>
              <a:t>粒子</a:t>
            </a:r>
            <a:r>
              <a:rPr lang="en-US" altLang="zh-CN" sz="2000">
                <a:solidFill>
                  <a:schemeClr val="tx1"/>
                </a:solidFill>
              </a:rPr>
              <a:t>i</a:t>
            </a:r>
            <a:r>
              <a:rPr lang="zh-CN" altLang="en-US" sz="2000">
                <a:solidFill>
                  <a:schemeClr val="tx1"/>
                </a:solidFill>
              </a:rPr>
              <a:t>的第</a:t>
            </a:r>
            <a:r>
              <a:rPr lang="en-US" altLang="zh-CN" sz="2000">
                <a:solidFill>
                  <a:schemeClr val="tx1"/>
                </a:solidFill>
              </a:rPr>
              <a:t>d</a:t>
            </a:r>
            <a:r>
              <a:rPr lang="zh-CN" altLang="en-US" sz="2000">
                <a:solidFill>
                  <a:schemeClr val="tx1"/>
                </a:solidFill>
              </a:rPr>
              <a:t>维速度更新公式：</a:t>
            </a:r>
            <a:endParaRPr lang="zh-CN" altLang="en-US" sz="2000">
              <a:solidFill>
                <a:schemeClr val="tx1"/>
              </a:solidFill>
            </a:endParaRPr>
          </a:p>
          <a:p>
            <a:endParaRPr lang="zh-CN" altLang="en-US" sz="2000">
              <a:solidFill>
                <a:schemeClr val="tx1"/>
              </a:solidFill>
            </a:endParaRPr>
          </a:p>
          <a:p>
            <a:pPr>
              <a:buNone/>
            </a:pPr>
            <a:r>
              <a:rPr lang="zh-CN" altLang="en-US" sz="2000">
                <a:solidFill>
                  <a:schemeClr val="tx1"/>
                </a:solidFill>
              </a:rPr>
              <a:t>    </a:t>
            </a:r>
            <a:endParaRPr lang="zh-CN" altLang="en-US" sz="2000">
              <a:solidFill>
                <a:schemeClr val="tx1"/>
              </a:solidFill>
            </a:endParaRPr>
          </a:p>
          <a:p>
            <a:r>
              <a:rPr lang="zh-CN" altLang="en-US" sz="2000">
                <a:solidFill>
                  <a:schemeClr val="tx1"/>
                </a:solidFill>
              </a:rPr>
              <a:t> 粒子</a:t>
            </a:r>
            <a:r>
              <a:rPr lang="en-US" altLang="zh-CN" sz="2000">
                <a:solidFill>
                  <a:schemeClr val="tx1"/>
                </a:solidFill>
              </a:rPr>
              <a:t>i</a:t>
            </a:r>
            <a:r>
              <a:rPr lang="zh-CN" altLang="en-US" sz="2000">
                <a:solidFill>
                  <a:schemeClr val="tx1"/>
                </a:solidFill>
              </a:rPr>
              <a:t>的第</a:t>
            </a:r>
            <a:r>
              <a:rPr lang="en-US" altLang="zh-CN" sz="2000">
                <a:solidFill>
                  <a:schemeClr val="tx1"/>
                </a:solidFill>
              </a:rPr>
              <a:t>d</a:t>
            </a:r>
            <a:r>
              <a:rPr lang="zh-CN" altLang="en-US" sz="2000">
                <a:solidFill>
                  <a:schemeClr val="tx1"/>
                </a:solidFill>
              </a:rPr>
              <a:t>维位置更新公式：</a:t>
            </a:r>
            <a:endParaRPr lang="zh-CN" altLang="en-US" sz="2000">
              <a:solidFill>
                <a:schemeClr val="tx1"/>
              </a:solidFill>
            </a:endParaRPr>
          </a:p>
          <a:p>
            <a:pPr>
              <a:buNone/>
            </a:pPr>
            <a:r>
              <a:rPr lang="zh-CN" altLang="en-US" sz="2000">
                <a:solidFill>
                  <a:schemeClr val="tx1"/>
                </a:solidFill>
              </a:rPr>
              <a:t>	</a:t>
            </a:r>
            <a:endParaRPr lang="zh-CN" altLang="en-US" sz="2000">
              <a:solidFill>
                <a:schemeClr val="tx1"/>
              </a:solidFill>
            </a:endParaRPr>
          </a:p>
          <a:p>
            <a:pPr>
              <a:buNone/>
            </a:pPr>
            <a:r>
              <a:rPr lang="zh-CN" altLang="en-US" sz="2000">
                <a:solidFill>
                  <a:schemeClr val="tx1"/>
                </a:solidFill>
              </a:rPr>
              <a:t>	</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a:t>
            </a:r>
            <a:r>
              <a:rPr lang="zh-CN" altLang="en-US" sz="2000">
                <a:solidFill>
                  <a:schemeClr val="tx1"/>
                </a:solidFill>
              </a:rPr>
              <a:t>第</a:t>
            </a:r>
            <a:r>
              <a:rPr lang="en-US" altLang="zh-CN" sz="2000">
                <a:solidFill>
                  <a:schemeClr val="tx1"/>
                </a:solidFill>
              </a:rPr>
              <a:t>k</a:t>
            </a:r>
            <a:r>
              <a:rPr lang="zh-CN" altLang="en-US" sz="2000">
                <a:solidFill>
                  <a:schemeClr val="tx1"/>
                </a:solidFill>
              </a:rPr>
              <a:t>次迭代粒子</a:t>
            </a:r>
            <a:r>
              <a:rPr lang="en-US" altLang="zh-CN" sz="2000">
                <a:solidFill>
                  <a:schemeClr val="tx1"/>
                </a:solidFill>
              </a:rPr>
              <a:t>i</a:t>
            </a:r>
            <a:r>
              <a:rPr lang="zh-CN" altLang="en-US" sz="2000">
                <a:solidFill>
                  <a:schemeClr val="tx1"/>
                </a:solidFill>
              </a:rPr>
              <a:t>飞行速度矢量的第</a:t>
            </a:r>
            <a:r>
              <a:rPr lang="en-US" altLang="zh-CN" sz="2000">
                <a:solidFill>
                  <a:schemeClr val="tx1"/>
                </a:solidFill>
              </a:rPr>
              <a:t>d</a:t>
            </a:r>
            <a:r>
              <a:rPr lang="zh-CN" altLang="en-US" sz="2000">
                <a:solidFill>
                  <a:schemeClr val="tx1"/>
                </a:solidFill>
              </a:rPr>
              <a:t>维分量</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a:t>
            </a:r>
            <a:r>
              <a:rPr lang="zh-CN" altLang="en-US" sz="2000">
                <a:solidFill>
                  <a:schemeClr val="tx1"/>
                </a:solidFill>
              </a:rPr>
              <a:t>第</a:t>
            </a:r>
            <a:r>
              <a:rPr lang="en-US" altLang="zh-CN" sz="2000">
                <a:solidFill>
                  <a:schemeClr val="tx1"/>
                </a:solidFill>
              </a:rPr>
              <a:t>k</a:t>
            </a:r>
            <a:r>
              <a:rPr lang="zh-CN" altLang="en-US" sz="2000">
                <a:solidFill>
                  <a:schemeClr val="tx1"/>
                </a:solidFill>
              </a:rPr>
              <a:t>次迭代粒子</a:t>
            </a:r>
            <a:r>
              <a:rPr lang="en-US" altLang="zh-CN" sz="2000">
                <a:solidFill>
                  <a:schemeClr val="tx1"/>
                </a:solidFill>
              </a:rPr>
              <a:t>i</a:t>
            </a:r>
            <a:r>
              <a:rPr lang="zh-CN" altLang="en-US" sz="2000">
                <a:solidFill>
                  <a:schemeClr val="tx1"/>
                </a:solidFill>
              </a:rPr>
              <a:t>位置矢量的第</a:t>
            </a:r>
            <a:r>
              <a:rPr lang="en-US" altLang="zh-CN" sz="2000">
                <a:solidFill>
                  <a:schemeClr val="tx1"/>
                </a:solidFill>
              </a:rPr>
              <a:t>d</a:t>
            </a:r>
            <a:r>
              <a:rPr lang="zh-CN" altLang="en-US" sz="2000">
                <a:solidFill>
                  <a:schemeClr val="tx1"/>
                </a:solidFill>
              </a:rPr>
              <a:t>维分量</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c1,c2—</a:t>
            </a:r>
            <a:r>
              <a:rPr lang="zh-CN" altLang="en-US" sz="2000">
                <a:solidFill>
                  <a:schemeClr val="tx1"/>
                </a:solidFill>
              </a:rPr>
              <a:t>加速度常数，调节学习最大步长</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r1,r2—</a:t>
            </a:r>
            <a:r>
              <a:rPr lang="zh-CN" altLang="en-US" sz="2000">
                <a:solidFill>
                  <a:schemeClr val="tx1"/>
                </a:solidFill>
              </a:rPr>
              <a:t>两个随机函数，取值范围</a:t>
            </a:r>
            <a:r>
              <a:rPr lang="en-US" altLang="zh-CN" sz="2000">
                <a:solidFill>
                  <a:schemeClr val="tx1"/>
                </a:solidFill>
              </a:rPr>
              <a:t>[0</a:t>
            </a:r>
            <a:r>
              <a:rPr lang="zh-CN" altLang="en-US" sz="2000">
                <a:solidFill>
                  <a:schemeClr val="tx1"/>
                </a:solidFill>
              </a:rPr>
              <a:t>，</a:t>
            </a:r>
            <a:r>
              <a:rPr lang="en-US" altLang="zh-CN" sz="2000">
                <a:solidFill>
                  <a:schemeClr val="tx1"/>
                </a:solidFill>
              </a:rPr>
              <a:t>1]</a:t>
            </a:r>
            <a:r>
              <a:rPr lang="zh-CN" altLang="en-US" sz="2000">
                <a:solidFill>
                  <a:schemeClr val="tx1"/>
                </a:solidFill>
              </a:rPr>
              <a:t>，以增加搜索随机性</a:t>
            </a:r>
            <a:endParaRPr lang="zh-CN" altLang="en-US" sz="2000">
              <a:solidFill>
                <a:schemeClr val="tx1"/>
              </a:solidFill>
            </a:endParaRPr>
          </a:p>
          <a:p>
            <a:pPr>
              <a:buNone/>
            </a:pPr>
            <a:r>
              <a:rPr lang="zh-CN" altLang="en-US" sz="2000">
                <a:solidFill>
                  <a:schemeClr val="tx1"/>
                </a:solidFill>
              </a:rPr>
              <a:t>    </a:t>
            </a:r>
            <a:r>
              <a:rPr lang="en-US" altLang="zh-CN" sz="2000">
                <a:solidFill>
                  <a:schemeClr val="tx1"/>
                </a:solidFill>
              </a:rPr>
              <a:t>w —</a:t>
            </a:r>
            <a:r>
              <a:rPr lang="zh-CN" altLang="en-US" sz="2000">
                <a:solidFill>
                  <a:schemeClr val="tx1"/>
                </a:solidFill>
              </a:rPr>
              <a:t>惯性权重，非负数，调节对解空间的搜索范围</a:t>
            </a:r>
            <a:endParaRPr lang="zh-CN" altLang="en-US" sz="2000">
              <a:solidFill>
                <a:schemeClr val="tx1"/>
              </a:solidFill>
            </a:endParaRPr>
          </a:p>
          <a:p>
            <a:endParaRPr lang="zh-CN" altLang="en-US" sz="2000">
              <a:solidFill>
                <a:schemeClr val="tx1"/>
              </a:solidFill>
            </a:endParaRPr>
          </a:p>
          <a:p>
            <a:endParaRPr lang="zh-CN" altLang="en-US" sz="2800"/>
          </a:p>
        </p:txBody>
      </p:sp>
      <p:graphicFrame>
        <p:nvGraphicFramePr>
          <p:cNvPr id="21508" name="对象 21507"/>
          <p:cNvGraphicFramePr>
            <a:graphicFrameLocks noChangeAspect="1"/>
          </p:cNvGraphicFramePr>
          <p:nvPr/>
        </p:nvGraphicFramePr>
        <p:xfrm>
          <a:off x="1372235" y="2379980"/>
          <a:ext cx="6549390" cy="512445"/>
        </p:xfrm>
        <a:graphic>
          <a:graphicData uri="http://schemas.openxmlformats.org/presentationml/2006/ole">
            <mc:AlternateContent xmlns:mc="http://schemas.openxmlformats.org/markup-compatibility/2006">
              <mc:Choice xmlns:v="urn:schemas-microsoft-com:vml" Requires="v">
                <p:oleObj spid="_x0000_s3080" name="" r:id="rId1" imgW="3084830" imgH="241300" progId="Equation.DSMT4">
                  <p:embed/>
                </p:oleObj>
              </mc:Choice>
              <mc:Fallback>
                <p:oleObj name="" r:id="rId1" imgW="3084830" imgH="241300" progId="Equation.DSMT4">
                  <p:embed/>
                  <p:pic>
                    <p:nvPicPr>
                      <p:cNvPr id="0" name="图片 3079"/>
                      <p:cNvPicPr/>
                      <p:nvPr/>
                    </p:nvPicPr>
                    <p:blipFill>
                      <a:blip r:embed="rId2"/>
                      <a:stretch>
                        <a:fillRect/>
                      </a:stretch>
                    </p:blipFill>
                    <p:spPr>
                      <a:xfrm>
                        <a:off x="1372235" y="2379980"/>
                        <a:ext cx="6549390" cy="512445"/>
                      </a:xfrm>
                      <a:prstGeom prst="rect">
                        <a:avLst/>
                      </a:prstGeom>
                      <a:noFill/>
                      <a:ln w="38100">
                        <a:noFill/>
                        <a:miter/>
                      </a:ln>
                    </p:spPr>
                  </p:pic>
                </p:oleObj>
              </mc:Fallback>
            </mc:AlternateContent>
          </a:graphicData>
        </a:graphic>
      </p:graphicFrame>
      <p:graphicFrame>
        <p:nvGraphicFramePr>
          <p:cNvPr id="21509" name="对象 21508"/>
          <p:cNvGraphicFramePr>
            <a:graphicFrameLocks noChangeAspect="1"/>
          </p:cNvGraphicFramePr>
          <p:nvPr/>
        </p:nvGraphicFramePr>
        <p:xfrm>
          <a:off x="2775585" y="3413125"/>
          <a:ext cx="2282190" cy="585470"/>
        </p:xfrm>
        <a:graphic>
          <a:graphicData uri="http://schemas.openxmlformats.org/presentationml/2006/ole">
            <mc:AlternateContent xmlns:mc="http://schemas.openxmlformats.org/markup-compatibility/2006">
              <mc:Choice xmlns:v="urn:schemas-microsoft-com:vml" Requires="v">
                <p:oleObj spid="_x0000_s3077" name="" r:id="rId3" imgW="941070" imgH="241300" progId="Equation.DSMT4">
                  <p:embed/>
                </p:oleObj>
              </mc:Choice>
              <mc:Fallback>
                <p:oleObj name="" r:id="rId3" imgW="941070" imgH="241300" progId="Equation.DSMT4">
                  <p:embed/>
                  <p:pic>
                    <p:nvPicPr>
                      <p:cNvPr id="0" name="图片 3076"/>
                      <p:cNvPicPr/>
                      <p:nvPr/>
                    </p:nvPicPr>
                    <p:blipFill>
                      <a:blip r:embed="rId4"/>
                      <a:stretch>
                        <a:fillRect/>
                      </a:stretch>
                    </p:blipFill>
                    <p:spPr>
                      <a:xfrm>
                        <a:off x="2775585" y="3413125"/>
                        <a:ext cx="2282190" cy="585470"/>
                      </a:xfrm>
                      <a:prstGeom prst="rect">
                        <a:avLst/>
                      </a:prstGeom>
                      <a:noFill/>
                      <a:ln w="38100">
                        <a:noFill/>
                        <a:miter/>
                      </a:ln>
                    </p:spPr>
                  </p:pic>
                </p:oleObj>
              </mc:Fallback>
            </mc:AlternateContent>
          </a:graphicData>
        </a:graphic>
      </p:graphicFrame>
      <p:graphicFrame>
        <p:nvGraphicFramePr>
          <p:cNvPr id="21510" name="对象 21509"/>
          <p:cNvGraphicFramePr>
            <a:graphicFrameLocks noChangeAspect="1"/>
          </p:cNvGraphicFramePr>
          <p:nvPr/>
        </p:nvGraphicFramePr>
        <p:xfrm>
          <a:off x="789940" y="3998595"/>
          <a:ext cx="382270" cy="485775"/>
        </p:xfrm>
        <a:graphic>
          <a:graphicData uri="http://schemas.openxmlformats.org/presentationml/2006/ole">
            <mc:AlternateContent xmlns:mc="http://schemas.openxmlformats.org/markup-compatibility/2006">
              <mc:Choice xmlns:v="urn:schemas-microsoft-com:vml" Requires="v">
                <p:oleObj spid="_x0000_s3078" name="" r:id="rId5" imgW="191135" imgH="242570" progId="Equation.DSMT4">
                  <p:embed/>
                </p:oleObj>
              </mc:Choice>
              <mc:Fallback>
                <p:oleObj name="" r:id="rId5" imgW="191135" imgH="242570" progId="Equation.DSMT4">
                  <p:embed/>
                  <p:pic>
                    <p:nvPicPr>
                      <p:cNvPr id="0" name="图片 3077"/>
                      <p:cNvPicPr/>
                      <p:nvPr/>
                    </p:nvPicPr>
                    <p:blipFill>
                      <a:blip r:embed="rId6"/>
                      <a:stretch>
                        <a:fillRect/>
                      </a:stretch>
                    </p:blipFill>
                    <p:spPr>
                      <a:xfrm>
                        <a:off x="789940" y="3998595"/>
                        <a:ext cx="382270" cy="485775"/>
                      </a:xfrm>
                      <a:prstGeom prst="rect">
                        <a:avLst/>
                      </a:prstGeom>
                      <a:noFill/>
                      <a:ln w="38100">
                        <a:noFill/>
                        <a:miter/>
                      </a:ln>
                    </p:spPr>
                  </p:pic>
                </p:oleObj>
              </mc:Fallback>
            </mc:AlternateContent>
          </a:graphicData>
        </a:graphic>
      </p:graphicFrame>
      <p:graphicFrame>
        <p:nvGraphicFramePr>
          <p:cNvPr id="21511" name="对象 21510"/>
          <p:cNvGraphicFramePr>
            <a:graphicFrameLocks noChangeAspect="1"/>
          </p:cNvGraphicFramePr>
          <p:nvPr/>
        </p:nvGraphicFramePr>
        <p:xfrm>
          <a:off x="765810" y="4386580"/>
          <a:ext cx="431165" cy="512445"/>
        </p:xfrm>
        <a:graphic>
          <a:graphicData uri="http://schemas.openxmlformats.org/presentationml/2006/ole">
            <mc:AlternateContent xmlns:mc="http://schemas.openxmlformats.org/markup-compatibility/2006">
              <mc:Choice xmlns:v="urn:schemas-microsoft-com:vml" Requires="v">
                <p:oleObj spid="_x0000_s3079" name="" r:id="rId7" imgW="203835" imgH="242570" progId="Equation.DSMT4">
                  <p:embed/>
                </p:oleObj>
              </mc:Choice>
              <mc:Fallback>
                <p:oleObj name="" r:id="rId7" imgW="203835" imgH="242570" progId="Equation.DSMT4">
                  <p:embed/>
                  <p:pic>
                    <p:nvPicPr>
                      <p:cNvPr id="0" name="图片 3078"/>
                      <p:cNvPicPr/>
                      <p:nvPr/>
                    </p:nvPicPr>
                    <p:blipFill>
                      <a:blip r:embed="rId8"/>
                      <a:stretch>
                        <a:fillRect/>
                      </a:stretch>
                    </p:blipFill>
                    <p:spPr>
                      <a:xfrm>
                        <a:off x="765810" y="4386580"/>
                        <a:ext cx="431165" cy="512445"/>
                      </a:xfrm>
                      <a:prstGeom prst="rect">
                        <a:avLst/>
                      </a:prstGeom>
                      <a:noFill/>
                      <a:ln w="38100">
                        <a:noFill/>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文本占位符 22529"/>
          <p:cNvSpPr/>
          <p:nvPr>
            <p:ph type="body" idx="1"/>
          </p:nvPr>
        </p:nvSpPr>
        <p:spPr>
          <a:xfrm>
            <a:off x="427355" y="3244215"/>
            <a:ext cx="8540750" cy="2465070"/>
          </a:xfrm>
        </p:spPr>
        <p:txBody>
          <a:bodyPr lIns="90170" tIns="46990" rIns="90170" bIns="46990"/>
          <a:p>
            <a:pPr marL="0" indent="0">
              <a:buNone/>
            </a:pPr>
            <a:r>
              <a:rPr lang="zh-CN" altLang="en-US" sz="2000">
                <a:solidFill>
                  <a:schemeClr val="tx1"/>
                </a:solidFill>
              </a:rPr>
              <a:t>粒子速度更新公式包含三部分：</a:t>
            </a:r>
            <a:endParaRPr lang="zh-CN" altLang="en-US" sz="2000">
              <a:solidFill>
                <a:schemeClr val="tx1"/>
              </a:solidFill>
            </a:endParaRPr>
          </a:p>
          <a:p>
            <a:pPr>
              <a:buNone/>
            </a:pPr>
            <a:r>
              <a:rPr lang="zh-CN" altLang="en-US" sz="2000">
                <a:solidFill>
                  <a:schemeClr val="tx1"/>
                </a:solidFill>
              </a:rPr>
              <a:t>   第一部分为粒子先前的速度</a:t>
            </a:r>
            <a:endParaRPr lang="zh-CN" altLang="en-US" sz="2000">
              <a:solidFill>
                <a:schemeClr val="tx1"/>
              </a:solidFill>
            </a:endParaRPr>
          </a:p>
          <a:p>
            <a:pPr>
              <a:buNone/>
            </a:pPr>
            <a:r>
              <a:rPr lang="zh-CN" altLang="en-US" sz="2000">
                <a:solidFill>
                  <a:schemeClr val="tx1"/>
                </a:solidFill>
              </a:rPr>
              <a:t>   第二部分为“认知”部分，表示粒子本身的思考，可理解为粒子i当前位置与自己最好位置之间的距离。</a:t>
            </a:r>
            <a:endParaRPr lang="zh-CN" altLang="en-US" sz="2000">
              <a:solidFill>
                <a:schemeClr val="tx1"/>
              </a:solidFill>
            </a:endParaRPr>
          </a:p>
          <a:p>
            <a:pPr>
              <a:buNone/>
            </a:pPr>
            <a:r>
              <a:rPr lang="zh-CN" altLang="en-US" sz="2000">
                <a:solidFill>
                  <a:schemeClr val="tx1"/>
                </a:solidFill>
              </a:rPr>
              <a:t>   第三部分为“社会”部分，表示粒子间的信息共享与合作，可理解为粒子i当前位置与群体最好位置之间的距离。</a:t>
            </a:r>
            <a:endParaRPr lang="zh-CN" altLang="en-US" sz="2000">
              <a:solidFill>
                <a:schemeClr val="tx1"/>
              </a:solidFill>
            </a:endParaRPr>
          </a:p>
        </p:txBody>
      </p:sp>
      <p:graphicFrame>
        <p:nvGraphicFramePr>
          <p:cNvPr id="22531" name="标题 22530"/>
          <p:cNvGraphicFramePr>
            <a:graphicFrameLocks noChangeAspect="1"/>
          </p:cNvGraphicFramePr>
          <p:nvPr>
            <p:ph type="title"/>
          </p:nvPr>
        </p:nvGraphicFramePr>
        <p:xfrm>
          <a:off x="683260" y="2437765"/>
          <a:ext cx="8176895" cy="640080"/>
        </p:xfrm>
        <a:graphic>
          <a:graphicData uri="http://schemas.openxmlformats.org/presentationml/2006/ole">
            <mc:AlternateContent xmlns:mc="http://schemas.openxmlformats.org/markup-compatibility/2006">
              <mc:Choice xmlns:v="urn:schemas-microsoft-com:vml" Requires="v">
                <p:oleObj spid="_x0000_s3081" name="" r:id="rId1" imgW="3084830" imgH="241300" progId="Equation.DSMT4">
                  <p:embed/>
                </p:oleObj>
              </mc:Choice>
              <mc:Fallback>
                <p:oleObj name="" r:id="rId1" imgW="3084830" imgH="241300" progId="Equation.DSMT4">
                  <p:embed/>
                  <p:pic>
                    <p:nvPicPr>
                      <p:cNvPr id="0" name="图片 3080"/>
                      <p:cNvPicPr/>
                      <p:nvPr/>
                    </p:nvPicPr>
                    <p:blipFill>
                      <a:blip r:embed="rId2"/>
                      <a:stretch>
                        <a:fillRect/>
                      </a:stretch>
                    </p:blipFill>
                    <p:spPr>
                      <a:xfrm>
                        <a:off x="683260" y="2437765"/>
                        <a:ext cx="8176895" cy="640080"/>
                      </a:xfrm>
                      <a:prstGeom prst="rect">
                        <a:avLst/>
                      </a:prstGeom>
                      <a:noFill/>
                      <a:ln w="38100">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Oval 2"/>
          <p:cNvSpPr/>
          <p:nvPr/>
        </p:nvSpPr>
        <p:spPr>
          <a:xfrm>
            <a:off x="4535488" y="2830830"/>
            <a:ext cx="863600" cy="792163"/>
          </a:xfrm>
          <a:prstGeom prst="ellipse">
            <a:avLst/>
          </a:prstGeom>
          <a:gradFill rotWithShape="1">
            <a:gsLst>
              <a:gs pos="0">
                <a:schemeClr val="accent2"/>
              </a:gs>
              <a:gs pos="100000">
                <a:srgbClr val="181847"/>
              </a:gs>
            </a:gsLst>
            <a:lin ang="5400000" scaled="1"/>
            <a:tileRect/>
          </a:gradFill>
          <a:ln w="38100" cap="flat" cmpd="sng">
            <a:solidFill>
              <a:schemeClr val="tx1"/>
            </a:solidFill>
            <a:prstDash val="solid"/>
            <a:headEnd type="none" w="med" len="med"/>
            <a:tailEnd type="none" w="med" len="med"/>
          </a:ln>
        </p:spPr>
        <p:txBody>
          <a:bodyPr wrap="none" anchor="ctr"/>
          <a:p>
            <a:pPr algn="ctr"/>
            <a:r>
              <a:rPr lang="zh-TW" altLang="en-US" b="1" dirty="0">
                <a:solidFill>
                  <a:schemeClr val="bg1"/>
                </a:solidFill>
                <a:latin typeface="Arial Black" panose="020B0A04020102020204" pitchFamily="2" charset="0"/>
              </a:rPr>
              <a:t>區域</a:t>
            </a:r>
            <a:endParaRPr lang="zh-TW" altLang="en-US" b="1" dirty="0">
              <a:solidFill>
                <a:schemeClr val="bg1"/>
              </a:solidFill>
              <a:latin typeface="Arial Black" panose="020B0A04020102020204" pitchFamily="2" charset="0"/>
            </a:endParaRPr>
          </a:p>
          <a:p>
            <a:pPr algn="ctr"/>
            <a:r>
              <a:rPr lang="zh-TW" altLang="en-US" b="1" dirty="0">
                <a:solidFill>
                  <a:schemeClr val="bg1"/>
                </a:solidFill>
                <a:latin typeface="Arial Black" panose="020B0A04020102020204" pitchFamily="2" charset="0"/>
              </a:rPr>
              <a:t>最佳解</a:t>
            </a:r>
            <a:endParaRPr lang="zh-TW" altLang="en-US" b="1" dirty="0">
              <a:solidFill>
                <a:schemeClr val="bg1"/>
              </a:solidFill>
              <a:latin typeface="Arial Black" panose="020B0A04020102020204" pitchFamily="2" charset="0"/>
            </a:endParaRPr>
          </a:p>
        </p:txBody>
      </p:sp>
      <p:sp>
        <p:nvSpPr>
          <p:cNvPr id="23555" name="Oval 3"/>
          <p:cNvSpPr/>
          <p:nvPr/>
        </p:nvSpPr>
        <p:spPr>
          <a:xfrm>
            <a:off x="7272338" y="3191193"/>
            <a:ext cx="863600" cy="792162"/>
          </a:xfrm>
          <a:prstGeom prst="ellipse">
            <a:avLst/>
          </a:prstGeom>
          <a:gradFill rotWithShape="1">
            <a:gsLst>
              <a:gs pos="0">
                <a:srgbClr val="FF0000"/>
              </a:gs>
              <a:gs pos="100000">
                <a:srgbClr val="760000"/>
              </a:gs>
            </a:gsLst>
            <a:lin ang="5400000" scaled="1"/>
            <a:tileRect/>
          </a:gradFill>
          <a:ln w="38100" cap="flat" cmpd="sng">
            <a:solidFill>
              <a:schemeClr val="tx1"/>
            </a:solidFill>
            <a:prstDash val="solid"/>
            <a:headEnd type="none" w="med" len="med"/>
            <a:tailEnd type="none" w="med" len="med"/>
          </a:ln>
        </p:spPr>
        <p:txBody>
          <a:bodyPr wrap="none" anchor="ctr"/>
          <a:p>
            <a:pPr algn="ctr"/>
            <a:r>
              <a:rPr lang="zh-TW" altLang="en-US" b="1" dirty="0">
                <a:solidFill>
                  <a:schemeClr val="bg1"/>
                </a:solidFill>
                <a:latin typeface="Arial Black" panose="020B0A04020102020204" pitchFamily="2" charset="0"/>
              </a:rPr>
              <a:t>全域</a:t>
            </a:r>
            <a:endParaRPr lang="zh-TW" altLang="en-US" b="1" dirty="0">
              <a:solidFill>
                <a:schemeClr val="bg1"/>
              </a:solidFill>
              <a:latin typeface="Arial Black" panose="020B0A04020102020204" pitchFamily="2" charset="0"/>
            </a:endParaRPr>
          </a:p>
          <a:p>
            <a:pPr algn="ctr"/>
            <a:r>
              <a:rPr lang="zh-TW" altLang="en-US" b="1" dirty="0">
                <a:solidFill>
                  <a:schemeClr val="bg1"/>
                </a:solidFill>
                <a:latin typeface="Arial Black" panose="020B0A04020102020204" pitchFamily="2" charset="0"/>
              </a:rPr>
              <a:t>最佳解</a:t>
            </a:r>
            <a:endParaRPr lang="zh-TW" altLang="en-US" b="1" dirty="0">
              <a:solidFill>
                <a:schemeClr val="bg1"/>
              </a:solidFill>
              <a:latin typeface="Arial Black" panose="020B0A04020102020204" pitchFamily="2" charset="0"/>
            </a:endParaRPr>
          </a:p>
        </p:txBody>
      </p:sp>
      <p:cxnSp>
        <p:nvCxnSpPr>
          <p:cNvPr id="23556" name="AutoShape 4"/>
          <p:cNvCxnSpPr>
            <a:endCxn id="23555" idx="3"/>
          </p:cNvCxnSpPr>
          <p:nvPr/>
        </p:nvCxnSpPr>
        <p:spPr>
          <a:xfrm flipV="1">
            <a:off x="4993640" y="3866833"/>
            <a:ext cx="2405063" cy="985837"/>
          </a:xfrm>
          <a:prstGeom prst="straightConnector1">
            <a:avLst/>
          </a:prstGeom>
          <a:ln w="38100" cap="flat" cmpd="sng">
            <a:solidFill>
              <a:srgbClr val="FF0000"/>
            </a:solidFill>
            <a:prstDash val="dash"/>
            <a:headEnd type="none" w="med" len="med"/>
            <a:tailEnd type="triangle" w="med" len="med"/>
          </a:ln>
        </p:spPr>
      </p:cxnSp>
      <p:cxnSp>
        <p:nvCxnSpPr>
          <p:cNvPr id="23557" name="AutoShape 5"/>
          <p:cNvCxnSpPr>
            <a:endCxn id="23554" idx="4"/>
          </p:cNvCxnSpPr>
          <p:nvPr/>
        </p:nvCxnSpPr>
        <p:spPr>
          <a:xfrm flipV="1">
            <a:off x="4824413" y="3622993"/>
            <a:ext cx="142875" cy="863600"/>
          </a:xfrm>
          <a:prstGeom prst="straightConnector1">
            <a:avLst/>
          </a:prstGeom>
          <a:ln w="38100" cap="flat" cmpd="sng">
            <a:solidFill>
              <a:srgbClr val="0000CC"/>
            </a:solidFill>
            <a:prstDash val="dash"/>
            <a:headEnd type="none" w="med" len="med"/>
            <a:tailEnd type="triangle" w="med" len="med"/>
          </a:ln>
        </p:spPr>
      </p:cxnSp>
      <p:sp>
        <p:nvSpPr>
          <p:cNvPr id="23558" name="Line 6"/>
          <p:cNvSpPr/>
          <p:nvPr/>
        </p:nvSpPr>
        <p:spPr>
          <a:xfrm flipV="1">
            <a:off x="2663825" y="5280343"/>
            <a:ext cx="1655763" cy="793750"/>
          </a:xfrm>
          <a:prstGeom prst="line">
            <a:avLst/>
          </a:prstGeom>
          <a:ln w="38100" cap="flat" cmpd="sng">
            <a:solidFill>
              <a:srgbClr val="CC9900"/>
            </a:solidFill>
            <a:prstDash val="sysDot"/>
            <a:headEnd type="none" w="med" len="med"/>
            <a:tailEnd type="triangle" w="med" len="med"/>
          </a:ln>
        </p:spPr>
      </p:sp>
      <p:sp>
        <p:nvSpPr>
          <p:cNvPr id="23559" name="Line 7"/>
          <p:cNvSpPr/>
          <p:nvPr/>
        </p:nvSpPr>
        <p:spPr>
          <a:xfrm flipV="1">
            <a:off x="4895850" y="3407093"/>
            <a:ext cx="936625" cy="1296987"/>
          </a:xfrm>
          <a:prstGeom prst="line">
            <a:avLst/>
          </a:prstGeom>
          <a:ln w="38100" cap="flat" cmpd="sng">
            <a:solidFill>
              <a:schemeClr val="hlink"/>
            </a:solidFill>
            <a:prstDash val="solid"/>
            <a:headEnd type="none" w="med" len="med"/>
            <a:tailEnd type="triangle" w="med" len="med"/>
          </a:ln>
        </p:spPr>
      </p:sp>
      <p:sp>
        <p:nvSpPr>
          <p:cNvPr id="23560" name="Text Box 8"/>
          <p:cNvSpPr txBox="1"/>
          <p:nvPr/>
        </p:nvSpPr>
        <p:spPr>
          <a:xfrm>
            <a:off x="5111750" y="3838893"/>
            <a:ext cx="996950" cy="336550"/>
          </a:xfrm>
          <a:prstGeom prst="rect">
            <a:avLst/>
          </a:prstGeom>
          <a:noFill/>
          <a:ln w="9525">
            <a:noFill/>
          </a:ln>
        </p:spPr>
        <p:txBody>
          <a:bodyPr wrap="none">
            <a:spAutoFit/>
          </a:bodyPr>
          <a:p>
            <a:r>
              <a:rPr lang="zh-TW" altLang="en-US" b="1" dirty="0">
                <a:latin typeface="Arial Black" panose="020B0A04020102020204" pitchFamily="2" charset="0"/>
              </a:rPr>
              <a:t>運動向量</a:t>
            </a:r>
            <a:endParaRPr lang="zh-TW" altLang="en-US" b="1" dirty="0">
              <a:latin typeface="Arial Black" panose="020B0A04020102020204" pitchFamily="2" charset="0"/>
            </a:endParaRPr>
          </a:p>
        </p:txBody>
      </p:sp>
      <p:sp>
        <p:nvSpPr>
          <p:cNvPr id="23561" name="Text Box 9"/>
          <p:cNvSpPr txBox="1"/>
          <p:nvPr/>
        </p:nvSpPr>
        <p:spPr>
          <a:xfrm>
            <a:off x="3024188" y="5640705"/>
            <a:ext cx="996950" cy="336550"/>
          </a:xfrm>
          <a:prstGeom prst="rect">
            <a:avLst/>
          </a:prstGeom>
          <a:noFill/>
          <a:ln w="9525">
            <a:noFill/>
          </a:ln>
        </p:spPr>
        <p:txBody>
          <a:bodyPr wrap="none">
            <a:spAutoFit/>
          </a:bodyPr>
          <a:p>
            <a:r>
              <a:rPr lang="zh-TW" altLang="en-US" b="1" dirty="0">
                <a:latin typeface="Arial Black" panose="020B0A04020102020204" pitchFamily="2" charset="0"/>
              </a:rPr>
              <a:t>慣性向量</a:t>
            </a:r>
            <a:endParaRPr lang="zh-TW" altLang="en-US" b="1" dirty="0">
              <a:latin typeface="Arial Black" panose="020B0A04020102020204" pitchFamily="2" charset="0"/>
            </a:endParaRPr>
          </a:p>
        </p:txBody>
      </p:sp>
      <p:pic>
        <p:nvPicPr>
          <p:cNvPr id="23562" name="Picture 10" descr="flying2"/>
          <p:cNvPicPr>
            <a:picLocks noChangeAspect="1"/>
          </p:cNvPicPr>
          <p:nvPr/>
        </p:nvPicPr>
        <p:blipFill>
          <a:blip r:embed="rId1"/>
          <a:stretch>
            <a:fillRect/>
          </a:stretch>
        </p:blipFill>
        <p:spPr>
          <a:xfrm rot="19941599">
            <a:off x="4248150" y="4686618"/>
            <a:ext cx="792163" cy="738187"/>
          </a:xfrm>
          <a:prstGeom prst="rect">
            <a:avLst/>
          </a:prstGeom>
          <a:noFill/>
          <a:ln w="9525">
            <a:noFill/>
          </a:ln>
        </p:spPr>
      </p:pic>
      <p:sp>
        <p:nvSpPr>
          <p:cNvPr id="23563" name="Rectangle 11"/>
          <p:cNvSpPr/>
          <p:nvPr/>
        </p:nvSpPr>
        <p:spPr>
          <a:xfrm>
            <a:off x="1511300" y="2094230"/>
            <a:ext cx="792163" cy="431800"/>
          </a:xfrm>
          <a:prstGeom prst="rect">
            <a:avLst/>
          </a:prstGeom>
          <a:noFill/>
          <a:ln w="38100" cap="flat" cmpd="sng">
            <a:solidFill>
              <a:srgbClr val="CC9900"/>
            </a:solidFill>
            <a:prstDash val="sysDot"/>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23564" name="Rectangle 12"/>
          <p:cNvSpPr/>
          <p:nvPr/>
        </p:nvSpPr>
        <p:spPr>
          <a:xfrm>
            <a:off x="2446338" y="2094230"/>
            <a:ext cx="2233612" cy="431800"/>
          </a:xfrm>
          <a:prstGeom prst="rect">
            <a:avLst/>
          </a:prstGeom>
          <a:noFill/>
          <a:ln w="38100" cap="flat" cmpd="sng">
            <a:solidFill>
              <a:srgbClr val="006699"/>
            </a:solidFill>
            <a:prstDash val="sysDot"/>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23565" name="Rectangle 13"/>
          <p:cNvSpPr/>
          <p:nvPr/>
        </p:nvSpPr>
        <p:spPr>
          <a:xfrm>
            <a:off x="4894263" y="2094230"/>
            <a:ext cx="2233612" cy="431800"/>
          </a:xfrm>
          <a:prstGeom prst="rect">
            <a:avLst/>
          </a:prstGeom>
          <a:noFill/>
          <a:ln w="38100" cap="flat" cmpd="sng">
            <a:solidFill>
              <a:srgbClr val="FF0000"/>
            </a:solidFill>
            <a:prstDash val="sysDot"/>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sp>
        <p:nvSpPr>
          <p:cNvPr id="23566" name="Rectangle 14"/>
          <p:cNvSpPr/>
          <p:nvPr/>
        </p:nvSpPr>
        <p:spPr>
          <a:xfrm>
            <a:off x="2374900" y="2022793"/>
            <a:ext cx="4824413" cy="576262"/>
          </a:xfrm>
          <a:prstGeom prst="rect">
            <a:avLst/>
          </a:prstGeom>
          <a:noFill/>
          <a:ln w="38100" cap="flat" cmpd="sng">
            <a:solidFill>
              <a:srgbClr val="009999"/>
            </a:solidFill>
            <a:prstDash val="sysDot"/>
            <a:miter/>
            <a:headEnd type="none" w="med" len="med"/>
            <a:tailEnd type="none" w="med" len="med"/>
          </a:ln>
        </p:spPr>
        <p:txBody>
          <a:bodyPr wrap="none" anchor="ctr"/>
          <a:p>
            <a:endParaRPr lang="zh-CN" altLang="en-US" dirty="0">
              <a:effectLst>
                <a:outerShdw blurRad="38100" dist="38100" dir="2700000">
                  <a:srgbClr val="FFFFFF"/>
                </a:outerShdw>
              </a:effectLst>
              <a:latin typeface="Arial" panose="020B0604020202020204" pitchFamily="34" charset="0"/>
            </a:endParaRPr>
          </a:p>
        </p:txBody>
      </p:sp>
      <p:pic>
        <p:nvPicPr>
          <p:cNvPr id="23567" name="Picture 16" descr="hakutyou1-bb"/>
          <p:cNvPicPr>
            <a:picLocks noChangeAspect="1"/>
          </p:cNvPicPr>
          <p:nvPr/>
        </p:nvPicPr>
        <p:blipFill>
          <a:blip r:embed="rId2"/>
          <a:stretch>
            <a:fillRect/>
          </a:stretch>
        </p:blipFill>
        <p:spPr>
          <a:xfrm>
            <a:off x="5309870" y="5113655"/>
            <a:ext cx="1854835" cy="1483995"/>
          </a:xfrm>
          <a:prstGeom prst="rect">
            <a:avLst/>
          </a:prstGeom>
          <a:noFill/>
          <a:ln w="9525">
            <a:noFill/>
          </a:ln>
        </p:spPr>
      </p:pic>
      <p:pic>
        <p:nvPicPr>
          <p:cNvPr id="23568" name="Picture 17" descr="aqua1"/>
          <p:cNvPicPr>
            <a:picLocks noChangeAspect="1"/>
          </p:cNvPicPr>
          <p:nvPr/>
        </p:nvPicPr>
        <p:blipFill>
          <a:blip r:embed="rId3"/>
          <a:stretch>
            <a:fillRect/>
          </a:stretch>
        </p:blipFill>
        <p:spPr>
          <a:xfrm>
            <a:off x="7164388" y="5113338"/>
            <a:ext cx="1979612" cy="1484312"/>
          </a:xfrm>
          <a:prstGeom prst="rect">
            <a:avLst/>
          </a:prstGeom>
          <a:noFill/>
          <a:ln w="9525">
            <a:noFill/>
          </a:ln>
        </p:spPr>
      </p:pic>
      <p:sp>
        <p:nvSpPr>
          <p:cNvPr id="23569" name="Rectangle 35"/>
          <p:cNvSpPr/>
          <p:nvPr/>
        </p:nvSpPr>
        <p:spPr>
          <a:xfrm>
            <a:off x="3006725" y="1588"/>
            <a:ext cx="246063" cy="473075"/>
          </a:xfrm>
          <a:prstGeom prst="rect">
            <a:avLst/>
          </a:prstGeom>
          <a:noFill/>
          <a:ln w="9525">
            <a:noFill/>
          </a:ln>
        </p:spPr>
        <p:txBody>
          <a:bodyPr wrap="none">
            <a:spAutoFit/>
          </a:bodyPr>
          <a:p>
            <a:pPr algn="ctr">
              <a:lnSpc>
                <a:spcPts val="3000"/>
              </a:lnSpc>
            </a:pPr>
            <a:r>
              <a:rPr lang="en-US" altLang="x-none" b="1" dirty="0">
                <a:effectLst>
                  <a:outerShdw blurRad="38100" dist="38100" dir="2700000">
                    <a:srgbClr val="FFFFFF"/>
                  </a:outerShdw>
                </a:effectLst>
                <a:latin typeface="Arial" panose="020B0604020202020204" pitchFamily="34" charset="0"/>
              </a:rPr>
              <a:t> </a:t>
            </a:r>
            <a:endParaRPr lang="en-US" altLang="x-none" b="1" dirty="0">
              <a:effectLst>
                <a:outerShdw blurRad="38100" dist="38100" dir="2700000">
                  <a:srgbClr val="FFFFFF"/>
                </a:outerShdw>
              </a:effectLst>
              <a:latin typeface="Arial" panose="020B0604020202020204" pitchFamily="34" charset="0"/>
            </a:endParaRPr>
          </a:p>
        </p:txBody>
      </p:sp>
      <p:graphicFrame>
        <p:nvGraphicFramePr>
          <p:cNvPr id="23570" name="对象 23569"/>
          <p:cNvGraphicFramePr>
            <a:graphicFrameLocks noChangeAspect="1"/>
          </p:cNvGraphicFramePr>
          <p:nvPr/>
        </p:nvGraphicFramePr>
        <p:xfrm>
          <a:off x="584200" y="3462655"/>
          <a:ext cx="1925638" cy="377825"/>
        </p:xfrm>
        <a:graphic>
          <a:graphicData uri="http://schemas.openxmlformats.org/presentationml/2006/ole">
            <mc:AlternateContent xmlns:mc="http://schemas.openxmlformats.org/markup-compatibility/2006">
              <mc:Choice xmlns:v="urn:schemas-microsoft-com:vml" Requires="v">
                <p:oleObj spid="_x0000_s3086" name="" r:id="rId4" imgW="1296670" imgH="254000" progId="Equation.DSMT4">
                  <p:embed/>
                </p:oleObj>
              </mc:Choice>
              <mc:Fallback>
                <p:oleObj name="" r:id="rId4" imgW="1296670" imgH="254000" progId="Equation.DSMT4">
                  <p:embed/>
                  <p:pic>
                    <p:nvPicPr>
                      <p:cNvPr id="0" name="图片 3085"/>
                      <p:cNvPicPr/>
                      <p:nvPr/>
                    </p:nvPicPr>
                    <p:blipFill>
                      <a:blip r:embed="rId5"/>
                      <a:stretch>
                        <a:fillRect/>
                      </a:stretch>
                    </p:blipFill>
                    <p:spPr>
                      <a:xfrm>
                        <a:off x="584200" y="3462655"/>
                        <a:ext cx="1925638" cy="377825"/>
                      </a:xfrm>
                      <a:prstGeom prst="rect">
                        <a:avLst/>
                      </a:prstGeom>
                      <a:noFill/>
                      <a:ln w="38100">
                        <a:noFill/>
                        <a:miter/>
                      </a:ln>
                    </p:spPr>
                  </p:pic>
                </p:oleObj>
              </mc:Fallback>
            </mc:AlternateContent>
          </a:graphicData>
        </a:graphic>
      </p:graphicFrame>
      <p:graphicFrame>
        <p:nvGraphicFramePr>
          <p:cNvPr id="23571" name="对象 23570"/>
          <p:cNvGraphicFramePr>
            <a:graphicFrameLocks noChangeAspect="1"/>
          </p:cNvGraphicFramePr>
          <p:nvPr/>
        </p:nvGraphicFramePr>
        <p:xfrm>
          <a:off x="584200" y="3030855"/>
          <a:ext cx="1924050" cy="398463"/>
        </p:xfrm>
        <a:graphic>
          <a:graphicData uri="http://schemas.openxmlformats.org/presentationml/2006/ole">
            <mc:AlternateContent xmlns:mc="http://schemas.openxmlformats.org/markup-compatibility/2006">
              <mc:Choice xmlns:v="urn:schemas-microsoft-com:vml" Requires="v">
                <p:oleObj spid="_x0000_s3089" name="" r:id="rId6" imgW="1233170" imgH="254000" progId="Equation.DSMT4">
                  <p:embed/>
                </p:oleObj>
              </mc:Choice>
              <mc:Fallback>
                <p:oleObj name="" r:id="rId6" imgW="1233170" imgH="254000" progId="Equation.DSMT4">
                  <p:embed/>
                  <p:pic>
                    <p:nvPicPr>
                      <p:cNvPr id="0" name="图片 3088"/>
                      <p:cNvPicPr/>
                      <p:nvPr/>
                    </p:nvPicPr>
                    <p:blipFill>
                      <a:blip r:embed="rId7"/>
                      <a:stretch>
                        <a:fillRect/>
                      </a:stretch>
                    </p:blipFill>
                    <p:spPr>
                      <a:xfrm>
                        <a:off x="584200" y="3030855"/>
                        <a:ext cx="1924050" cy="398463"/>
                      </a:xfrm>
                      <a:prstGeom prst="rect">
                        <a:avLst/>
                      </a:prstGeom>
                      <a:noFill/>
                      <a:ln w="38100">
                        <a:noFill/>
                        <a:miter/>
                      </a:ln>
                    </p:spPr>
                  </p:pic>
                </p:oleObj>
              </mc:Fallback>
            </mc:AlternateContent>
          </a:graphicData>
        </a:graphic>
      </p:graphicFrame>
      <p:grpSp>
        <p:nvGrpSpPr>
          <p:cNvPr id="23572" name="组合 23571"/>
          <p:cNvGrpSpPr/>
          <p:nvPr/>
        </p:nvGrpSpPr>
        <p:grpSpPr>
          <a:xfrm>
            <a:off x="2590800" y="2543493"/>
            <a:ext cx="2376488" cy="481012"/>
            <a:chOff x="0" y="0"/>
            <a:chExt cx="907" cy="303"/>
          </a:xfrm>
        </p:grpSpPr>
        <p:sp>
          <p:nvSpPr>
            <p:cNvPr id="23573" name="Rectangle 40"/>
            <p:cNvSpPr/>
            <p:nvPr/>
          </p:nvSpPr>
          <p:spPr>
            <a:xfrm>
              <a:off x="90" y="91"/>
              <a:ext cx="699" cy="212"/>
            </a:xfrm>
            <a:prstGeom prst="rect">
              <a:avLst/>
            </a:prstGeom>
            <a:noFill/>
            <a:ln w="9525">
              <a:noFill/>
            </a:ln>
          </p:spPr>
          <p:txBody>
            <a:bodyPr>
              <a:spAutoFit/>
            </a:bodyPr>
            <a:p>
              <a:pPr algn="ctr"/>
              <a:r>
                <a:rPr lang="en-US" altLang="x-none" dirty="0">
                  <a:solidFill>
                    <a:srgbClr val="006699"/>
                  </a:solidFill>
                  <a:effectLst>
                    <a:outerShdw blurRad="38100" dist="38100" dir="2700000">
                      <a:srgbClr val="000000"/>
                    </a:outerShdw>
                  </a:effectLst>
                  <a:latin typeface="Arial" panose="020B0604020202020204" pitchFamily="34" charset="0"/>
                </a:rPr>
                <a:t>Study Factor</a:t>
              </a:r>
              <a:endParaRPr lang="en-US" altLang="x-none" dirty="0">
                <a:solidFill>
                  <a:srgbClr val="006699"/>
                </a:solidFill>
                <a:effectLst>
                  <a:outerShdw blurRad="38100" dist="38100" dir="2700000">
                    <a:srgbClr val="000000"/>
                  </a:outerShdw>
                </a:effectLst>
                <a:latin typeface="Arial" panose="020B0604020202020204" pitchFamily="34" charset="0"/>
              </a:endParaRPr>
            </a:p>
          </p:txBody>
        </p:sp>
        <p:sp>
          <p:nvSpPr>
            <p:cNvPr id="23574" name="Line 41"/>
            <p:cNvSpPr/>
            <p:nvPr/>
          </p:nvSpPr>
          <p:spPr>
            <a:xfrm flipH="1" flipV="1">
              <a:off x="0" y="0"/>
              <a:ext cx="136" cy="182"/>
            </a:xfrm>
            <a:prstGeom prst="line">
              <a:avLst/>
            </a:prstGeom>
            <a:ln w="9525" cap="flat" cmpd="sng">
              <a:solidFill>
                <a:srgbClr val="006699"/>
              </a:solidFill>
              <a:prstDash val="solid"/>
              <a:headEnd type="none" w="med" len="med"/>
              <a:tailEnd type="none" w="med" len="med"/>
            </a:ln>
          </p:spPr>
        </p:sp>
        <p:sp>
          <p:nvSpPr>
            <p:cNvPr id="23575" name="Line 42"/>
            <p:cNvSpPr/>
            <p:nvPr/>
          </p:nvSpPr>
          <p:spPr>
            <a:xfrm flipV="1">
              <a:off x="771" y="0"/>
              <a:ext cx="136" cy="182"/>
            </a:xfrm>
            <a:prstGeom prst="line">
              <a:avLst/>
            </a:prstGeom>
            <a:ln w="9525" cap="flat" cmpd="sng">
              <a:solidFill>
                <a:srgbClr val="006699"/>
              </a:solidFill>
              <a:prstDash val="solid"/>
              <a:headEnd type="none" w="med" len="med"/>
              <a:tailEnd type="none" w="med" len="med"/>
            </a:ln>
          </p:spPr>
        </p:sp>
      </p:grpSp>
      <p:graphicFrame>
        <p:nvGraphicFramePr>
          <p:cNvPr id="23577" name="内容占位符 23576"/>
          <p:cNvGraphicFramePr>
            <a:graphicFrameLocks noChangeAspect="1"/>
          </p:cNvGraphicFramePr>
          <p:nvPr>
            <p:ph sz="half" idx="1"/>
          </p:nvPr>
        </p:nvGraphicFramePr>
        <p:xfrm>
          <a:off x="574675" y="2118043"/>
          <a:ext cx="6626225" cy="388937"/>
        </p:xfrm>
        <a:graphic>
          <a:graphicData uri="http://schemas.openxmlformats.org/presentationml/2006/ole">
            <mc:AlternateContent xmlns:mc="http://schemas.openxmlformats.org/markup-compatibility/2006">
              <mc:Choice xmlns:v="urn:schemas-microsoft-com:vml" Requires="v">
                <p:oleObj spid="_x0000_s3090" name="" r:id="rId8" imgW="4112895" imgH="241300" progId="Equation.DSMT4">
                  <p:embed/>
                </p:oleObj>
              </mc:Choice>
              <mc:Fallback>
                <p:oleObj name="" r:id="rId8" imgW="4112895" imgH="241300" progId="Equation.DSMT4">
                  <p:embed/>
                  <p:pic>
                    <p:nvPicPr>
                      <p:cNvPr id="0" name="图片 3089"/>
                      <p:cNvPicPr/>
                      <p:nvPr/>
                    </p:nvPicPr>
                    <p:blipFill>
                      <a:blip r:embed="rId9"/>
                      <a:stretch>
                        <a:fillRect/>
                      </a:stretch>
                    </p:blipFill>
                    <p:spPr>
                      <a:xfrm>
                        <a:off x="574675" y="2118043"/>
                        <a:ext cx="6626225" cy="388937"/>
                      </a:xfrm>
                      <a:prstGeom prst="rect">
                        <a:avLst/>
                      </a:prstGeom>
                      <a:noFill/>
                      <a:ln w="38100">
                        <a:miter/>
                      </a:ln>
                    </p:spPr>
                  </p:pic>
                </p:oleObj>
              </mc:Fallback>
            </mc:AlternateContent>
          </a:graphicData>
        </a:graphic>
      </p:graphicFrame>
      <p:graphicFrame>
        <p:nvGraphicFramePr>
          <p:cNvPr id="23578" name="内容占位符 23577"/>
          <p:cNvGraphicFramePr>
            <a:graphicFrameLocks noChangeAspect="1"/>
          </p:cNvGraphicFramePr>
          <p:nvPr>
            <p:ph sz="half" idx="1"/>
          </p:nvPr>
        </p:nvGraphicFramePr>
        <p:xfrm>
          <a:off x="574675" y="2616518"/>
          <a:ext cx="2016125" cy="344487"/>
        </p:xfrm>
        <a:graphic>
          <a:graphicData uri="http://schemas.openxmlformats.org/presentationml/2006/ole">
            <mc:AlternateContent xmlns:mc="http://schemas.openxmlformats.org/markup-compatibility/2006">
              <mc:Choice xmlns:v="urn:schemas-microsoft-com:vml" Requires="v">
                <p:oleObj spid="_x0000_s3091" name="" r:id="rId10" imgW="1195070" imgH="203200" progId="Equation.DSMT4">
                  <p:embed/>
                </p:oleObj>
              </mc:Choice>
              <mc:Fallback>
                <p:oleObj name="" r:id="rId10" imgW="1195070" imgH="203200" progId="Equation.DSMT4">
                  <p:embed/>
                  <p:pic>
                    <p:nvPicPr>
                      <p:cNvPr id="0" name="图片 3090"/>
                      <p:cNvPicPr/>
                      <p:nvPr/>
                    </p:nvPicPr>
                    <p:blipFill>
                      <a:blip r:embed="rId11"/>
                      <a:stretch>
                        <a:fillRect/>
                      </a:stretch>
                    </p:blipFill>
                    <p:spPr>
                      <a:xfrm>
                        <a:off x="574675" y="2616518"/>
                        <a:ext cx="2016125" cy="344487"/>
                      </a:xfrm>
                      <a:prstGeom prst="rect">
                        <a:avLst/>
                      </a:prstGeom>
                      <a:noFill/>
                      <a:ln w="38100">
                        <a:miter/>
                      </a:ln>
                    </p:spPr>
                  </p:pic>
                </p:oleObj>
              </mc:Fallback>
            </mc:AlternateContent>
          </a:graphicData>
        </a:graphic>
      </p:graphicFrame>
      <p:sp>
        <p:nvSpPr>
          <p:cNvPr id="23579" name="Text Box 58"/>
          <p:cNvSpPr txBox="1"/>
          <p:nvPr/>
        </p:nvSpPr>
        <p:spPr>
          <a:xfrm>
            <a:off x="4679950" y="4675505"/>
            <a:ext cx="838200" cy="519113"/>
          </a:xfrm>
          <a:prstGeom prst="rect">
            <a:avLst/>
          </a:prstGeom>
          <a:noFill/>
          <a:ln w="9525">
            <a:noFill/>
          </a:ln>
        </p:spPr>
        <p:txBody>
          <a:bodyPr>
            <a:spAutoFit/>
          </a:bodyPr>
          <a:p>
            <a:pPr eaLnBrk="0" hangingPunct="0">
              <a:spcBef>
                <a:spcPct val="50000"/>
              </a:spcBef>
            </a:pPr>
            <a:r>
              <a:rPr lang="fr-FR" altLang="en-US" sz="2800" b="1" i="1" dirty="0">
                <a:latin typeface="Times"/>
              </a:rPr>
              <a:t>p</a:t>
            </a:r>
            <a:r>
              <a:rPr lang="fr-FR" altLang="en-US" sz="2800" b="1" i="1" baseline="-25000" dirty="0">
                <a:latin typeface="Times"/>
              </a:rPr>
              <a:t>g</a:t>
            </a:r>
            <a:endParaRPr lang="fr-FR" altLang="en-US" sz="2800" b="1" i="1" dirty="0">
              <a:latin typeface="Time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562"/>
                                        </p:tgtEl>
                                        <p:attrNameLst>
                                          <p:attrName>style.visibility</p:attrName>
                                        </p:attrNameLst>
                                      </p:cBhvr>
                                      <p:to>
                                        <p:strVal val="visible"/>
                                      </p:to>
                                    </p:set>
                                    <p:animEffect transition="in" filter="fade">
                                      <p:cBhvr>
                                        <p:cTn id="7" dur="500"/>
                                        <p:tgtEl>
                                          <p:spTgt spid="2356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3558"/>
                                        </p:tgtEl>
                                        <p:attrNameLst>
                                          <p:attrName>style.visibility</p:attrName>
                                        </p:attrNameLst>
                                      </p:cBhvr>
                                      <p:to>
                                        <p:strVal val="visible"/>
                                      </p:to>
                                    </p:set>
                                    <p:animEffect transition="in" filter="wipe(down)">
                                      <p:cBhvr>
                                        <p:cTn id="11" dur="500"/>
                                        <p:tgtEl>
                                          <p:spTgt spid="23558"/>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3561"/>
                                        </p:tgtEl>
                                        <p:attrNameLst>
                                          <p:attrName>style.visibility</p:attrName>
                                        </p:attrNameLst>
                                      </p:cBhvr>
                                      <p:to>
                                        <p:strVal val="visible"/>
                                      </p:to>
                                    </p:set>
                                    <p:animEffect transition="in" filter="wipe(down)">
                                      <p:cBhvr>
                                        <p:cTn id="15" dur="500"/>
                                        <p:tgtEl>
                                          <p:spTgt spid="23561"/>
                                        </p:tgtEl>
                                      </p:cBhvr>
                                    </p:animEffect>
                                  </p:childTnLst>
                                </p:cTn>
                              </p:par>
                            </p:childTnLst>
                          </p:cTn>
                        </p:par>
                        <p:par>
                          <p:cTn id="16" fill="hold">
                            <p:stCondLst>
                              <p:cond delay="1500"/>
                            </p:stCondLst>
                            <p:childTnLst>
                              <p:par>
                                <p:cTn id="17" presetID="39" presetClass="entr" presetSubtype="0" accel="100000" fill="hold" grpId="0" nodeType="afterEffect">
                                  <p:stCondLst>
                                    <p:cond delay="0"/>
                                  </p:stCondLst>
                                  <p:childTnLst>
                                    <p:set>
                                      <p:cBhvr>
                                        <p:cTn id="18" dur="1" fill="hold">
                                          <p:stCondLst>
                                            <p:cond delay="0"/>
                                          </p:stCondLst>
                                        </p:cTn>
                                        <p:tgtEl>
                                          <p:spTgt spid="23563"/>
                                        </p:tgtEl>
                                        <p:attrNameLst>
                                          <p:attrName>style.visibility</p:attrName>
                                        </p:attrNameLst>
                                      </p:cBhvr>
                                      <p:to>
                                        <p:strVal val="visible"/>
                                      </p:to>
                                    </p:set>
                                    <p:anim calcmode="lin" valueType="num">
                                      <p:cBhvr>
                                        <p:cTn id="19" dur="500" fill="hold"/>
                                        <p:tgtEl>
                                          <p:spTgt spid="23563"/>
                                        </p:tgtEl>
                                        <p:attrNameLst>
                                          <p:attrName>ppt_h</p:attrName>
                                        </p:attrNameLst>
                                      </p:cBhvr>
                                      <p:tavLst>
                                        <p:tav tm="0">
                                          <p:val>
                                            <p:strVal val="#ppt_h/20"/>
                                          </p:val>
                                        </p:tav>
                                        <p:tav tm="50000">
                                          <p:val>
                                            <p:strVal val="#ppt_h/20"/>
                                          </p:val>
                                        </p:tav>
                                        <p:tav tm="100000">
                                          <p:val>
                                            <p:strVal val="#ppt_h"/>
                                          </p:val>
                                        </p:tav>
                                      </p:tavLst>
                                    </p:anim>
                                    <p:anim calcmode="lin" valueType="num">
                                      <p:cBhvr>
                                        <p:cTn id="20" dur="500" fill="hold"/>
                                        <p:tgtEl>
                                          <p:spTgt spid="23563"/>
                                        </p:tgtEl>
                                        <p:attrNameLst>
                                          <p:attrName>ppt_w</p:attrName>
                                        </p:attrNameLst>
                                      </p:cBhvr>
                                      <p:tavLst>
                                        <p:tav tm="0">
                                          <p:val>
                                            <p:strVal val="#ppt_w+.3"/>
                                          </p:val>
                                        </p:tav>
                                        <p:tav tm="50000">
                                          <p:val>
                                            <p:strVal val="#ppt_w+.3"/>
                                          </p:val>
                                        </p:tav>
                                        <p:tav tm="100000">
                                          <p:val>
                                            <p:strVal val="#ppt_w"/>
                                          </p:val>
                                        </p:tav>
                                      </p:tavLst>
                                    </p:anim>
                                    <p:anim calcmode="lin" valueType="num">
                                      <p:cBhvr>
                                        <p:cTn id="21" dur="500" fill="hold"/>
                                        <p:tgtEl>
                                          <p:spTgt spid="23563"/>
                                        </p:tgtEl>
                                        <p:attrNameLst>
                                          <p:attrName>ppt_x</p:attrName>
                                        </p:attrNameLst>
                                      </p:cBhvr>
                                      <p:tavLst>
                                        <p:tav tm="0">
                                          <p:val>
                                            <p:strVal val="#ppt_x-.3"/>
                                          </p:val>
                                        </p:tav>
                                        <p:tav tm="50000">
                                          <p:val>
                                            <p:strVal val="#ppt_x"/>
                                          </p:val>
                                        </p:tav>
                                        <p:tav tm="100000">
                                          <p:val>
                                            <p:strVal val="#ppt_x"/>
                                          </p:val>
                                        </p:tav>
                                      </p:tavLst>
                                    </p:anim>
                                    <p:anim calcmode="lin" valueType="num">
                                      <p:cBhvr>
                                        <p:cTn id="22" dur="500" fill="hold"/>
                                        <p:tgtEl>
                                          <p:spTgt spid="2356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nodeType="clickEffect">
                                  <p:stCondLst>
                                    <p:cond delay="0"/>
                                  </p:stCondLst>
                                  <p:childTnLst>
                                    <p:set>
                                      <p:cBhvr>
                                        <p:cTn id="26" dur="1" fill="hold">
                                          <p:stCondLst>
                                            <p:cond delay="0"/>
                                          </p:stCondLst>
                                        </p:cTn>
                                        <p:tgtEl>
                                          <p:spTgt spid="23572"/>
                                        </p:tgtEl>
                                        <p:attrNameLst>
                                          <p:attrName>style.visibility</p:attrName>
                                        </p:attrNameLst>
                                      </p:cBhvr>
                                      <p:to>
                                        <p:strVal val="visible"/>
                                      </p:to>
                                    </p:set>
                                    <p:animEffect transition="in" filter="slide(fromTop)">
                                      <p:cBhvr>
                                        <p:cTn id="27" dur="500"/>
                                        <p:tgtEl>
                                          <p:spTgt spid="23572"/>
                                        </p:tgtEl>
                                      </p:cBhvr>
                                    </p:animEffect>
                                  </p:childTnLst>
                                </p:cTn>
                              </p:par>
                            </p:childTnLst>
                          </p:cTn>
                        </p:par>
                        <p:par>
                          <p:cTn id="28" fill="hold">
                            <p:stCondLst>
                              <p:cond delay="500"/>
                            </p:stCondLst>
                            <p:childTnLst>
                              <p:par>
                                <p:cTn id="29" presetID="37" presetClass="exit" presetSubtype="0" fill="hold" grpId="1" nodeType="afterEffect">
                                  <p:stCondLst>
                                    <p:cond delay="0"/>
                                  </p:stCondLst>
                                  <p:childTnLst>
                                    <p:animEffect transition="out" filter="fade">
                                      <p:cBhvr>
                                        <p:cTn id="30" dur="1000"/>
                                        <p:tgtEl>
                                          <p:spTgt spid="23563"/>
                                        </p:tgtEl>
                                      </p:cBhvr>
                                    </p:animEffect>
                                    <p:anim calcmode="lin" valueType="num">
                                      <p:cBhvr>
                                        <p:cTn id="31" dur="1000"/>
                                        <p:tgtEl>
                                          <p:spTgt spid="23563"/>
                                        </p:tgtEl>
                                        <p:attrNameLst>
                                          <p:attrName>ppt_x</p:attrName>
                                        </p:attrNameLst>
                                      </p:cBhvr>
                                      <p:tavLst>
                                        <p:tav tm="0">
                                          <p:val>
                                            <p:strVal val="ppt_x"/>
                                          </p:val>
                                        </p:tav>
                                        <p:tav tm="100000">
                                          <p:val>
                                            <p:strVal val="ppt_x"/>
                                          </p:val>
                                        </p:tav>
                                      </p:tavLst>
                                    </p:anim>
                                    <p:anim calcmode="lin" valueType="num">
                                      <p:cBhvr>
                                        <p:cTn id="32" dur="100" decel="100000"/>
                                        <p:tgtEl>
                                          <p:spTgt spid="23563"/>
                                        </p:tgtEl>
                                        <p:attrNameLst>
                                          <p:attrName>ppt_y</p:attrName>
                                        </p:attrNameLst>
                                      </p:cBhvr>
                                      <p:tavLst>
                                        <p:tav tm="0">
                                          <p:val>
                                            <p:strVal val="ppt_y"/>
                                          </p:val>
                                        </p:tav>
                                        <p:tav tm="100000">
                                          <p:val>
                                            <p:strVal val="ppt_y-.03"/>
                                          </p:val>
                                        </p:tav>
                                      </p:tavLst>
                                    </p:anim>
                                    <p:anim calcmode="lin" valueType="num">
                                      <p:cBhvr>
                                        <p:cTn id="33" dur="900" accel="100000">
                                          <p:stCondLst>
                                            <p:cond delay="100"/>
                                          </p:stCondLst>
                                        </p:cTn>
                                        <p:tgtEl>
                                          <p:spTgt spid="23563"/>
                                        </p:tgtEl>
                                        <p:attrNameLst>
                                          <p:attrName>ppt_y</p:attrName>
                                        </p:attrNameLst>
                                      </p:cBhvr>
                                      <p:tavLst>
                                        <p:tav tm="0">
                                          <p:val>
                                            <p:strVal val="ppt_y"/>
                                          </p:val>
                                        </p:tav>
                                        <p:tav tm="100000">
                                          <p:val>
                                            <p:strVal val="ppt_y+1"/>
                                          </p:val>
                                        </p:tav>
                                      </p:tavLst>
                                    </p:anim>
                                    <p:set>
                                      <p:cBhvr>
                                        <p:cTn id="34" dur="1" fill="hold">
                                          <p:stCondLst>
                                            <p:cond delay="999"/>
                                          </p:stCondLst>
                                        </p:cTn>
                                        <p:tgtEl>
                                          <p:spTgt spid="23563"/>
                                        </p:tgtEl>
                                        <p:attrNameLst>
                                          <p:attrName>style.visibility</p:attrName>
                                        </p:attrNameLst>
                                      </p:cBhvr>
                                      <p:to>
                                        <p:strVal val="hidden"/>
                                      </p:to>
                                    </p:set>
                                  </p:childTnLst>
                                </p:cTn>
                              </p:par>
                            </p:childTnLst>
                          </p:cTn>
                        </p:par>
                        <p:par>
                          <p:cTn id="35" fill="hold">
                            <p:stCondLst>
                              <p:cond delay="1500"/>
                            </p:stCondLst>
                            <p:childTnLst>
                              <p:par>
                                <p:cTn id="36" presetID="22" presetClass="entr" presetSubtype="4" fill="hold" nodeType="afterEffect">
                                  <p:stCondLst>
                                    <p:cond delay="0"/>
                                  </p:stCondLst>
                                  <p:childTnLst>
                                    <p:set>
                                      <p:cBhvr>
                                        <p:cTn id="37" dur="1" fill="hold">
                                          <p:stCondLst>
                                            <p:cond delay="0"/>
                                          </p:stCondLst>
                                        </p:cTn>
                                        <p:tgtEl>
                                          <p:spTgt spid="23557"/>
                                        </p:tgtEl>
                                        <p:attrNameLst>
                                          <p:attrName>style.visibility</p:attrName>
                                        </p:attrNameLst>
                                      </p:cBhvr>
                                      <p:to>
                                        <p:strVal val="visible"/>
                                      </p:to>
                                    </p:set>
                                    <p:animEffect transition="in" filter="wipe(down)">
                                      <p:cBhvr>
                                        <p:cTn id="38" dur="500"/>
                                        <p:tgtEl>
                                          <p:spTgt spid="23557"/>
                                        </p:tgtEl>
                                      </p:cBhvr>
                                    </p:animEffect>
                                  </p:childTnLst>
                                </p:cTn>
                              </p:par>
                            </p:childTnLst>
                          </p:cTn>
                        </p:par>
                        <p:par>
                          <p:cTn id="39" fill="hold">
                            <p:stCondLst>
                              <p:cond delay="2000"/>
                            </p:stCondLst>
                            <p:childTnLst>
                              <p:par>
                                <p:cTn id="40" presetID="22" presetClass="entr" presetSubtype="4" fill="hold" grpId="0" nodeType="afterEffect">
                                  <p:stCondLst>
                                    <p:cond delay="0"/>
                                  </p:stCondLst>
                                  <p:childTnLst>
                                    <p:set>
                                      <p:cBhvr>
                                        <p:cTn id="41" dur="1" fill="hold">
                                          <p:stCondLst>
                                            <p:cond delay="0"/>
                                          </p:stCondLst>
                                        </p:cTn>
                                        <p:tgtEl>
                                          <p:spTgt spid="23554"/>
                                        </p:tgtEl>
                                        <p:attrNameLst>
                                          <p:attrName>style.visibility</p:attrName>
                                        </p:attrNameLst>
                                      </p:cBhvr>
                                      <p:to>
                                        <p:strVal val="visible"/>
                                      </p:to>
                                    </p:set>
                                    <p:animEffect transition="in" filter="wipe(down)">
                                      <p:cBhvr>
                                        <p:cTn id="42" dur="500"/>
                                        <p:tgtEl>
                                          <p:spTgt spid="23554"/>
                                        </p:tgtEl>
                                      </p:cBhvr>
                                    </p:animEffect>
                                  </p:childTnLst>
                                </p:cTn>
                              </p:par>
                            </p:childTnLst>
                          </p:cTn>
                        </p:par>
                        <p:par>
                          <p:cTn id="43" fill="hold">
                            <p:stCondLst>
                              <p:cond delay="2500"/>
                            </p:stCondLst>
                            <p:childTnLst>
                              <p:par>
                                <p:cTn id="44" presetID="39" presetClass="entr" presetSubtype="0" accel="100000" fill="hold" grpId="0" nodeType="afterEffect">
                                  <p:stCondLst>
                                    <p:cond delay="0"/>
                                  </p:stCondLst>
                                  <p:childTnLst>
                                    <p:set>
                                      <p:cBhvr>
                                        <p:cTn id="45" dur="1" fill="hold">
                                          <p:stCondLst>
                                            <p:cond delay="0"/>
                                          </p:stCondLst>
                                        </p:cTn>
                                        <p:tgtEl>
                                          <p:spTgt spid="23564"/>
                                        </p:tgtEl>
                                        <p:attrNameLst>
                                          <p:attrName>style.visibility</p:attrName>
                                        </p:attrNameLst>
                                      </p:cBhvr>
                                      <p:to>
                                        <p:strVal val="visible"/>
                                      </p:to>
                                    </p:set>
                                    <p:anim calcmode="lin" valueType="num">
                                      <p:cBhvr>
                                        <p:cTn id="46" dur="500" fill="hold"/>
                                        <p:tgtEl>
                                          <p:spTgt spid="23564"/>
                                        </p:tgtEl>
                                        <p:attrNameLst>
                                          <p:attrName>ppt_h</p:attrName>
                                        </p:attrNameLst>
                                      </p:cBhvr>
                                      <p:tavLst>
                                        <p:tav tm="0">
                                          <p:val>
                                            <p:strVal val="#ppt_h/20"/>
                                          </p:val>
                                        </p:tav>
                                        <p:tav tm="50000">
                                          <p:val>
                                            <p:strVal val="#ppt_h/20"/>
                                          </p:val>
                                        </p:tav>
                                        <p:tav tm="100000">
                                          <p:val>
                                            <p:strVal val="#ppt_h"/>
                                          </p:val>
                                        </p:tav>
                                      </p:tavLst>
                                    </p:anim>
                                    <p:anim calcmode="lin" valueType="num">
                                      <p:cBhvr>
                                        <p:cTn id="47" dur="500" fill="hold"/>
                                        <p:tgtEl>
                                          <p:spTgt spid="23564"/>
                                        </p:tgtEl>
                                        <p:attrNameLst>
                                          <p:attrName>ppt_w</p:attrName>
                                        </p:attrNameLst>
                                      </p:cBhvr>
                                      <p:tavLst>
                                        <p:tav tm="0">
                                          <p:val>
                                            <p:strVal val="#ppt_w+.3"/>
                                          </p:val>
                                        </p:tav>
                                        <p:tav tm="50000">
                                          <p:val>
                                            <p:strVal val="#ppt_w+.3"/>
                                          </p:val>
                                        </p:tav>
                                        <p:tav tm="100000">
                                          <p:val>
                                            <p:strVal val="#ppt_w"/>
                                          </p:val>
                                        </p:tav>
                                      </p:tavLst>
                                    </p:anim>
                                    <p:anim calcmode="lin" valueType="num">
                                      <p:cBhvr>
                                        <p:cTn id="48" dur="500" fill="hold"/>
                                        <p:tgtEl>
                                          <p:spTgt spid="23564"/>
                                        </p:tgtEl>
                                        <p:attrNameLst>
                                          <p:attrName>ppt_x</p:attrName>
                                        </p:attrNameLst>
                                      </p:cBhvr>
                                      <p:tavLst>
                                        <p:tav tm="0">
                                          <p:val>
                                            <p:strVal val="#ppt_x-.3"/>
                                          </p:val>
                                        </p:tav>
                                        <p:tav tm="50000">
                                          <p:val>
                                            <p:strVal val="#ppt_x"/>
                                          </p:val>
                                        </p:tav>
                                        <p:tav tm="100000">
                                          <p:val>
                                            <p:strVal val="#ppt_x"/>
                                          </p:val>
                                        </p:tav>
                                      </p:tavLst>
                                    </p:anim>
                                    <p:anim calcmode="lin" valueType="num">
                                      <p:cBhvr>
                                        <p:cTn id="49" dur="500" fill="hold"/>
                                        <p:tgtEl>
                                          <p:spTgt spid="23564"/>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7" presetClass="exit" presetSubtype="0" fill="hold" grpId="1" nodeType="clickEffect">
                                  <p:stCondLst>
                                    <p:cond delay="0"/>
                                  </p:stCondLst>
                                  <p:childTnLst>
                                    <p:animEffect transition="out" filter="fade">
                                      <p:cBhvr>
                                        <p:cTn id="53" dur="1000"/>
                                        <p:tgtEl>
                                          <p:spTgt spid="23564"/>
                                        </p:tgtEl>
                                      </p:cBhvr>
                                    </p:animEffect>
                                    <p:anim calcmode="lin" valueType="num">
                                      <p:cBhvr>
                                        <p:cTn id="54" dur="1000"/>
                                        <p:tgtEl>
                                          <p:spTgt spid="23564"/>
                                        </p:tgtEl>
                                        <p:attrNameLst>
                                          <p:attrName>ppt_x</p:attrName>
                                        </p:attrNameLst>
                                      </p:cBhvr>
                                      <p:tavLst>
                                        <p:tav tm="0">
                                          <p:val>
                                            <p:strVal val="ppt_x"/>
                                          </p:val>
                                        </p:tav>
                                        <p:tav tm="100000">
                                          <p:val>
                                            <p:strVal val="ppt_x"/>
                                          </p:val>
                                        </p:tav>
                                      </p:tavLst>
                                    </p:anim>
                                    <p:anim calcmode="lin" valueType="num">
                                      <p:cBhvr>
                                        <p:cTn id="55" dur="100" decel="100000"/>
                                        <p:tgtEl>
                                          <p:spTgt spid="23564"/>
                                        </p:tgtEl>
                                        <p:attrNameLst>
                                          <p:attrName>ppt_y</p:attrName>
                                        </p:attrNameLst>
                                      </p:cBhvr>
                                      <p:tavLst>
                                        <p:tav tm="0">
                                          <p:val>
                                            <p:strVal val="ppt_y"/>
                                          </p:val>
                                        </p:tav>
                                        <p:tav tm="100000">
                                          <p:val>
                                            <p:strVal val="ppt_y-.03"/>
                                          </p:val>
                                        </p:tav>
                                      </p:tavLst>
                                    </p:anim>
                                    <p:anim calcmode="lin" valueType="num">
                                      <p:cBhvr>
                                        <p:cTn id="56" dur="900" accel="100000">
                                          <p:stCondLst>
                                            <p:cond delay="100"/>
                                          </p:stCondLst>
                                        </p:cTn>
                                        <p:tgtEl>
                                          <p:spTgt spid="23564"/>
                                        </p:tgtEl>
                                        <p:attrNameLst>
                                          <p:attrName>ppt_y</p:attrName>
                                        </p:attrNameLst>
                                      </p:cBhvr>
                                      <p:tavLst>
                                        <p:tav tm="0">
                                          <p:val>
                                            <p:strVal val="ppt_y"/>
                                          </p:val>
                                        </p:tav>
                                        <p:tav tm="100000">
                                          <p:val>
                                            <p:strVal val="ppt_y+1"/>
                                          </p:val>
                                        </p:tav>
                                      </p:tavLst>
                                    </p:anim>
                                    <p:set>
                                      <p:cBhvr>
                                        <p:cTn id="57" dur="1" fill="hold">
                                          <p:stCondLst>
                                            <p:cond delay="999"/>
                                          </p:stCondLst>
                                        </p:cTn>
                                        <p:tgtEl>
                                          <p:spTgt spid="23564"/>
                                        </p:tgtEl>
                                        <p:attrNameLst>
                                          <p:attrName>style.visibility</p:attrName>
                                        </p:attrNameLst>
                                      </p:cBhvr>
                                      <p:to>
                                        <p:strVal val="hidden"/>
                                      </p:to>
                                    </p:set>
                                  </p:childTnLst>
                                </p:cTn>
                              </p:par>
                            </p:childTnLst>
                          </p:cTn>
                        </p:par>
                        <p:par>
                          <p:cTn id="58" fill="hold">
                            <p:stCondLst>
                              <p:cond delay="1000"/>
                            </p:stCondLst>
                            <p:childTnLst>
                              <p:par>
                                <p:cTn id="59" presetID="22" presetClass="entr" presetSubtype="8" fill="hold" nodeType="afterEffect">
                                  <p:stCondLst>
                                    <p:cond delay="0"/>
                                  </p:stCondLst>
                                  <p:childTnLst>
                                    <p:set>
                                      <p:cBhvr>
                                        <p:cTn id="60" dur="1" fill="hold">
                                          <p:stCondLst>
                                            <p:cond delay="0"/>
                                          </p:stCondLst>
                                        </p:cTn>
                                        <p:tgtEl>
                                          <p:spTgt spid="23556"/>
                                        </p:tgtEl>
                                        <p:attrNameLst>
                                          <p:attrName>style.visibility</p:attrName>
                                        </p:attrNameLst>
                                      </p:cBhvr>
                                      <p:to>
                                        <p:strVal val="visible"/>
                                      </p:to>
                                    </p:set>
                                    <p:animEffect transition="in" filter="wipe(left)">
                                      <p:cBhvr>
                                        <p:cTn id="61" dur="500"/>
                                        <p:tgtEl>
                                          <p:spTgt spid="23556"/>
                                        </p:tgtEl>
                                      </p:cBhvr>
                                    </p:animEffect>
                                  </p:childTnLst>
                                </p:cTn>
                              </p:par>
                            </p:childTnLst>
                          </p:cTn>
                        </p:par>
                        <p:par>
                          <p:cTn id="62" fill="hold">
                            <p:stCondLst>
                              <p:cond delay="1500"/>
                            </p:stCondLst>
                            <p:childTnLst>
                              <p:par>
                                <p:cTn id="63" presetID="22" presetClass="entr" presetSubtype="8" fill="hold" grpId="0" nodeType="afterEffect">
                                  <p:stCondLst>
                                    <p:cond delay="0"/>
                                  </p:stCondLst>
                                  <p:childTnLst>
                                    <p:set>
                                      <p:cBhvr>
                                        <p:cTn id="64" dur="1" fill="hold">
                                          <p:stCondLst>
                                            <p:cond delay="0"/>
                                          </p:stCondLst>
                                        </p:cTn>
                                        <p:tgtEl>
                                          <p:spTgt spid="23555"/>
                                        </p:tgtEl>
                                        <p:attrNameLst>
                                          <p:attrName>style.visibility</p:attrName>
                                        </p:attrNameLst>
                                      </p:cBhvr>
                                      <p:to>
                                        <p:strVal val="visible"/>
                                      </p:to>
                                    </p:set>
                                    <p:animEffect transition="in" filter="wipe(left)">
                                      <p:cBhvr>
                                        <p:cTn id="65" dur="500"/>
                                        <p:tgtEl>
                                          <p:spTgt spid="23555"/>
                                        </p:tgtEl>
                                      </p:cBhvr>
                                    </p:animEffect>
                                  </p:childTnLst>
                                </p:cTn>
                              </p:par>
                            </p:childTnLst>
                          </p:cTn>
                        </p:par>
                        <p:par>
                          <p:cTn id="66" fill="hold">
                            <p:stCondLst>
                              <p:cond delay="2000"/>
                            </p:stCondLst>
                            <p:childTnLst>
                              <p:par>
                                <p:cTn id="67" presetID="39" presetClass="entr" presetSubtype="0" accel="100000" fill="hold" grpId="0" nodeType="afterEffect">
                                  <p:stCondLst>
                                    <p:cond delay="0"/>
                                  </p:stCondLst>
                                  <p:childTnLst>
                                    <p:set>
                                      <p:cBhvr>
                                        <p:cTn id="68" dur="1" fill="hold">
                                          <p:stCondLst>
                                            <p:cond delay="0"/>
                                          </p:stCondLst>
                                        </p:cTn>
                                        <p:tgtEl>
                                          <p:spTgt spid="23565"/>
                                        </p:tgtEl>
                                        <p:attrNameLst>
                                          <p:attrName>style.visibility</p:attrName>
                                        </p:attrNameLst>
                                      </p:cBhvr>
                                      <p:to>
                                        <p:strVal val="visible"/>
                                      </p:to>
                                    </p:set>
                                    <p:anim calcmode="lin" valueType="num">
                                      <p:cBhvr>
                                        <p:cTn id="69" dur="500" fill="hold"/>
                                        <p:tgtEl>
                                          <p:spTgt spid="23565"/>
                                        </p:tgtEl>
                                        <p:attrNameLst>
                                          <p:attrName>ppt_h</p:attrName>
                                        </p:attrNameLst>
                                      </p:cBhvr>
                                      <p:tavLst>
                                        <p:tav tm="0">
                                          <p:val>
                                            <p:strVal val="#ppt_h/20"/>
                                          </p:val>
                                        </p:tav>
                                        <p:tav tm="50000">
                                          <p:val>
                                            <p:strVal val="#ppt_h/20"/>
                                          </p:val>
                                        </p:tav>
                                        <p:tav tm="100000">
                                          <p:val>
                                            <p:strVal val="#ppt_h"/>
                                          </p:val>
                                        </p:tav>
                                      </p:tavLst>
                                    </p:anim>
                                    <p:anim calcmode="lin" valueType="num">
                                      <p:cBhvr>
                                        <p:cTn id="70" dur="500" fill="hold"/>
                                        <p:tgtEl>
                                          <p:spTgt spid="23565"/>
                                        </p:tgtEl>
                                        <p:attrNameLst>
                                          <p:attrName>ppt_w</p:attrName>
                                        </p:attrNameLst>
                                      </p:cBhvr>
                                      <p:tavLst>
                                        <p:tav tm="0">
                                          <p:val>
                                            <p:strVal val="#ppt_w+.3"/>
                                          </p:val>
                                        </p:tav>
                                        <p:tav tm="50000">
                                          <p:val>
                                            <p:strVal val="#ppt_w+.3"/>
                                          </p:val>
                                        </p:tav>
                                        <p:tav tm="100000">
                                          <p:val>
                                            <p:strVal val="#ppt_w"/>
                                          </p:val>
                                        </p:tav>
                                      </p:tavLst>
                                    </p:anim>
                                    <p:anim calcmode="lin" valueType="num">
                                      <p:cBhvr>
                                        <p:cTn id="71" dur="500" fill="hold"/>
                                        <p:tgtEl>
                                          <p:spTgt spid="23565"/>
                                        </p:tgtEl>
                                        <p:attrNameLst>
                                          <p:attrName>ppt_x</p:attrName>
                                        </p:attrNameLst>
                                      </p:cBhvr>
                                      <p:tavLst>
                                        <p:tav tm="0">
                                          <p:val>
                                            <p:strVal val="#ppt_x-.3"/>
                                          </p:val>
                                        </p:tav>
                                        <p:tav tm="50000">
                                          <p:val>
                                            <p:strVal val="#ppt_x"/>
                                          </p:val>
                                        </p:tav>
                                        <p:tav tm="100000">
                                          <p:val>
                                            <p:strVal val="#ppt_x"/>
                                          </p:val>
                                        </p:tav>
                                      </p:tavLst>
                                    </p:anim>
                                    <p:anim calcmode="lin" valueType="num">
                                      <p:cBhvr>
                                        <p:cTn id="72" dur="500" fill="hold"/>
                                        <p:tgtEl>
                                          <p:spTgt spid="23565"/>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37" presetClass="exit" presetSubtype="0" fill="hold" grpId="1" nodeType="clickEffect">
                                  <p:stCondLst>
                                    <p:cond delay="0"/>
                                  </p:stCondLst>
                                  <p:childTnLst>
                                    <p:animEffect transition="out" filter="fade">
                                      <p:cBhvr>
                                        <p:cTn id="76" dur="1000"/>
                                        <p:tgtEl>
                                          <p:spTgt spid="23565"/>
                                        </p:tgtEl>
                                      </p:cBhvr>
                                    </p:animEffect>
                                    <p:anim calcmode="lin" valueType="num">
                                      <p:cBhvr>
                                        <p:cTn id="77" dur="1000"/>
                                        <p:tgtEl>
                                          <p:spTgt spid="23565"/>
                                        </p:tgtEl>
                                        <p:attrNameLst>
                                          <p:attrName>ppt_x</p:attrName>
                                        </p:attrNameLst>
                                      </p:cBhvr>
                                      <p:tavLst>
                                        <p:tav tm="0">
                                          <p:val>
                                            <p:strVal val="ppt_x"/>
                                          </p:val>
                                        </p:tav>
                                        <p:tav tm="100000">
                                          <p:val>
                                            <p:strVal val="ppt_x"/>
                                          </p:val>
                                        </p:tav>
                                      </p:tavLst>
                                    </p:anim>
                                    <p:anim calcmode="lin" valueType="num">
                                      <p:cBhvr>
                                        <p:cTn id="78" dur="100" decel="100000"/>
                                        <p:tgtEl>
                                          <p:spTgt spid="23565"/>
                                        </p:tgtEl>
                                        <p:attrNameLst>
                                          <p:attrName>ppt_y</p:attrName>
                                        </p:attrNameLst>
                                      </p:cBhvr>
                                      <p:tavLst>
                                        <p:tav tm="0">
                                          <p:val>
                                            <p:strVal val="ppt_y"/>
                                          </p:val>
                                        </p:tav>
                                        <p:tav tm="100000">
                                          <p:val>
                                            <p:strVal val="ppt_y-.03"/>
                                          </p:val>
                                        </p:tav>
                                      </p:tavLst>
                                    </p:anim>
                                    <p:anim calcmode="lin" valueType="num">
                                      <p:cBhvr>
                                        <p:cTn id="79" dur="900" accel="100000">
                                          <p:stCondLst>
                                            <p:cond delay="100"/>
                                          </p:stCondLst>
                                        </p:cTn>
                                        <p:tgtEl>
                                          <p:spTgt spid="23565"/>
                                        </p:tgtEl>
                                        <p:attrNameLst>
                                          <p:attrName>ppt_y</p:attrName>
                                        </p:attrNameLst>
                                      </p:cBhvr>
                                      <p:tavLst>
                                        <p:tav tm="0">
                                          <p:val>
                                            <p:strVal val="ppt_y"/>
                                          </p:val>
                                        </p:tav>
                                        <p:tav tm="100000">
                                          <p:val>
                                            <p:strVal val="ppt_y+1"/>
                                          </p:val>
                                        </p:tav>
                                      </p:tavLst>
                                    </p:anim>
                                    <p:set>
                                      <p:cBhvr>
                                        <p:cTn id="80" dur="1" fill="hold">
                                          <p:stCondLst>
                                            <p:cond delay="999"/>
                                          </p:stCondLst>
                                        </p:cTn>
                                        <p:tgtEl>
                                          <p:spTgt spid="23565"/>
                                        </p:tgtEl>
                                        <p:attrNameLst>
                                          <p:attrName>style.visibility</p:attrName>
                                        </p:attrNameLst>
                                      </p:cBhvr>
                                      <p:to>
                                        <p:strVal val="hidden"/>
                                      </p:to>
                                    </p:se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23559"/>
                                        </p:tgtEl>
                                        <p:attrNameLst>
                                          <p:attrName>style.visibility</p:attrName>
                                        </p:attrNameLst>
                                      </p:cBhvr>
                                      <p:to>
                                        <p:strVal val="visible"/>
                                      </p:to>
                                    </p:set>
                                    <p:animEffect transition="in" filter="wipe(left)">
                                      <p:cBhvr>
                                        <p:cTn id="84" dur="500"/>
                                        <p:tgtEl>
                                          <p:spTgt spid="23559"/>
                                        </p:tgtEl>
                                      </p:cBhvr>
                                    </p:animEffect>
                                  </p:childTnLst>
                                </p:cTn>
                              </p:par>
                            </p:childTnLst>
                          </p:cTn>
                        </p:par>
                        <p:par>
                          <p:cTn id="85" fill="hold">
                            <p:stCondLst>
                              <p:cond delay="1500"/>
                            </p:stCondLst>
                            <p:childTnLst>
                              <p:par>
                                <p:cTn id="86" presetID="22" presetClass="entr" presetSubtype="8" fill="hold" grpId="0" nodeType="afterEffect">
                                  <p:stCondLst>
                                    <p:cond delay="0"/>
                                  </p:stCondLst>
                                  <p:childTnLst>
                                    <p:set>
                                      <p:cBhvr>
                                        <p:cTn id="87" dur="1" fill="hold">
                                          <p:stCondLst>
                                            <p:cond delay="0"/>
                                          </p:stCondLst>
                                        </p:cTn>
                                        <p:tgtEl>
                                          <p:spTgt spid="23560"/>
                                        </p:tgtEl>
                                        <p:attrNameLst>
                                          <p:attrName>style.visibility</p:attrName>
                                        </p:attrNameLst>
                                      </p:cBhvr>
                                      <p:to>
                                        <p:strVal val="visible"/>
                                      </p:to>
                                    </p:set>
                                    <p:animEffect transition="in" filter="wipe(left)">
                                      <p:cBhvr>
                                        <p:cTn id="88" dur="500"/>
                                        <p:tgtEl>
                                          <p:spTgt spid="23560"/>
                                        </p:tgtEl>
                                      </p:cBhvr>
                                    </p:animEffect>
                                  </p:childTnLst>
                                </p:cTn>
                              </p:par>
                            </p:childTnLst>
                          </p:cTn>
                        </p:par>
                        <p:par>
                          <p:cTn id="89" fill="hold">
                            <p:stCondLst>
                              <p:cond delay="2000"/>
                            </p:stCondLst>
                            <p:childTnLst>
                              <p:par>
                                <p:cTn id="90" presetID="39" presetClass="entr" presetSubtype="0" accel="100000" fill="hold" grpId="0" nodeType="afterEffect">
                                  <p:stCondLst>
                                    <p:cond delay="0"/>
                                  </p:stCondLst>
                                  <p:childTnLst>
                                    <p:set>
                                      <p:cBhvr>
                                        <p:cTn id="91" dur="1" fill="hold">
                                          <p:stCondLst>
                                            <p:cond delay="0"/>
                                          </p:stCondLst>
                                        </p:cTn>
                                        <p:tgtEl>
                                          <p:spTgt spid="23566"/>
                                        </p:tgtEl>
                                        <p:attrNameLst>
                                          <p:attrName>style.visibility</p:attrName>
                                        </p:attrNameLst>
                                      </p:cBhvr>
                                      <p:to>
                                        <p:strVal val="visible"/>
                                      </p:to>
                                    </p:set>
                                    <p:anim calcmode="lin" valueType="num">
                                      <p:cBhvr>
                                        <p:cTn id="92" dur="500" fill="hold"/>
                                        <p:tgtEl>
                                          <p:spTgt spid="23566"/>
                                        </p:tgtEl>
                                        <p:attrNameLst>
                                          <p:attrName>ppt_h</p:attrName>
                                        </p:attrNameLst>
                                      </p:cBhvr>
                                      <p:tavLst>
                                        <p:tav tm="0">
                                          <p:val>
                                            <p:strVal val="#ppt_h/20"/>
                                          </p:val>
                                        </p:tav>
                                        <p:tav tm="50000">
                                          <p:val>
                                            <p:strVal val="#ppt_h/20"/>
                                          </p:val>
                                        </p:tav>
                                        <p:tav tm="100000">
                                          <p:val>
                                            <p:strVal val="#ppt_h"/>
                                          </p:val>
                                        </p:tav>
                                      </p:tavLst>
                                    </p:anim>
                                    <p:anim calcmode="lin" valueType="num">
                                      <p:cBhvr>
                                        <p:cTn id="93" dur="500" fill="hold"/>
                                        <p:tgtEl>
                                          <p:spTgt spid="23566"/>
                                        </p:tgtEl>
                                        <p:attrNameLst>
                                          <p:attrName>ppt_w</p:attrName>
                                        </p:attrNameLst>
                                      </p:cBhvr>
                                      <p:tavLst>
                                        <p:tav tm="0">
                                          <p:val>
                                            <p:strVal val="#ppt_w+.3"/>
                                          </p:val>
                                        </p:tav>
                                        <p:tav tm="50000">
                                          <p:val>
                                            <p:strVal val="#ppt_w+.3"/>
                                          </p:val>
                                        </p:tav>
                                        <p:tav tm="100000">
                                          <p:val>
                                            <p:strVal val="#ppt_w"/>
                                          </p:val>
                                        </p:tav>
                                      </p:tavLst>
                                    </p:anim>
                                    <p:anim calcmode="lin" valueType="num">
                                      <p:cBhvr>
                                        <p:cTn id="94" dur="500" fill="hold"/>
                                        <p:tgtEl>
                                          <p:spTgt spid="23566"/>
                                        </p:tgtEl>
                                        <p:attrNameLst>
                                          <p:attrName>ppt_x</p:attrName>
                                        </p:attrNameLst>
                                      </p:cBhvr>
                                      <p:tavLst>
                                        <p:tav tm="0">
                                          <p:val>
                                            <p:strVal val="#ppt_x-.3"/>
                                          </p:val>
                                        </p:tav>
                                        <p:tav tm="50000">
                                          <p:val>
                                            <p:strVal val="#ppt_x"/>
                                          </p:val>
                                        </p:tav>
                                        <p:tav tm="100000">
                                          <p:val>
                                            <p:strVal val="#ppt_x"/>
                                          </p:val>
                                        </p:tav>
                                      </p:tavLst>
                                    </p:anim>
                                    <p:anim calcmode="lin" valueType="num">
                                      <p:cBhvr>
                                        <p:cTn id="95" dur="500" fill="hold"/>
                                        <p:tgtEl>
                                          <p:spTgt spid="23566"/>
                                        </p:tgtEl>
                                        <p:attrNameLst>
                                          <p:attrName>ppt_y</p:attrName>
                                        </p:attrNameLst>
                                      </p:cBhvr>
                                      <p:tavLst>
                                        <p:tav tm="0">
                                          <p:val>
                                            <p:strVal val="#ppt_y"/>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37" presetClass="exit" presetSubtype="0" fill="hold" grpId="1" nodeType="clickEffect">
                                  <p:stCondLst>
                                    <p:cond delay="0"/>
                                  </p:stCondLst>
                                  <p:childTnLst>
                                    <p:animEffect transition="out" filter="fade">
                                      <p:cBhvr>
                                        <p:cTn id="99" dur="1000"/>
                                        <p:tgtEl>
                                          <p:spTgt spid="23566"/>
                                        </p:tgtEl>
                                      </p:cBhvr>
                                    </p:animEffect>
                                    <p:anim calcmode="lin" valueType="num">
                                      <p:cBhvr>
                                        <p:cTn id="100" dur="1000"/>
                                        <p:tgtEl>
                                          <p:spTgt spid="23566"/>
                                        </p:tgtEl>
                                        <p:attrNameLst>
                                          <p:attrName>ppt_x</p:attrName>
                                        </p:attrNameLst>
                                      </p:cBhvr>
                                      <p:tavLst>
                                        <p:tav tm="0">
                                          <p:val>
                                            <p:strVal val="ppt_x"/>
                                          </p:val>
                                        </p:tav>
                                        <p:tav tm="100000">
                                          <p:val>
                                            <p:strVal val="ppt_x"/>
                                          </p:val>
                                        </p:tav>
                                      </p:tavLst>
                                    </p:anim>
                                    <p:anim calcmode="lin" valueType="num">
                                      <p:cBhvr>
                                        <p:cTn id="101" dur="100" decel="100000"/>
                                        <p:tgtEl>
                                          <p:spTgt spid="23566"/>
                                        </p:tgtEl>
                                        <p:attrNameLst>
                                          <p:attrName>ppt_y</p:attrName>
                                        </p:attrNameLst>
                                      </p:cBhvr>
                                      <p:tavLst>
                                        <p:tav tm="0">
                                          <p:val>
                                            <p:strVal val="ppt_y"/>
                                          </p:val>
                                        </p:tav>
                                        <p:tav tm="100000">
                                          <p:val>
                                            <p:strVal val="ppt_y-.03"/>
                                          </p:val>
                                        </p:tav>
                                      </p:tavLst>
                                    </p:anim>
                                    <p:anim calcmode="lin" valueType="num">
                                      <p:cBhvr>
                                        <p:cTn id="102" dur="900" accel="100000">
                                          <p:stCondLst>
                                            <p:cond delay="100"/>
                                          </p:stCondLst>
                                        </p:cTn>
                                        <p:tgtEl>
                                          <p:spTgt spid="23566"/>
                                        </p:tgtEl>
                                        <p:attrNameLst>
                                          <p:attrName>ppt_y</p:attrName>
                                        </p:attrNameLst>
                                      </p:cBhvr>
                                      <p:tavLst>
                                        <p:tav tm="0">
                                          <p:val>
                                            <p:strVal val="ppt_y"/>
                                          </p:val>
                                        </p:tav>
                                        <p:tav tm="100000">
                                          <p:val>
                                            <p:strVal val="ppt_y+1"/>
                                          </p:val>
                                        </p:tav>
                                      </p:tavLst>
                                    </p:anim>
                                    <p:set>
                                      <p:cBhvr>
                                        <p:cTn id="103" dur="1" fill="hold">
                                          <p:stCondLst>
                                            <p:cond delay="999"/>
                                          </p:stCondLst>
                                        </p:cTn>
                                        <p:tgtEl>
                                          <p:spTgt spid="23566"/>
                                        </p:tgtEl>
                                        <p:attrNameLst>
                                          <p:attrName>style.visibility</p:attrName>
                                        </p:attrNameLst>
                                      </p:cBhvr>
                                      <p:to>
                                        <p:strVal val="hidden"/>
                                      </p:to>
                                    </p:set>
                                  </p:childTnLst>
                                </p:cTn>
                              </p:par>
                              <p:par>
                                <p:cTn id="104" presetID="4" presetClass="entr" presetSubtype="16" fill="hold" grpId="0" nodeType="withEffect">
                                  <p:stCondLst>
                                    <p:cond delay="0"/>
                                  </p:stCondLst>
                                  <p:childTnLst>
                                    <p:set>
                                      <p:cBhvr>
                                        <p:cTn id="105" dur="1" fill="hold">
                                          <p:stCondLst>
                                            <p:cond delay="0"/>
                                          </p:stCondLst>
                                        </p:cTn>
                                        <p:tgtEl>
                                          <p:spTgt spid="23579"/>
                                        </p:tgtEl>
                                        <p:attrNameLst>
                                          <p:attrName>style.visibility</p:attrName>
                                        </p:attrNameLst>
                                      </p:cBhvr>
                                      <p:to>
                                        <p:strVal val="visible"/>
                                      </p:to>
                                    </p:set>
                                    <p:animEffect transition="in" filter="box(in)">
                                      <p:cBhvr>
                                        <p:cTn id="106" dur="500"/>
                                        <p:tgtEl>
                                          <p:spTgt spid="23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ldLvl="0" animBg="1"/>
      <p:bldP spid="23555" grpId="0" bldLvl="0" animBg="1"/>
      <p:bldP spid="23560" grpId="0"/>
      <p:bldP spid="23561" grpId="0"/>
      <p:bldP spid="23563" grpId="0" bldLvl="0" animBg="1"/>
      <p:bldP spid="23563" grpId="1" bldLvl="0" animBg="1"/>
      <p:bldP spid="23564" grpId="0" bldLvl="0" animBg="1"/>
      <p:bldP spid="23564" grpId="1" bldLvl="0" animBg="1"/>
      <p:bldP spid="23565" grpId="0" bldLvl="0" animBg="1"/>
      <p:bldP spid="23565" grpId="1" bldLvl="0" animBg="1"/>
      <p:bldP spid="23566" grpId="0" bldLvl="0" animBg="1"/>
      <p:bldP spid="23566" grpId="1" bldLvl="0" animBg="1"/>
      <p:bldP spid="2357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4578" name="对象 24577"/>
          <p:cNvGraphicFramePr>
            <a:graphicFrameLocks noChangeAspect="1"/>
          </p:cNvGraphicFramePr>
          <p:nvPr/>
        </p:nvGraphicFramePr>
        <p:xfrm>
          <a:off x="866775" y="2182495"/>
          <a:ext cx="5826125" cy="430213"/>
        </p:xfrm>
        <a:graphic>
          <a:graphicData uri="http://schemas.openxmlformats.org/presentationml/2006/ole">
            <mc:AlternateContent xmlns:mc="http://schemas.openxmlformats.org/markup-compatibility/2006">
              <mc:Choice xmlns:v="urn:schemas-microsoft-com:vml" Requires="v">
                <p:oleObj spid="_x0000_s3087" name="" r:id="rId1" imgW="3262630" imgH="241300" progId="Equation.DSMT4">
                  <p:embed/>
                </p:oleObj>
              </mc:Choice>
              <mc:Fallback>
                <p:oleObj name="" r:id="rId1" imgW="3262630" imgH="241300" progId="Equation.DSMT4">
                  <p:embed/>
                  <p:pic>
                    <p:nvPicPr>
                      <p:cNvPr id="0" name="图片 3086"/>
                      <p:cNvPicPr/>
                      <p:nvPr/>
                    </p:nvPicPr>
                    <p:blipFill>
                      <a:blip r:embed="rId2"/>
                      <a:stretch>
                        <a:fillRect/>
                      </a:stretch>
                    </p:blipFill>
                    <p:spPr>
                      <a:xfrm>
                        <a:off x="866775" y="2182495"/>
                        <a:ext cx="5826125" cy="430213"/>
                      </a:xfrm>
                      <a:prstGeom prst="rect">
                        <a:avLst/>
                      </a:prstGeom>
                      <a:noFill/>
                      <a:ln w="38100">
                        <a:noFill/>
                        <a:miter/>
                      </a:ln>
                    </p:spPr>
                  </p:pic>
                </p:oleObj>
              </mc:Fallback>
            </mc:AlternateContent>
          </a:graphicData>
        </a:graphic>
      </p:graphicFrame>
      <p:pic>
        <p:nvPicPr>
          <p:cNvPr id="24579" name="图片 24578" descr="hakutyou1-bb"/>
          <p:cNvPicPr>
            <a:picLocks noChangeAspect="1"/>
          </p:cNvPicPr>
          <p:nvPr/>
        </p:nvPicPr>
        <p:blipFill>
          <a:blip r:embed="rId3"/>
          <a:stretch>
            <a:fillRect/>
          </a:stretch>
        </p:blipFill>
        <p:spPr>
          <a:xfrm>
            <a:off x="5508625" y="5243513"/>
            <a:ext cx="1692275" cy="1354137"/>
          </a:xfrm>
          <a:prstGeom prst="rect">
            <a:avLst/>
          </a:prstGeom>
          <a:noFill/>
          <a:ln w="9525">
            <a:noFill/>
          </a:ln>
        </p:spPr>
      </p:pic>
      <p:pic>
        <p:nvPicPr>
          <p:cNvPr id="24580" name="图片 24579" descr="aqua1"/>
          <p:cNvPicPr>
            <a:picLocks noChangeAspect="1"/>
          </p:cNvPicPr>
          <p:nvPr/>
        </p:nvPicPr>
        <p:blipFill>
          <a:blip r:embed="rId4"/>
          <a:stretch>
            <a:fillRect/>
          </a:stretch>
        </p:blipFill>
        <p:spPr>
          <a:xfrm>
            <a:off x="7164388" y="5113338"/>
            <a:ext cx="1979612" cy="1484312"/>
          </a:xfrm>
          <a:prstGeom prst="rect">
            <a:avLst/>
          </a:prstGeom>
          <a:noFill/>
          <a:ln w="9525">
            <a:noFill/>
          </a:ln>
        </p:spPr>
      </p:pic>
      <p:graphicFrame>
        <p:nvGraphicFramePr>
          <p:cNvPr id="24581" name="对象 24580"/>
          <p:cNvGraphicFramePr>
            <a:graphicFrameLocks noChangeAspect="1"/>
          </p:cNvGraphicFramePr>
          <p:nvPr/>
        </p:nvGraphicFramePr>
        <p:xfrm>
          <a:off x="668338" y="2715895"/>
          <a:ext cx="1751012" cy="455613"/>
        </p:xfrm>
        <a:graphic>
          <a:graphicData uri="http://schemas.openxmlformats.org/presentationml/2006/ole">
            <mc:AlternateContent xmlns:mc="http://schemas.openxmlformats.org/markup-compatibility/2006">
              <mc:Choice xmlns:v="urn:schemas-microsoft-com:vml" Requires="v">
                <p:oleObj spid="_x0000_s3084" name="" r:id="rId5" imgW="928370" imgH="241300" progId="Equation.DSMT4">
                  <p:embed/>
                </p:oleObj>
              </mc:Choice>
              <mc:Fallback>
                <p:oleObj name="" r:id="rId5" imgW="928370" imgH="241300" progId="Equation.DSMT4">
                  <p:embed/>
                  <p:pic>
                    <p:nvPicPr>
                      <p:cNvPr id="0" name="图片 3083"/>
                      <p:cNvPicPr/>
                      <p:nvPr/>
                    </p:nvPicPr>
                    <p:blipFill>
                      <a:blip r:embed="rId6"/>
                      <a:stretch>
                        <a:fillRect/>
                      </a:stretch>
                    </p:blipFill>
                    <p:spPr>
                      <a:xfrm>
                        <a:off x="668338" y="2715895"/>
                        <a:ext cx="1751012" cy="455613"/>
                      </a:xfrm>
                      <a:prstGeom prst="rect">
                        <a:avLst/>
                      </a:prstGeom>
                      <a:noFill/>
                      <a:ln w="38100">
                        <a:noFill/>
                        <a:miter/>
                      </a:ln>
                    </p:spPr>
                  </p:pic>
                </p:oleObj>
              </mc:Fallback>
            </mc:AlternateContent>
          </a:graphicData>
        </a:graphic>
      </p:graphicFrame>
      <p:graphicFrame>
        <p:nvGraphicFramePr>
          <p:cNvPr id="24582" name="对象 24581"/>
          <p:cNvGraphicFramePr>
            <a:graphicFrameLocks noChangeAspect="1"/>
          </p:cNvGraphicFramePr>
          <p:nvPr/>
        </p:nvGraphicFramePr>
        <p:xfrm>
          <a:off x="657225" y="3646170"/>
          <a:ext cx="1944688" cy="377825"/>
        </p:xfrm>
        <a:graphic>
          <a:graphicData uri="http://schemas.openxmlformats.org/presentationml/2006/ole">
            <mc:AlternateContent xmlns:mc="http://schemas.openxmlformats.org/markup-compatibility/2006">
              <mc:Choice xmlns:v="urn:schemas-microsoft-com:vml" Requires="v">
                <p:oleObj spid="_x0000_s3085" name="" r:id="rId7" imgW="1309370" imgH="254000" progId="Equation.DSMT4">
                  <p:embed/>
                </p:oleObj>
              </mc:Choice>
              <mc:Fallback>
                <p:oleObj name="" r:id="rId7" imgW="1309370" imgH="254000" progId="Equation.DSMT4">
                  <p:embed/>
                  <p:pic>
                    <p:nvPicPr>
                      <p:cNvPr id="0" name="图片 3084"/>
                      <p:cNvPicPr/>
                      <p:nvPr/>
                    </p:nvPicPr>
                    <p:blipFill>
                      <a:blip r:embed="rId8"/>
                      <a:stretch>
                        <a:fillRect/>
                      </a:stretch>
                    </p:blipFill>
                    <p:spPr>
                      <a:xfrm>
                        <a:off x="657225" y="3646170"/>
                        <a:ext cx="1944688" cy="377825"/>
                      </a:xfrm>
                      <a:prstGeom prst="rect">
                        <a:avLst/>
                      </a:prstGeom>
                      <a:noFill/>
                      <a:ln w="38100">
                        <a:noFill/>
                        <a:miter/>
                      </a:ln>
                    </p:spPr>
                  </p:pic>
                </p:oleObj>
              </mc:Fallback>
            </mc:AlternateContent>
          </a:graphicData>
        </a:graphic>
      </p:graphicFrame>
      <p:graphicFrame>
        <p:nvGraphicFramePr>
          <p:cNvPr id="24583" name="对象 24582"/>
          <p:cNvGraphicFramePr>
            <a:graphicFrameLocks noChangeAspect="1"/>
          </p:cNvGraphicFramePr>
          <p:nvPr/>
        </p:nvGraphicFramePr>
        <p:xfrm>
          <a:off x="657225" y="3214370"/>
          <a:ext cx="1944688" cy="398463"/>
        </p:xfrm>
        <a:graphic>
          <a:graphicData uri="http://schemas.openxmlformats.org/presentationml/2006/ole">
            <mc:AlternateContent xmlns:mc="http://schemas.openxmlformats.org/markup-compatibility/2006">
              <mc:Choice xmlns:v="urn:schemas-microsoft-com:vml" Requires="v">
                <p:oleObj spid="_x0000_s3088" name="" r:id="rId9" imgW="1245870" imgH="254000" progId="Equation.DSMT4">
                  <p:embed/>
                </p:oleObj>
              </mc:Choice>
              <mc:Fallback>
                <p:oleObj name="" r:id="rId9" imgW="1245870" imgH="254000" progId="Equation.DSMT4">
                  <p:embed/>
                  <p:pic>
                    <p:nvPicPr>
                      <p:cNvPr id="0" name="图片 3087"/>
                      <p:cNvPicPr/>
                      <p:nvPr/>
                    </p:nvPicPr>
                    <p:blipFill>
                      <a:blip r:embed="rId10"/>
                      <a:stretch>
                        <a:fillRect/>
                      </a:stretch>
                    </p:blipFill>
                    <p:spPr>
                      <a:xfrm>
                        <a:off x="657225" y="3214370"/>
                        <a:ext cx="1944688" cy="398463"/>
                      </a:xfrm>
                      <a:prstGeom prst="rect">
                        <a:avLst/>
                      </a:prstGeom>
                      <a:noFill/>
                      <a:ln w="38100">
                        <a:noFill/>
                        <a:miter/>
                      </a:ln>
                    </p:spPr>
                  </p:pic>
                </p:oleObj>
              </mc:Fallback>
            </mc:AlternateContent>
          </a:graphicData>
        </a:graphic>
      </p:graphicFrame>
      <p:sp>
        <p:nvSpPr>
          <p:cNvPr id="24584" name="椭圆 24583"/>
          <p:cNvSpPr/>
          <p:nvPr/>
        </p:nvSpPr>
        <p:spPr>
          <a:xfrm>
            <a:off x="1306513" y="4023995"/>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85" name="椭圆 24584"/>
          <p:cNvSpPr/>
          <p:nvPr/>
        </p:nvSpPr>
        <p:spPr>
          <a:xfrm>
            <a:off x="1665288" y="43843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86" name="椭圆 24585"/>
          <p:cNvSpPr/>
          <p:nvPr/>
        </p:nvSpPr>
        <p:spPr>
          <a:xfrm>
            <a:off x="1881188" y="46002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87" name="椭圆 24586"/>
          <p:cNvSpPr/>
          <p:nvPr/>
        </p:nvSpPr>
        <p:spPr>
          <a:xfrm>
            <a:off x="1449388" y="41684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88" name="直接连接符 24587"/>
          <p:cNvSpPr/>
          <p:nvPr/>
        </p:nvSpPr>
        <p:spPr>
          <a:xfrm>
            <a:off x="2241550" y="4960620"/>
            <a:ext cx="936625" cy="935038"/>
          </a:xfrm>
          <a:prstGeom prst="line">
            <a:avLst/>
          </a:prstGeom>
          <a:ln w="9525" cap="flat" cmpd="sng">
            <a:solidFill>
              <a:srgbClr val="006699"/>
            </a:solidFill>
            <a:prstDash val="solid"/>
            <a:headEnd type="none" w="med" len="med"/>
            <a:tailEnd type="triangle" w="med" len="med"/>
          </a:ln>
        </p:spPr>
      </p:sp>
      <p:sp>
        <p:nvSpPr>
          <p:cNvPr id="24589" name="直接连接符 24588"/>
          <p:cNvSpPr/>
          <p:nvPr/>
        </p:nvSpPr>
        <p:spPr>
          <a:xfrm>
            <a:off x="2241550" y="4887595"/>
            <a:ext cx="1223963" cy="576263"/>
          </a:xfrm>
          <a:prstGeom prst="line">
            <a:avLst/>
          </a:prstGeom>
          <a:ln w="9525" cap="flat" cmpd="sng">
            <a:solidFill>
              <a:srgbClr val="FF0000"/>
            </a:solidFill>
            <a:prstDash val="solid"/>
            <a:headEnd type="none" w="med" len="med"/>
            <a:tailEnd type="triangle" w="med" len="med"/>
          </a:ln>
        </p:spPr>
      </p:sp>
      <p:sp>
        <p:nvSpPr>
          <p:cNvPr id="24590" name="直接连接符 24589"/>
          <p:cNvSpPr/>
          <p:nvPr/>
        </p:nvSpPr>
        <p:spPr>
          <a:xfrm>
            <a:off x="3178175" y="5535295"/>
            <a:ext cx="0" cy="288925"/>
          </a:xfrm>
          <a:prstGeom prst="line">
            <a:avLst/>
          </a:prstGeom>
          <a:ln w="9525" cap="flat" cmpd="sng">
            <a:solidFill>
              <a:srgbClr val="006699"/>
            </a:solidFill>
            <a:prstDash val="solid"/>
            <a:headEnd type="none" w="med" len="med"/>
            <a:tailEnd type="triangle" w="med" len="med"/>
          </a:ln>
        </p:spPr>
      </p:sp>
      <p:sp>
        <p:nvSpPr>
          <p:cNvPr id="24591" name="直接连接符 24590"/>
          <p:cNvSpPr/>
          <p:nvPr/>
        </p:nvSpPr>
        <p:spPr>
          <a:xfrm flipV="1">
            <a:off x="3178175" y="4311333"/>
            <a:ext cx="503238" cy="1223962"/>
          </a:xfrm>
          <a:prstGeom prst="line">
            <a:avLst/>
          </a:prstGeom>
          <a:ln w="9525" cap="flat" cmpd="sng">
            <a:solidFill>
              <a:srgbClr val="FF0000"/>
            </a:solidFill>
            <a:prstDash val="solid"/>
            <a:headEnd type="none" w="med" len="med"/>
            <a:tailEnd type="triangle" w="med" len="med"/>
          </a:ln>
        </p:spPr>
      </p:sp>
      <p:sp>
        <p:nvSpPr>
          <p:cNvPr id="24592" name="直接连接符 24591"/>
          <p:cNvSpPr/>
          <p:nvPr/>
        </p:nvSpPr>
        <p:spPr>
          <a:xfrm>
            <a:off x="4402138" y="5247958"/>
            <a:ext cx="0" cy="288925"/>
          </a:xfrm>
          <a:prstGeom prst="line">
            <a:avLst/>
          </a:prstGeom>
          <a:ln w="9525" cap="flat" cmpd="sng">
            <a:solidFill>
              <a:srgbClr val="006699"/>
            </a:solidFill>
            <a:prstDash val="solid"/>
            <a:headEnd type="none" w="med" len="med"/>
            <a:tailEnd type="triangle" w="med" len="med"/>
          </a:ln>
        </p:spPr>
      </p:sp>
      <p:sp>
        <p:nvSpPr>
          <p:cNvPr id="24593" name="直接连接符 24592"/>
          <p:cNvSpPr/>
          <p:nvPr/>
        </p:nvSpPr>
        <p:spPr>
          <a:xfrm flipH="1" flipV="1">
            <a:off x="4114800" y="5103495"/>
            <a:ext cx="287338" cy="144463"/>
          </a:xfrm>
          <a:prstGeom prst="line">
            <a:avLst/>
          </a:prstGeom>
          <a:ln w="9525" cap="flat" cmpd="sng">
            <a:solidFill>
              <a:srgbClr val="FF0000"/>
            </a:solidFill>
            <a:prstDash val="solid"/>
            <a:headEnd type="none" w="med" len="med"/>
            <a:tailEnd type="triangle" w="med" len="med"/>
          </a:ln>
        </p:spPr>
      </p:sp>
      <p:sp>
        <p:nvSpPr>
          <p:cNvPr id="24594" name="直接连接符 24593"/>
          <p:cNvSpPr/>
          <p:nvPr/>
        </p:nvSpPr>
        <p:spPr>
          <a:xfrm>
            <a:off x="2241550" y="4960620"/>
            <a:ext cx="720725" cy="503238"/>
          </a:xfrm>
          <a:prstGeom prst="line">
            <a:avLst/>
          </a:prstGeom>
          <a:ln w="9525" cap="flat" cmpd="sng">
            <a:solidFill>
              <a:schemeClr val="tx2"/>
            </a:solidFill>
            <a:prstDash val="dashDot"/>
            <a:headEnd type="none" w="med" len="med"/>
            <a:tailEnd type="triangle" w="med" len="med"/>
          </a:ln>
        </p:spPr>
      </p:sp>
      <p:sp>
        <p:nvSpPr>
          <p:cNvPr id="24595" name="直接连接符 24594"/>
          <p:cNvSpPr/>
          <p:nvPr/>
        </p:nvSpPr>
        <p:spPr>
          <a:xfrm flipV="1">
            <a:off x="3178175" y="5319395"/>
            <a:ext cx="936625" cy="215900"/>
          </a:xfrm>
          <a:prstGeom prst="line">
            <a:avLst/>
          </a:prstGeom>
          <a:ln w="9525" cap="flat" cmpd="sng">
            <a:solidFill>
              <a:schemeClr val="tx2"/>
            </a:solidFill>
            <a:prstDash val="dashDot"/>
            <a:headEnd type="none" w="med" len="med"/>
            <a:tailEnd type="triangle" w="med" len="med"/>
          </a:ln>
        </p:spPr>
      </p:sp>
      <p:sp>
        <p:nvSpPr>
          <p:cNvPr id="24596" name="直接连接符 24595"/>
          <p:cNvSpPr/>
          <p:nvPr/>
        </p:nvSpPr>
        <p:spPr>
          <a:xfrm flipV="1">
            <a:off x="4402138" y="4744720"/>
            <a:ext cx="503237" cy="503238"/>
          </a:xfrm>
          <a:prstGeom prst="line">
            <a:avLst/>
          </a:prstGeom>
          <a:ln w="9525" cap="flat" cmpd="sng">
            <a:solidFill>
              <a:schemeClr val="tx2"/>
            </a:solidFill>
            <a:prstDash val="dashDot"/>
            <a:headEnd type="none" w="med" len="med"/>
            <a:tailEnd type="triangle" w="med" len="med"/>
          </a:ln>
        </p:spPr>
      </p:sp>
      <p:sp>
        <p:nvSpPr>
          <p:cNvPr id="24597" name="椭圆 24596"/>
          <p:cNvSpPr/>
          <p:nvPr/>
        </p:nvSpPr>
        <p:spPr>
          <a:xfrm>
            <a:off x="2097088" y="48161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98" name="椭圆 24597"/>
          <p:cNvSpPr/>
          <p:nvPr/>
        </p:nvSpPr>
        <p:spPr>
          <a:xfrm>
            <a:off x="2386013" y="50320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599" name="椭圆 24598"/>
          <p:cNvSpPr/>
          <p:nvPr/>
        </p:nvSpPr>
        <p:spPr>
          <a:xfrm>
            <a:off x="2673350" y="52479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0" name="椭圆 24599"/>
          <p:cNvSpPr/>
          <p:nvPr/>
        </p:nvSpPr>
        <p:spPr>
          <a:xfrm>
            <a:off x="3106738" y="5392420"/>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1" name="椭圆 24600"/>
          <p:cNvSpPr/>
          <p:nvPr/>
        </p:nvSpPr>
        <p:spPr>
          <a:xfrm>
            <a:off x="3538538" y="5319395"/>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2" name="椭圆 24601"/>
          <p:cNvSpPr/>
          <p:nvPr/>
        </p:nvSpPr>
        <p:spPr>
          <a:xfrm>
            <a:off x="3897313" y="5247958"/>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3" name="椭圆 24602"/>
          <p:cNvSpPr/>
          <p:nvPr/>
        </p:nvSpPr>
        <p:spPr>
          <a:xfrm>
            <a:off x="4257675" y="5176520"/>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sp>
        <p:nvSpPr>
          <p:cNvPr id="24604" name="椭圆 24603"/>
          <p:cNvSpPr/>
          <p:nvPr/>
        </p:nvSpPr>
        <p:spPr>
          <a:xfrm>
            <a:off x="4546600" y="4960620"/>
            <a:ext cx="215900" cy="215900"/>
          </a:xfrm>
          <a:prstGeom prst="ellipse">
            <a:avLst/>
          </a:prstGeom>
          <a:noFill/>
          <a:ln w="38100" cap="flat" cmpd="sng">
            <a:solidFill>
              <a:srgbClr val="006699"/>
            </a:solidFill>
            <a:prstDash val="solid"/>
            <a:headEnd type="none" w="med" len="med"/>
            <a:tailEnd type="none" w="med" len="med"/>
          </a:ln>
        </p:spPr>
        <p:txBody>
          <a:bodyPr/>
          <a:p>
            <a:endParaRPr lang="zh-CN" altLang="en-US"/>
          </a:p>
        </p:txBody>
      </p:sp>
      <p:pic>
        <p:nvPicPr>
          <p:cNvPr id="24605" name="图片 24604" descr="050415_01"/>
          <p:cNvPicPr>
            <a:picLocks noChangeAspect="1"/>
          </p:cNvPicPr>
          <p:nvPr/>
        </p:nvPicPr>
        <p:blipFill>
          <a:blip r:embed="rId11"/>
          <a:stretch>
            <a:fillRect/>
          </a:stretch>
        </p:blipFill>
        <p:spPr>
          <a:xfrm>
            <a:off x="8064500" y="4305300"/>
            <a:ext cx="1079500" cy="8096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4584"/>
                                        </p:tgtEl>
                                        <p:attrNameLst>
                                          <p:attrName>style.visibility</p:attrName>
                                        </p:attrNameLst>
                                      </p:cBhvr>
                                      <p:to>
                                        <p:strVal val="visible"/>
                                      </p:to>
                                    </p:set>
                                  </p:childTnLst>
                                </p:cTn>
                              </p:par>
                            </p:childTnLst>
                          </p:cTn>
                        </p:par>
                        <p:par>
                          <p:cTn id="7" fill="hold">
                            <p:stCondLst>
                              <p:cond delay="0"/>
                            </p:stCondLst>
                            <p:childTnLst>
                              <p:par>
                                <p:cTn id="8" presetID="49" presetClass="path" presetSubtype="0" accel="50000" decel="50000" fill="hold" nodeType="afterEffect">
                                  <p:stCondLst>
                                    <p:cond delay="0"/>
                                  </p:stCondLst>
                                  <p:childTnLst>
                                    <p:animMotion origin="layout" path="M 4.16667E-6 7.40741E-7 L 0.08263 0.11018 " pathEditMode="relative" rAng="0" ptsTypes="AA">
                                      <p:cBhvr>
                                        <p:cTn id="9" dur="1000" fill="hold"/>
                                        <p:tgtEl>
                                          <p:spTgt spid="24584"/>
                                        </p:tgtEl>
                                        <p:attrNameLst>
                                          <p:attrName>ppt_x</p:attrName>
                                          <p:attrName>ppt_y</p:attrName>
                                        </p:attrNameLst>
                                      </p:cBhvr>
                                      <p:rCtr x="4100" y="5500"/>
                                    </p:animMotion>
                                  </p:childTnLst>
                                </p:cTn>
                              </p:par>
                              <p:par>
                                <p:cTn id="10" presetID="10" presetClass="entr" presetSubtype="0" fill="hold" nodeType="withEffect">
                                  <p:stCondLst>
                                    <p:cond delay="200"/>
                                  </p:stCondLst>
                                  <p:childTnLst>
                                    <p:set>
                                      <p:cBhvr>
                                        <p:cTn id="11" dur="1" fill="hold">
                                          <p:stCondLst>
                                            <p:cond delay="0"/>
                                          </p:stCondLst>
                                        </p:cTn>
                                        <p:tgtEl>
                                          <p:spTgt spid="24587"/>
                                        </p:tgtEl>
                                        <p:attrNameLst>
                                          <p:attrName>style.visibility</p:attrName>
                                        </p:attrNameLst>
                                      </p:cBhvr>
                                      <p:to>
                                        <p:strVal val="visible"/>
                                      </p:to>
                                    </p:set>
                                    <p:animEffect transition="in" filter="fade">
                                      <p:cBhvr>
                                        <p:cTn id="12" dur="500"/>
                                        <p:tgtEl>
                                          <p:spTgt spid="24587"/>
                                        </p:tgtEl>
                                      </p:cBhvr>
                                    </p:animEffect>
                                  </p:childTnLst>
                                </p:cTn>
                              </p:par>
                              <p:par>
                                <p:cTn id="13" presetID="10" presetClass="entr" presetSubtype="0" fill="hold" nodeType="withEffect">
                                  <p:stCondLst>
                                    <p:cond delay="400"/>
                                  </p:stCondLst>
                                  <p:childTnLst>
                                    <p:set>
                                      <p:cBhvr>
                                        <p:cTn id="14" dur="1" fill="hold">
                                          <p:stCondLst>
                                            <p:cond delay="0"/>
                                          </p:stCondLst>
                                        </p:cTn>
                                        <p:tgtEl>
                                          <p:spTgt spid="24585"/>
                                        </p:tgtEl>
                                        <p:attrNameLst>
                                          <p:attrName>style.visibility</p:attrName>
                                        </p:attrNameLst>
                                      </p:cBhvr>
                                      <p:to>
                                        <p:strVal val="visible"/>
                                      </p:to>
                                    </p:set>
                                    <p:animEffect transition="in" filter="fade">
                                      <p:cBhvr>
                                        <p:cTn id="15" dur="500"/>
                                        <p:tgtEl>
                                          <p:spTgt spid="24585"/>
                                        </p:tgtEl>
                                      </p:cBhvr>
                                    </p:animEffect>
                                  </p:childTnLst>
                                </p:cTn>
                              </p:par>
                              <p:par>
                                <p:cTn id="16" presetID="10" presetClass="entr" presetSubtype="0" fill="hold" nodeType="withEffect">
                                  <p:stCondLst>
                                    <p:cond delay="600"/>
                                  </p:stCondLst>
                                  <p:childTnLst>
                                    <p:set>
                                      <p:cBhvr>
                                        <p:cTn id="17" dur="1" fill="hold">
                                          <p:stCondLst>
                                            <p:cond delay="0"/>
                                          </p:stCondLst>
                                        </p:cTn>
                                        <p:tgtEl>
                                          <p:spTgt spid="24586"/>
                                        </p:tgtEl>
                                        <p:attrNameLst>
                                          <p:attrName>style.visibility</p:attrName>
                                        </p:attrNameLst>
                                      </p:cBhvr>
                                      <p:to>
                                        <p:strVal val="visible"/>
                                      </p:to>
                                    </p:set>
                                    <p:animEffect transition="in" filter="fade">
                                      <p:cBhvr>
                                        <p:cTn id="18" dur="500"/>
                                        <p:tgtEl>
                                          <p:spTgt spid="2458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589"/>
                                        </p:tgtEl>
                                        <p:attrNameLst>
                                          <p:attrName>style.visibility</p:attrName>
                                        </p:attrNameLst>
                                      </p:cBhvr>
                                      <p:to>
                                        <p:strVal val="visible"/>
                                      </p:to>
                                    </p:set>
                                    <p:animEffect transition="in" filter="fade">
                                      <p:cBhvr>
                                        <p:cTn id="23" dur="500"/>
                                        <p:tgtEl>
                                          <p:spTgt spid="24589"/>
                                        </p:tgtEl>
                                      </p:cBhvr>
                                    </p:animEffect>
                                  </p:childTnLst>
                                </p:cTn>
                              </p:par>
                              <p:par>
                                <p:cTn id="24" presetID="10" presetClass="entr" presetSubtype="0" fill="hold" nodeType="withEffect">
                                  <p:stCondLst>
                                    <p:cond delay="0"/>
                                  </p:stCondLst>
                                  <p:childTnLst>
                                    <p:set>
                                      <p:cBhvr>
                                        <p:cTn id="25" dur="1" fill="hold">
                                          <p:stCondLst>
                                            <p:cond delay="0"/>
                                          </p:stCondLst>
                                        </p:cTn>
                                        <p:tgtEl>
                                          <p:spTgt spid="24588"/>
                                        </p:tgtEl>
                                        <p:attrNameLst>
                                          <p:attrName>style.visibility</p:attrName>
                                        </p:attrNameLst>
                                      </p:cBhvr>
                                      <p:to>
                                        <p:strVal val="visible"/>
                                      </p:to>
                                    </p:set>
                                    <p:animEffect transition="in" filter="fade">
                                      <p:cBhvr>
                                        <p:cTn id="26" dur="500"/>
                                        <p:tgtEl>
                                          <p:spTgt spid="24588"/>
                                        </p:tgtEl>
                                      </p:cBhvr>
                                    </p:animEffect>
                                  </p:childTnLst>
                                </p:cTn>
                              </p:par>
                            </p:childTnLst>
                          </p:cTn>
                        </p:par>
                      </p:childTnLst>
                    </p:cTn>
                  </p:par>
                  <p:par>
                    <p:cTn id="27" fill="hold">
                      <p:stCondLst>
                        <p:cond delay="indefinite"/>
                      </p:stCondLst>
                      <p:childTnLst>
                        <p:par>
                          <p:cTn id="28" fill="hold">
                            <p:stCondLst>
                              <p:cond delay="0"/>
                            </p:stCondLst>
                            <p:childTnLst>
                              <p:par>
                                <p:cTn id="29" presetID="37" presetClass="path" presetSubtype="0" accel="50000" decel="50000" fill="hold" nodeType="clickEffect">
                                  <p:stCondLst>
                                    <p:cond delay="0"/>
                                  </p:stCondLst>
                                  <p:childTnLst>
                                    <p:animMotion origin="layout" path="M 0.08264 0.11019 L 0.14288 0.17616 C 0.15538 0.19074 0.17534 0.20209 0.19687 0.20648 C 0.22153 0.21111 0.24219 0.20903 0.25746 0.2 L 0.32969 0.16111 " pathEditMode="relative" rAng="521471460" ptsTypes="FffFF">
                                      <p:cBhvr>
                                        <p:cTn id="30" dur="2000" fill="hold"/>
                                        <p:tgtEl>
                                          <p:spTgt spid="24584"/>
                                        </p:tgtEl>
                                        <p:attrNameLst>
                                          <p:attrName>ppt_x</p:attrName>
                                          <p:attrName>ppt_y</p:attrName>
                                        </p:attrNameLst>
                                      </p:cBhvr>
                                      <p:rCtr x="11900" y="6100"/>
                                    </p:animMotion>
                                  </p:childTnLst>
                                </p:cTn>
                              </p:par>
                              <p:par>
                                <p:cTn id="31" presetID="22" presetClass="entr" presetSubtype="1" fill="hold" nodeType="withEffect">
                                  <p:stCondLst>
                                    <p:cond delay="200"/>
                                  </p:stCondLst>
                                  <p:childTnLst>
                                    <p:set>
                                      <p:cBhvr>
                                        <p:cTn id="32" dur="1" fill="hold">
                                          <p:stCondLst>
                                            <p:cond delay="0"/>
                                          </p:stCondLst>
                                        </p:cTn>
                                        <p:tgtEl>
                                          <p:spTgt spid="24594"/>
                                        </p:tgtEl>
                                        <p:attrNameLst>
                                          <p:attrName>style.visibility</p:attrName>
                                        </p:attrNameLst>
                                      </p:cBhvr>
                                      <p:to>
                                        <p:strVal val="visible"/>
                                      </p:to>
                                    </p:set>
                                    <p:animEffect transition="in" filter="wipe(up)">
                                      <p:cBhvr>
                                        <p:cTn id="33" dur="500"/>
                                        <p:tgtEl>
                                          <p:spTgt spid="24594"/>
                                        </p:tgtEl>
                                      </p:cBhvr>
                                    </p:animEffect>
                                  </p:childTnLst>
                                </p:cTn>
                              </p:par>
                              <p:par>
                                <p:cTn id="34" presetID="10" presetClass="entr" presetSubtype="0" fill="hold" nodeType="withEffect">
                                  <p:stCondLst>
                                    <p:cond delay="400"/>
                                  </p:stCondLst>
                                  <p:childTnLst>
                                    <p:set>
                                      <p:cBhvr>
                                        <p:cTn id="35" dur="1" fill="hold">
                                          <p:stCondLst>
                                            <p:cond delay="0"/>
                                          </p:stCondLst>
                                        </p:cTn>
                                        <p:tgtEl>
                                          <p:spTgt spid="24597"/>
                                        </p:tgtEl>
                                        <p:attrNameLst>
                                          <p:attrName>style.visibility</p:attrName>
                                        </p:attrNameLst>
                                      </p:cBhvr>
                                      <p:to>
                                        <p:strVal val="visible"/>
                                      </p:to>
                                    </p:set>
                                    <p:animEffect transition="in" filter="fade">
                                      <p:cBhvr>
                                        <p:cTn id="36" dur="500"/>
                                        <p:tgtEl>
                                          <p:spTgt spid="24597"/>
                                        </p:tgtEl>
                                      </p:cBhvr>
                                    </p:animEffect>
                                  </p:childTnLst>
                                </p:cTn>
                              </p:par>
                              <p:par>
                                <p:cTn id="37" presetID="10" presetClass="entr" presetSubtype="0" fill="hold" nodeType="withEffect">
                                  <p:stCondLst>
                                    <p:cond delay="600"/>
                                  </p:stCondLst>
                                  <p:childTnLst>
                                    <p:set>
                                      <p:cBhvr>
                                        <p:cTn id="38" dur="1" fill="hold">
                                          <p:stCondLst>
                                            <p:cond delay="0"/>
                                          </p:stCondLst>
                                        </p:cTn>
                                        <p:tgtEl>
                                          <p:spTgt spid="24598"/>
                                        </p:tgtEl>
                                        <p:attrNameLst>
                                          <p:attrName>style.visibility</p:attrName>
                                        </p:attrNameLst>
                                      </p:cBhvr>
                                      <p:to>
                                        <p:strVal val="visible"/>
                                      </p:to>
                                    </p:set>
                                    <p:animEffect transition="in" filter="fade">
                                      <p:cBhvr>
                                        <p:cTn id="39" dur="500"/>
                                        <p:tgtEl>
                                          <p:spTgt spid="24598"/>
                                        </p:tgtEl>
                                      </p:cBhvr>
                                    </p:animEffect>
                                  </p:childTnLst>
                                </p:cTn>
                              </p:par>
                              <p:par>
                                <p:cTn id="40" presetID="10" presetClass="entr" presetSubtype="0" fill="hold" nodeType="withEffect">
                                  <p:stCondLst>
                                    <p:cond delay="800"/>
                                  </p:stCondLst>
                                  <p:childTnLst>
                                    <p:set>
                                      <p:cBhvr>
                                        <p:cTn id="41" dur="1" fill="hold">
                                          <p:stCondLst>
                                            <p:cond delay="0"/>
                                          </p:stCondLst>
                                        </p:cTn>
                                        <p:tgtEl>
                                          <p:spTgt spid="24599"/>
                                        </p:tgtEl>
                                        <p:attrNameLst>
                                          <p:attrName>style.visibility</p:attrName>
                                        </p:attrNameLst>
                                      </p:cBhvr>
                                      <p:to>
                                        <p:strVal val="visible"/>
                                      </p:to>
                                    </p:set>
                                    <p:animEffect transition="in" filter="fade">
                                      <p:cBhvr>
                                        <p:cTn id="42" dur="500"/>
                                        <p:tgtEl>
                                          <p:spTgt spid="24599"/>
                                        </p:tgtEl>
                                      </p:cBhvr>
                                    </p:animEffect>
                                  </p:childTnLst>
                                </p:cTn>
                              </p:par>
                              <p:par>
                                <p:cTn id="43" presetID="10" presetClass="entr" presetSubtype="0" fill="hold" nodeType="withEffect">
                                  <p:stCondLst>
                                    <p:cond delay="1000"/>
                                  </p:stCondLst>
                                  <p:childTnLst>
                                    <p:set>
                                      <p:cBhvr>
                                        <p:cTn id="44" dur="1" fill="hold">
                                          <p:stCondLst>
                                            <p:cond delay="0"/>
                                          </p:stCondLst>
                                        </p:cTn>
                                        <p:tgtEl>
                                          <p:spTgt spid="24591"/>
                                        </p:tgtEl>
                                        <p:attrNameLst>
                                          <p:attrName>style.visibility</p:attrName>
                                        </p:attrNameLst>
                                      </p:cBhvr>
                                      <p:to>
                                        <p:strVal val="visible"/>
                                      </p:to>
                                    </p:set>
                                    <p:animEffect transition="in" filter="fade">
                                      <p:cBhvr>
                                        <p:cTn id="45" dur="500"/>
                                        <p:tgtEl>
                                          <p:spTgt spid="24591"/>
                                        </p:tgtEl>
                                      </p:cBhvr>
                                    </p:animEffect>
                                  </p:childTnLst>
                                </p:cTn>
                              </p:par>
                              <p:par>
                                <p:cTn id="46" presetID="10" presetClass="entr" presetSubtype="0" fill="hold" nodeType="withEffect">
                                  <p:stCondLst>
                                    <p:cond delay="1000"/>
                                  </p:stCondLst>
                                  <p:childTnLst>
                                    <p:set>
                                      <p:cBhvr>
                                        <p:cTn id="47" dur="1" fill="hold">
                                          <p:stCondLst>
                                            <p:cond delay="0"/>
                                          </p:stCondLst>
                                        </p:cTn>
                                        <p:tgtEl>
                                          <p:spTgt spid="24590"/>
                                        </p:tgtEl>
                                        <p:attrNameLst>
                                          <p:attrName>style.visibility</p:attrName>
                                        </p:attrNameLst>
                                      </p:cBhvr>
                                      <p:to>
                                        <p:strVal val="visible"/>
                                      </p:to>
                                    </p:set>
                                    <p:animEffect transition="in" filter="fade">
                                      <p:cBhvr>
                                        <p:cTn id="48" dur="500"/>
                                        <p:tgtEl>
                                          <p:spTgt spid="24590"/>
                                        </p:tgtEl>
                                      </p:cBhvr>
                                    </p:animEffect>
                                  </p:childTnLst>
                                </p:cTn>
                              </p:par>
                              <p:par>
                                <p:cTn id="49" presetID="22" presetClass="entr" presetSubtype="8" fill="hold" nodeType="withEffect">
                                  <p:stCondLst>
                                    <p:cond delay="1200"/>
                                  </p:stCondLst>
                                  <p:childTnLst>
                                    <p:set>
                                      <p:cBhvr>
                                        <p:cTn id="50" dur="1" fill="hold">
                                          <p:stCondLst>
                                            <p:cond delay="0"/>
                                          </p:stCondLst>
                                        </p:cTn>
                                        <p:tgtEl>
                                          <p:spTgt spid="24595"/>
                                        </p:tgtEl>
                                        <p:attrNameLst>
                                          <p:attrName>style.visibility</p:attrName>
                                        </p:attrNameLst>
                                      </p:cBhvr>
                                      <p:to>
                                        <p:strVal val="visible"/>
                                      </p:to>
                                    </p:set>
                                    <p:animEffect transition="in" filter="wipe(left)">
                                      <p:cBhvr>
                                        <p:cTn id="51" dur="500"/>
                                        <p:tgtEl>
                                          <p:spTgt spid="24595"/>
                                        </p:tgtEl>
                                      </p:cBhvr>
                                    </p:animEffect>
                                  </p:childTnLst>
                                </p:cTn>
                              </p:par>
                              <p:par>
                                <p:cTn id="52" presetID="10" presetClass="entr" presetSubtype="0" fill="hold" nodeType="withEffect">
                                  <p:stCondLst>
                                    <p:cond delay="1400"/>
                                  </p:stCondLst>
                                  <p:childTnLst>
                                    <p:set>
                                      <p:cBhvr>
                                        <p:cTn id="53" dur="1" fill="hold">
                                          <p:stCondLst>
                                            <p:cond delay="0"/>
                                          </p:stCondLst>
                                        </p:cTn>
                                        <p:tgtEl>
                                          <p:spTgt spid="24600"/>
                                        </p:tgtEl>
                                        <p:attrNameLst>
                                          <p:attrName>style.visibility</p:attrName>
                                        </p:attrNameLst>
                                      </p:cBhvr>
                                      <p:to>
                                        <p:strVal val="visible"/>
                                      </p:to>
                                    </p:set>
                                    <p:animEffect transition="in" filter="fade">
                                      <p:cBhvr>
                                        <p:cTn id="54" dur="500"/>
                                        <p:tgtEl>
                                          <p:spTgt spid="24600"/>
                                        </p:tgtEl>
                                      </p:cBhvr>
                                    </p:animEffect>
                                  </p:childTnLst>
                                </p:cTn>
                              </p:par>
                              <p:par>
                                <p:cTn id="55" presetID="10" presetClass="entr" presetSubtype="0" fill="hold" nodeType="withEffect">
                                  <p:stCondLst>
                                    <p:cond delay="1600"/>
                                  </p:stCondLst>
                                  <p:childTnLst>
                                    <p:set>
                                      <p:cBhvr>
                                        <p:cTn id="56" dur="1" fill="hold">
                                          <p:stCondLst>
                                            <p:cond delay="0"/>
                                          </p:stCondLst>
                                        </p:cTn>
                                        <p:tgtEl>
                                          <p:spTgt spid="24601"/>
                                        </p:tgtEl>
                                        <p:attrNameLst>
                                          <p:attrName>style.visibility</p:attrName>
                                        </p:attrNameLst>
                                      </p:cBhvr>
                                      <p:to>
                                        <p:strVal val="visible"/>
                                      </p:to>
                                    </p:set>
                                    <p:animEffect transition="in" filter="fade">
                                      <p:cBhvr>
                                        <p:cTn id="57" dur="500"/>
                                        <p:tgtEl>
                                          <p:spTgt spid="24601"/>
                                        </p:tgtEl>
                                      </p:cBhvr>
                                    </p:animEffect>
                                  </p:childTnLst>
                                </p:cTn>
                              </p:par>
                              <p:par>
                                <p:cTn id="58" presetID="10" presetClass="entr" presetSubtype="0" fill="hold" nodeType="withEffect">
                                  <p:stCondLst>
                                    <p:cond delay="1800"/>
                                  </p:stCondLst>
                                  <p:childTnLst>
                                    <p:set>
                                      <p:cBhvr>
                                        <p:cTn id="59" dur="1" fill="hold">
                                          <p:stCondLst>
                                            <p:cond delay="0"/>
                                          </p:stCondLst>
                                        </p:cTn>
                                        <p:tgtEl>
                                          <p:spTgt spid="24602"/>
                                        </p:tgtEl>
                                        <p:attrNameLst>
                                          <p:attrName>style.visibility</p:attrName>
                                        </p:attrNameLst>
                                      </p:cBhvr>
                                      <p:to>
                                        <p:strVal val="visible"/>
                                      </p:to>
                                    </p:set>
                                    <p:animEffect transition="in" filter="fade">
                                      <p:cBhvr>
                                        <p:cTn id="60" dur="500"/>
                                        <p:tgtEl>
                                          <p:spTgt spid="24602"/>
                                        </p:tgtEl>
                                      </p:cBhvr>
                                    </p:animEffect>
                                  </p:childTnLst>
                                </p:cTn>
                              </p:par>
                              <p:par>
                                <p:cTn id="61" presetID="10" presetClass="entr" presetSubtype="0" fill="hold" nodeType="withEffect">
                                  <p:stCondLst>
                                    <p:cond delay="2000"/>
                                  </p:stCondLst>
                                  <p:childTnLst>
                                    <p:set>
                                      <p:cBhvr>
                                        <p:cTn id="62" dur="1" fill="hold">
                                          <p:stCondLst>
                                            <p:cond delay="0"/>
                                          </p:stCondLst>
                                        </p:cTn>
                                        <p:tgtEl>
                                          <p:spTgt spid="24593"/>
                                        </p:tgtEl>
                                        <p:attrNameLst>
                                          <p:attrName>style.visibility</p:attrName>
                                        </p:attrNameLst>
                                      </p:cBhvr>
                                      <p:to>
                                        <p:strVal val="visible"/>
                                      </p:to>
                                    </p:set>
                                    <p:animEffect transition="in" filter="fade">
                                      <p:cBhvr>
                                        <p:cTn id="63" dur="500"/>
                                        <p:tgtEl>
                                          <p:spTgt spid="24593"/>
                                        </p:tgtEl>
                                      </p:cBhvr>
                                    </p:animEffect>
                                  </p:childTnLst>
                                </p:cTn>
                              </p:par>
                              <p:par>
                                <p:cTn id="64" presetID="10" presetClass="entr" presetSubtype="0" fill="hold" nodeType="withEffect">
                                  <p:stCondLst>
                                    <p:cond delay="2000"/>
                                  </p:stCondLst>
                                  <p:childTnLst>
                                    <p:set>
                                      <p:cBhvr>
                                        <p:cTn id="65" dur="1" fill="hold">
                                          <p:stCondLst>
                                            <p:cond delay="0"/>
                                          </p:stCondLst>
                                        </p:cTn>
                                        <p:tgtEl>
                                          <p:spTgt spid="24592"/>
                                        </p:tgtEl>
                                        <p:attrNameLst>
                                          <p:attrName>style.visibility</p:attrName>
                                        </p:attrNameLst>
                                      </p:cBhvr>
                                      <p:to>
                                        <p:strVal val="visible"/>
                                      </p:to>
                                    </p:set>
                                    <p:animEffect transition="in" filter="fade">
                                      <p:cBhvr>
                                        <p:cTn id="66" dur="500"/>
                                        <p:tgtEl>
                                          <p:spTgt spid="24592"/>
                                        </p:tgtEl>
                                      </p:cBhvr>
                                    </p:animEffect>
                                  </p:childTnLst>
                                </p:cTn>
                              </p:par>
                            </p:childTnLst>
                          </p:cTn>
                        </p:par>
                      </p:childTnLst>
                    </p:cTn>
                  </p:par>
                  <p:par>
                    <p:cTn id="67" fill="hold">
                      <p:stCondLst>
                        <p:cond delay="indefinite"/>
                      </p:stCondLst>
                      <p:childTnLst>
                        <p:par>
                          <p:cTn id="68" fill="hold">
                            <p:stCondLst>
                              <p:cond delay="0"/>
                            </p:stCondLst>
                            <p:childTnLst>
                              <p:par>
                                <p:cTn id="69" presetID="56" presetClass="path" presetSubtype="0" accel="50000" decel="50000" fill="hold" nodeType="clickEffect">
                                  <p:stCondLst>
                                    <p:cond delay="0"/>
                                  </p:stCondLst>
                                  <p:childTnLst>
                                    <p:animMotion origin="layout" path="M 0.32968 0.16111 L 0.38975 0.08935 " pathEditMode="relative" rAng="0" ptsTypes="AA">
                                      <p:cBhvr>
                                        <p:cTn id="70" dur="1000" fill="hold"/>
                                        <p:tgtEl>
                                          <p:spTgt spid="24584"/>
                                        </p:tgtEl>
                                        <p:attrNameLst>
                                          <p:attrName>ppt_x</p:attrName>
                                          <p:attrName>ppt_y</p:attrName>
                                        </p:attrNameLst>
                                      </p:cBhvr>
                                      <p:rCtr x="3000" y="-3200"/>
                                    </p:animMotion>
                                  </p:childTnLst>
                                </p:cTn>
                              </p:par>
                              <p:par>
                                <p:cTn id="71" presetID="22" presetClass="entr" presetSubtype="8" fill="hold" nodeType="withEffect">
                                  <p:stCondLst>
                                    <p:cond delay="200"/>
                                  </p:stCondLst>
                                  <p:childTnLst>
                                    <p:set>
                                      <p:cBhvr>
                                        <p:cTn id="72" dur="1" fill="hold">
                                          <p:stCondLst>
                                            <p:cond delay="0"/>
                                          </p:stCondLst>
                                        </p:cTn>
                                        <p:tgtEl>
                                          <p:spTgt spid="24596"/>
                                        </p:tgtEl>
                                        <p:attrNameLst>
                                          <p:attrName>style.visibility</p:attrName>
                                        </p:attrNameLst>
                                      </p:cBhvr>
                                      <p:to>
                                        <p:strVal val="visible"/>
                                      </p:to>
                                    </p:set>
                                    <p:animEffect transition="in" filter="wipe(left)">
                                      <p:cBhvr>
                                        <p:cTn id="73" dur="500"/>
                                        <p:tgtEl>
                                          <p:spTgt spid="24596"/>
                                        </p:tgtEl>
                                      </p:cBhvr>
                                    </p:animEffect>
                                  </p:childTnLst>
                                </p:cTn>
                              </p:par>
                              <p:par>
                                <p:cTn id="74" presetID="10" presetClass="entr" presetSubtype="0" fill="hold" nodeType="withEffect">
                                  <p:stCondLst>
                                    <p:cond delay="400"/>
                                  </p:stCondLst>
                                  <p:childTnLst>
                                    <p:set>
                                      <p:cBhvr>
                                        <p:cTn id="75" dur="1" fill="hold">
                                          <p:stCondLst>
                                            <p:cond delay="0"/>
                                          </p:stCondLst>
                                        </p:cTn>
                                        <p:tgtEl>
                                          <p:spTgt spid="24603"/>
                                        </p:tgtEl>
                                        <p:attrNameLst>
                                          <p:attrName>style.visibility</p:attrName>
                                        </p:attrNameLst>
                                      </p:cBhvr>
                                      <p:to>
                                        <p:strVal val="visible"/>
                                      </p:to>
                                    </p:set>
                                    <p:animEffect transition="in" filter="fade">
                                      <p:cBhvr>
                                        <p:cTn id="76" dur="500"/>
                                        <p:tgtEl>
                                          <p:spTgt spid="24603"/>
                                        </p:tgtEl>
                                      </p:cBhvr>
                                    </p:animEffect>
                                  </p:childTnLst>
                                </p:cTn>
                              </p:par>
                              <p:par>
                                <p:cTn id="77" presetID="10" presetClass="entr" presetSubtype="0" fill="hold" nodeType="withEffect">
                                  <p:stCondLst>
                                    <p:cond delay="600"/>
                                  </p:stCondLst>
                                  <p:childTnLst>
                                    <p:set>
                                      <p:cBhvr>
                                        <p:cTn id="78" dur="1" fill="hold">
                                          <p:stCondLst>
                                            <p:cond delay="0"/>
                                          </p:stCondLst>
                                        </p:cTn>
                                        <p:tgtEl>
                                          <p:spTgt spid="24604"/>
                                        </p:tgtEl>
                                        <p:attrNameLst>
                                          <p:attrName>style.visibility</p:attrName>
                                        </p:attrNameLst>
                                      </p:cBhvr>
                                      <p:to>
                                        <p:strVal val="visible"/>
                                      </p:to>
                                    </p:set>
                                    <p:animEffect transition="in" filter="fade">
                                      <p:cBhvr>
                                        <p:cTn id="79" dur="500"/>
                                        <p:tgtEl>
                                          <p:spTgt spid="24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25601"/>
          <p:cNvSpPr/>
          <p:nvPr>
            <p:ph type="title"/>
          </p:nvPr>
        </p:nvSpPr>
        <p:spPr>
          <a:xfrm>
            <a:off x="186690" y="568325"/>
            <a:ext cx="8229600" cy="717550"/>
          </a:xfrm>
        </p:spPr>
        <p:txBody>
          <a:bodyPr anchor="ctr"/>
          <a:p>
            <a:r>
              <a:rPr lang="zh-CN" altLang="en-US">
                <a:latin typeface="DFKai-SB" pitchFamily="1" charset="-120"/>
              </a:rPr>
              <a:t>算法流程</a:t>
            </a:r>
            <a:endParaRPr lang="zh-CN" altLang="en-US">
              <a:latin typeface="DFKai-SB" pitchFamily="1" charset="-120"/>
            </a:endParaRPr>
          </a:p>
        </p:txBody>
      </p:sp>
      <p:sp>
        <p:nvSpPr>
          <p:cNvPr id="25603" name="文本占位符 25602"/>
          <p:cNvSpPr/>
          <p:nvPr>
            <p:ph type="body" idx="1"/>
          </p:nvPr>
        </p:nvSpPr>
        <p:spPr>
          <a:xfrm>
            <a:off x="-3810" y="2246630"/>
            <a:ext cx="8610600" cy="5378450"/>
          </a:xfrm>
        </p:spPr>
        <p:txBody>
          <a:bodyPr lIns="90170" tIns="46990" rIns="90170" bIns="46990"/>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Initial</a:t>
            </a:r>
            <a:r>
              <a:rPr lang="zh-TW" altLang="en-US" sz="1600" dirty="0">
                <a:solidFill>
                  <a:schemeClr val="tx1"/>
                </a:solidFill>
                <a:latin typeface="DFKai-SB" pitchFamily="1" charset="-120"/>
                <a:ea typeface="DFKai-SB" pitchFamily="1" charset="-120"/>
              </a:rPr>
              <a:t>：</a:t>
            </a:r>
            <a:endParaRPr lang="zh-TW" altLang="en-US" sz="1600"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初始化粒子群体（群体规模为n），包括随机位置和速度。</a:t>
            </a:r>
            <a:endParaRPr lang="zh-CN"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Evaluation</a:t>
            </a:r>
            <a:r>
              <a:rPr lang="zh-TW" altLang="en-US" sz="1600" i="1" dirty="0">
                <a:solidFill>
                  <a:schemeClr val="tx1"/>
                </a:solidFill>
                <a:latin typeface="DFKai-SB" pitchFamily="1" charset="-120"/>
                <a:ea typeface="DFKai-SB" pitchFamily="1" charset="-120"/>
              </a:rPr>
              <a:t>：</a:t>
            </a:r>
            <a:endParaRPr lang="zh-TW" altLang="en-US" sz="1600" i="1"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根据</a:t>
            </a:r>
            <a:r>
              <a:rPr lang="en-US" altLang="x-none" sz="1600" dirty="0">
                <a:solidFill>
                  <a:schemeClr val="tx1"/>
                </a:solidFill>
                <a:latin typeface="宋体" panose="02010600030101010101" pitchFamily="2" charset="-122"/>
              </a:rPr>
              <a:t>fitness function </a:t>
            </a:r>
            <a:r>
              <a:rPr lang="zh-CN" altLang="en-US" sz="1600" dirty="0">
                <a:solidFill>
                  <a:schemeClr val="tx1"/>
                </a:solidFill>
                <a:latin typeface="宋体" panose="02010600030101010101" pitchFamily="2" charset="-122"/>
              </a:rPr>
              <a:t>，评价每个粒子的适应度。</a:t>
            </a:r>
            <a:endParaRPr lang="zh-CN"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Fin</a:t>
            </a:r>
            <a:r>
              <a:rPr lang="zh-CN" altLang="en-US" sz="1600" i="1" dirty="0">
                <a:solidFill>
                  <a:schemeClr val="tx1"/>
                </a:solidFill>
                <a:latin typeface="DFKai-SB" pitchFamily="1" charset="-120"/>
                <a:ea typeface="DFKai-SB" pitchFamily="1" charset="-120"/>
              </a:rPr>
              <a:t>d</a:t>
            </a:r>
            <a:r>
              <a:rPr lang="en-US" altLang="x-none" sz="1600" i="1" dirty="0">
                <a:solidFill>
                  <a:schemeClr val="tx1"/>
                </a:solidFill>
                <a:latin typeface="DFKai-SB" pitchFamily="1" charset="-120"/>
                <a:ea typeface="DFKai-SB" pitchFamily="1" charset="-120"/>
              </a:rPr>
              <a:t> the Pbest</a:t>
            </a:r>
            <a:r>
              <a:rPr lang="zh-TW" altLang="en-US" sz="1600" i="1" dirty="0">
                <a:solidFill>
                  <a:schemeClr val="tx1"/>
                </a:solidFill>
                <a:latin typeface="DFKai-SB" pitchFamily="1" charset="-120"/>
                <a:ea typeface="DFKai-SB" pitchFamily="1" charset="-120"/>
              </a:rPr>
              <a:t>：</a:t>
            </a:r>
            <a:endParaRPr lang="zh-TW" altLang="en-US" sz="1600" i="1"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对每个粒子，将其当前适应值与其个体历史最佳位置（pbest）对应的适应值做</a:t>
            </a:r>
            <a:endParaRPr lang="zh-CN" altLang="en-US" sz="1600" dirty="0">
              <a:solidFill>
                <a:schemeClr val="tx1"/>
              </a:solidFill>
              <a:latin typeface="宋体" panose="02010600030101010101" pitchFamily="2" charset="-122"/>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比较，如果当前的适应值更高，则将用当前位置更新历史最佳位置pbest。</a:t>
            </a:r>
            <a:endParaRPr lang="zh-CN"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Fin</a:t>
            </a:r>
            <a:r>
              <a:rPr lang="zh-CN" altLang="en-US" sz="1600" i="1" dirty="0">
                <a:solidFill>
                  <a:schemeClr val="tx1"/>
                </a:solidFill>
                <a:latin typeface="DFKai-SB" pitchFamily="1" charset="-120"/>
                <a:ea typeface="DFKai-SB" pitchFamily="1" charset="-120"/>
              </a:rPr>
              <a:t>d</a:t>
            </a:r>
            <a:r>
              <a:rPr lang="en-US" altLang="x-none" sz="1600" i="1" dirty="0">
                <a:solidFill>
                  <a:schemeClr val="tx1"/>
                </a:solidFill>
                <a:latin typeface="DFKai-SB" pitchFamily="1" charset="-120"/>
                <a:ea typeface="DFKai-SB" pitchFamily="1" charset="-120"/>
              </a:rPr>
              <a:t> the Gbest</a:t>
            </a:r>
            <a:r>
              <a:rPr lang="zh-TW" altLang="en-US" sz="1600" i="1" dirty="0">
                <a:solidFill>
                  <a:schemeClr val="tx1"/>
                </a:solidFill>
                <a:latin typeface="DFKai-SB" pitchFamily="1" charset="-120"/>
                <a:ea typeface="DFKai-SB" pitchFamily="1" charset="-120"/>
              </a:rPr>
              <a:t>：</a:t>
            </a:r>
            <a:endParaRPr lang="zh-TW" altLang="en-US" sz="1600" i="1"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对每个粒子，将其当前适应值与全局最佳位置（gbest）对应的适应值做比较，</a:t>
            </a:r>
            <a:endParaRPr lang="zh-CN" altLang="en-US" sz="1600" dirty="0">
              <a:solidFill>
                <a:schemeClr val="tx1"/>
              </a:solidFill>
              <a:latin typeface="宋体" panose="02010600030101010101" pitchFamily="2" charset="-122"/>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如果当前的适应值更高，则将用当前粒子的位置更新全局最佳位置gbest。</a:t>
            </a:r>
            <a:endParaRPr lang="zh-CN"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en-US" altLang="x-none" sz="1600" i="1" dirty="0">
                <a:solidFill>
                  <a:schemeClr val="tx1"/>
                </a:solidFill>
                <a:latin typeface="DFKai-SB" pitchFamily="1" charset="-120"/>
                <a:ea typeface="DFKai-SB" pitchFamily="1" charset="-120"/>
              </a:rPr>
              <a:t>Update the Velocity</a:t>
            </a:r>
            <a:r>
              <a:rPr lang="zh-TW" altLang="en-US" sz="1600" i="1" dirty="0">
                <a:solidFill>
                  <a:schemeClr val="tx1"/>
                </a:solidFill>
                <a:latin typeface="DFKai-SB" pitchFamily="1" charset="-120"/>
                <a:ea typeface="DFKai-SB" pitchFamily="1" charset="-120"/>
              </a:rPr>
              <a:t>：</a:t>
            </a:r>
            <a:endParaRPr lang="zh-TW" altLang="en-US" sz="1600" i="1" dirty="0">
              <a:solidFill>
                <a:schemeClr val="tx1"/>
              </a:solidFill>
              <a:latin typeface="DFKai-SB" pitchFamily="1" charset="-120"/>
              <a:ea typeface="DFKai-SB" pitchFamily="1" charset="-120"/>
            </a:endParaRPr>
          </a:p>
          <a:p>
            <a:pPr marL="1708150" lvl="3" indent="-412750">
              <a:lnSpc>
                <a:spcPct val="90000"/>
              </a:lnSpc>
              <a:buFont typeface="Wingdings" panose="05000000000000000000" pitchFamily="2" charset="2"/>
              <a:buNone/>
            </a:pPr>
            <a:r>
              <a:rPr lang="zh-CN" altLang="en-US" sz="1600" dirty="0">
                <a:solidFill>
                  <a:schemeClr val="tx1"/>
                </a:solidFill>
                <a:latin typeface="宋体" panose="02010600030101010101" pitchFamily="2" charset="-122"/>
              </a:rPr>
              <a:t>根据公式</a:t>
            </a:r>
            <a:r>
              <a:rPr lang="zh-TW" altLang="en-US" sz="1600" dirty="0">
                <a:solidFill>
                  <a:schemeClr val="tx1"/>
                </a:solidFill>
                <a:latin typeface="宋体" panose="02010600030101010101" pitchFamily="2" charset="-122"/>
              </a:rPr>
              <a:t>更新每</a:t>
            </a:r>
            <a:r>
              <a:rPr lang="zh-CN" altLang="en-US" sz="1600" dirty="0">
                <a:solidFill>
                  <a:schemeClr val="tx1"/>
                </a:solidFill>
                <a:latin typeface="宋体" panose="02010600030101010101" pitchFamily="2" charset="-122"/>
              </a:rPr>
              <a:t>个粒子的</a:t>
            </a:r>
            <a:r>
              <a:rPr lang="zh-TW" altLang="en-US" sz="1600" dirty="0">
                <a:solidFill>
                  <a:schemeClr val="tx1"/>
                </a:solidFill>
                <a:latin typeface="宋体" panose="02010600030101010101" pitchFamily="2" charset="-122"/>
              </a:rPr>
              <a:t>速度</a:t>
            </a:r>
            <a:r>
              <a:rPr lang="zh-CN" altLang="en-US" sz="1600" dirty="0">
                <a:solidFill>
                  <a:schemeClr val="tx1"/>
                </a:solidFill>
                <a:latin typeface="宋体" panose="02010600030101010101" pitchFamily="2" charset="-122"/>
              </a:rPr>
              <a:t>与</a:t>
            </a:r>
            <a:r>
              <a:rPr lang="zh-TW" altLang="en-US" sz="1600" dirty="0">
                <a:solidFill>
                  <a:schemeClr val="tx1"/>
                </a:solidFill>
                <a:latin typeface="宋体" panose="02010600030101010101" pitchFamily="2" charset="-122"/>
              </a:rPr>
              <a:t>位置。</a:t>
            </a:r>
            <a:endParaRPr lang="zh-TW" altLang="en-US" sz="1600" dirty="0">
              <a:solidFill>
                <a:schemeClr val="tx1"/>
              </a:solidFill>
              <a:latin typeface="宋体" panose="02010600030101010101" pitchFamily="2" charset="-122"/>
            </a:endParaRPr>
          </a:p>
          <a:p>
            <a:pPr marL="1386205" lvl="2" indent="-495300">
              <a:lnSpc>
                <a:spcPct val="90000"/>
              </a:lnSpc>
              <a:buClr>
                <a:schemeClr val="tx1"/>
              </a:buClr>
              <a:buFont typeface="Wingdings" panose="05000000000000000000" pitchFamily="2" charset="2"/>
              <a:buAutoNum type="arabicPeriod"/>
            </a:pPr>
            <a:r>
              <a:rPr lang="zh-CN" altLang="en-US" sz="1600" dirty="0">
                <a:solidFill>
                  <a:schemeClr val="tx1"/>
                </a:solidFill>
                <a:latin typeface="宋体" panose="02010600030101010101" pitchFamily="2" charset="-122"/>
              </a:rPr>
              <a:t>如未满足结束条件，则返回步骤2</a:t>
            </a:r>
            <a:r>
              <a:rPr lang="en-US" altLang="zh-CN" sz="1600" dirty="0">
                <a:solidFill>
                  <a:schemeClr val="tx1"/>
                </a:solidFill>
                <a:latin typeface="宋体" panose="02010600030101010101" pitchFamily="2" charset="-122"/>
              </a:rPr>
              <a:t>,</a:t>
            </a:r>
            <a:r>
              <a:rPr lang="zh-CN" altLang="en-US" sz="1600" dirty="0">
                <a:solidFill>
                  <a:schemeClr val="tx1"/>
                </a:solidFill>
                <a:latin typeface="宋体" panose="02010600030101010101" pitchFamily="2" charset="-122"/>
              </a:rPr>
              <a:t>通常算法达到最大迭代次数     或者最佳适应度值的增量小于某个给定的阈值时算法停止。</a:t>
            </a:r>
            <a:endParaRPr lang="zh-CN" altLang="en-US" sz="1600" dirty="0">
              <a:solidFill>
                <a:schemeClr val="tx1"/>
              </a:solidFill>
              <a:latin typeface="宋体" panose="02010600030101010101" pitchFamily="2" charset="-122"/>
            </a:endParaRPr>
          </a:p>
        </p:txBody>
      </p:sp>
      <p:graphicFrame>
        <p:nvGraphicFramePr>
          <p:cNvPr id="25604" name="对象 25603"/>
          <p:cNvGraphicFramePr>
            <a:graphicFrameLocks noChangeAspect="1"/>
          </p:cNvGraphicFramePr>
          <p:nvPr/>
        </p:nvGraphicFramePr>
        <p:xfrm>
          <a:off x="6984365" y="5412105"/>
          <a:ext cx="490220" cy="353695"/>
        </p:xfrm>
        <a:graphic>
          <a:graphicData uri="http://schemas.openxmlformats.org/presentationml/2006/ole">
            <mc:AlternateContent xmlns:mc="http://schemas.openxmlformats.org/markup-compatibility/2006">
              <mc:Choice xmlns:v="urn:schemas-microsoft-com:vml" Requires="v">
                <p:oleObj spid="_x0000_s3092" name="" r:id="rId1" imgW="318135" imgH="229235" progId="Equation.DSMT4">
                  <p:embed/>
                </p:oleObj>
              </mc:Choice>
              <mc:Fallback>
                <p:oleObj name="" r:id="rId1" imgW="318135" imgH="229235" progId="Equation.DSMT4">
                  <p:embed/>
                  <p:pic>
                    <p:nvPicPr>
                      <p:cNvPr id="0" name="图片 3091"/>
                      <p:cNvPicPr/>
                      <p:nvPr/>
                    </p:nvPicPr>
                    <p:blipFill>
                      <a:blip r:embed="rId2"/>
                      <a:stretch>
                        <a:fillRect/>
                      </a:stretch>
                    </p:blipFill>
                    <p:spPr>
                      <a:xfrm>
                        <a:off x="6984365" y="5412105"/>
                        <a:ext cx="490220" cy="353695"/>
                      </a:xfrm>
                      <a:prstGeom prst="rect">
                        <a:avLst/>
                      </a:prstGeom>
                      <a:noFill/>
                      <a:ln w="38100">
                        <a:noFill/>
                        <a:miter/>
                      </a:ln>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26625"/>
          <p:cNvSpPr/>
          <p:nvPr>
            <p:ph type="title"/>
          </p:nvPr>
        </p:nvSpPr>
        <p:spPr>
          <a:xfrm>
            <a:off x="1049338" y="276225"/>
            <a:ext cx="7507287" cy="503238"/>
          </a:xfrm>
        </p:spPr>
        <p:txBody>
          <a:bodyPr anchor="ctr"/>
          <a:p>
            <a:r>
              <a:rPr lang="zh-CN" altLang="en-US" sz="4000" b="1">
                <a:solidFill>
                  <a:schemeClr val="tx1"/>
                </a:solidFill>
                <a:ea typeface="楷体_GB2312" pitchFamily="1" charset="-122"/>
              </a:rPr>
              <a:t>粒子群优化算法流程图</a:t>
            </a:r>
            <a:endParaRPr lang="zh-CN" altLang="en-US" sz="4000" b="1">
              <a:solidFill>
                <a:schemeClr val="tx1"/>
              </a:solidFill>
              <a:ea typeface="楷体_GB2312" pitchFamily="1" charset="-122"/>
            </a:endParaRPr>
          </a:p>
        </p:txBody>
      </p:sp>
      <p:sp>
        <p:nvSpPr>
          <p:cNvPr id="26627" name="文本占位符 26626"/>
          <p:cNvSpPr/>
          <p:nvPr>
            <p:ph type="body" idx="1"/>
          </p:nvPr>
        </p:nvSpPr>
        <p:spPr/>
        <p:txBody>
          <a:bodyPr lIns="90170" tIns="46990" rIns="90170" bIns="46990"/>
          <a:p>
            <a:endParaRPr lang="en-US" altLang="zh-CN"/>
          </a:p>
          <a:p>
            <a:pPr>
              <a:buNone/>
            </a:pPr>
            <a:endParaRPr lang="en-US" altLang="zh-CN"/>
          </a:p>
        </p:txBody>
      </p:sp>
      <p:sp>
        <p:nvSpPr>
          <p:cNvPr id="26628" name="文本框 26627"/>
          <p:cNvSpPr txBox="1"/>
          <p:nvPr/>
        </p:nvSpPr>
        <p:spPr>
          <a:xfrm>
            <a:off x="762000" y="2362200"/>
            <a:ext cx="7086600" cy="366713"/>
          </a:xfrm>
          <a:prstGeom prst="rect">
            <a:avLst/>
          </a:prstGeom>
          <a:noFill/>
          <a:ln w="9525">
            <a:noFill/>
          </a:ln>
        </p:spPr>
        <p:txBody>
          <a:bodyPr>
            <a:spAutoFit/>
          </a:bodyPr>
          <a:p>
            <a:pPr eaLnBrk="0" hangingPunct="0">
              <a:lnSpc>
                <a:spcPct val="90000"/>
              </a:lnSpc>
              <a:spcBef>
                <a:spcPct val="20000"/>
              </a:spcBef>
              <a:buClr>
                <a:schemeClr val="folHlink"/>
              </a:buClr>
              <a:buSzPct val="60000"/>
              <a:buFont typeface="Wingdings" panose="05000000000000000000" pitchFamily="2" charset="2"/>
              <a:buNone/>
            </a:pPr>
            <a:r>
              <a:rPr lang="en-US" altLang="zh-CN" sz="2000">
                <a:solidFill>
                  <a:srgbClr val="000000"/>
                </a:solidFill>
                <a:latin typeface="Times New Roman" panose="02020603050405020304" pitchFamily="2" charset="0"/>
              </a:rPr>
              <a:t>         </a:t>
            </a:r>
            <a:endParaRPr lang="en-US" altLang="zh-CN" sz="2000">
              <a:latin typeface="Times New Roman" panose="02020603050405020304" pitchFamily="2" charset="0"/>
            </a:endParaRPr>
          </a:p>
        </p:txBody>
      </p:sp>
      <p:grpSp>
        <p:nvGrpSpPr>
          <p:cNvPr id="26629" name="组合 26628"/>
          <p:cNvGrpSpPr/>
          <p:nvPr/>
        </p:nvGrpSpPr>
        <p:grpSpPr>
          <a:xfrm>
            <a:off x="1447800" y="1524000"/>
            <a:ext cx="5921375" cy="4648200"/>
            <a:chOff x="0" y="0"/>
            <a:chExt cx="3730" cy="2928"/>
          </a:xfrm>
        </p:grpSpPr>
        <p:graphicFrame>
          <p:nvGraphicFramePr>
            <p:cNvPr id="26630" name="对象 26629"/>
            <p:cNvGraphicFramePr>
              <a:graphicFrameLocks noChangeAspect="1"/>
            </p:cNvGraphicFramePr>
            <p:nvPr/>
          </p:nvGraphicFramePr>
          <p:xfrm>
            <a:off x="2048" y="940"/>
            <a:ext cx="76" cy="136"/>
          </p:xfrm>
          <a:graphic>
            <a:graphicData uri="http://schemas.openxmlformats.org/presentationml/2006/ole">
              <mc:AlternateContent xmlns:mc="http://schemas.openxmlformats.org/markup-compatibility/2006">
                <mc:Choice xmlns:v="urn:schemas-microsoft-com:vml" Requires="v">
                  <p:oleObj spid="_x0000_s3093" name="" r:id="rId1" imgW="114935" imgH="216535" progId="Equation.3">
                    <p:embed/>
                  </p:oleObj>
                </mc:Choice>
                <mc:Fallback>
                  <p:oleObj name="" r:id="rId1" imgW="114935" imgH="216535" progId="Equation.3">
                    <p:embed/>
                    <p:pic>
                      <p:nvPicPr>
                        <p:cNvPr id="0" name="图片 3092"/>
                        <p:cNvPicPr/>
                        <p:nvPr/>
                      </p:nvPicPr>
                      <p:blipFill>
                        <a:blip r:embed="rId2"/>
                        <a:stretch>
                          <a:fillRect/>
                        </a:stretch>
                      </p:blipFill>
                      <p:spPr>
                        <a:xfrm>
                          <a:off x="2048" y="940"/>
                          <a:ext cx="76" cy="136"/>
                        </a:xfrm>
                        <a:prstGeom prst="rect">
                          <a:avLst/>
                        </a:prstGeom>
                        <a:noFill/>
                        <a:ln w="38100">
                          <a:noFill/>
                          <a:miter/>
                        </a:ln>
                      </p:spPr>
                    </p:pic>
                  </p:oleObj>
                </mc:Fallback>
              </mc:AlternateContent>
            </a:graphicData>
          </a:graphic>
        </p:graphicFrame>
        <p:sp>
          <p:nvSpPr>
            <p:cNvPr id="26631" name="矩形 26630"/>
            <p:cNvSpPr/>
            <p:nvPr/>
          </p:nvSpPr>
          <p:spPr>
            <a:xfrm>
              <a:off x="1269" y="0"/>
              <a:ext cx="1178" cy="240"/>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开始</a:t>
              </a:r>
              <a:endParaRPr lang="zh-CN" altLang="en-US">
                <a:latin typeface="Times New Roman" panose="02020603050405020304" pitchFamily="2" charset="0"/>
              </a:endParaRPr>
            </a:p>
          </p:txBody>
        </p:sp>
        <p:sp>
          <p:nvSpPr>
            <p:cNvPr id="26632" name="矩形 26631"/>
            <p:cNvSpPr/>
            <p:nvPr/>
          </p:nvSpPr>
          <p:spPr>
            <a:xfrm>
              <a:off x="1167" y="384"/>
              <a:ext cx="1587" cy="240"/>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初始化粒子群</a:t>
              </a:r>
              <a:endParaRPr lang="zh-CN" altLang="en-US">
                <a:latin typeface="Times New Roman" panose="02020603050405020304" pitchFamily="2" charset="0"/>
              </a:endParaRPr>
            </a:p>
          </p:txBody>
        </p:sp>
        <p:sp>
          <p:nvSpPr>
            <p:cNvPr id="26633" name="矩形 26632"/>
            <p:cNvSpPr/>
            <p:nvPr/>
          </p:nvSpPr>
          <p:spPr>
            <a:xfrm>
              <a:off x="911" y="768"/>
              <a:ext cx="2203" cy="240"/>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计算每个粒子的适应度</a:t>
              </a:r>
              <a:endParaRPr lang="zh-CN" altLang="en-US">
                <a:latin typeface="Times New Roman" panose="02020603050405020304" pitchFamily="2" charset="0"/>
              </a:endParaRPr>
            </a:p>
          </p:txBody>
        </p:sp>
        <p:sp>
          <p:nvSpPr>
            <p:cNvPr id="26634" name="矩形 26633"/>
            <p:cNvSpPr/>
            <p:nvPr/>
          </p:nvSpPr>
          <p:spPr>
            <a:xfrm>
              <a:off x="567" y="1200"/>
              <a:ext cx="3163" cy="288"/>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根据适应度更新</a:t>
              </a:r>
              <a:r>
                <a:rPr lang="en-US" altLang="zh-CN">
                  <a:latin typeface="Times New Roman" panose="02020603050405020304" pitchFamily="2" charset="0"/>
                </a:rPr>
                <a:t>pbest</a:t>
              </a:r>
              <a:r>
                <a:rPr lang="zh-CN" altLang="en-US">
                  <a:latin typeface="Times New Roman" panose="02020603050405020304" pitchFamily="2" charset="0"/>
                </a:rPr>
                <a:t>、</a:t>
              </a:r>
              <a:r>
                <a:rPr lang="en-US" altLang="zh-CN">
                  <a:latin typeface="Times New Roman" panose="02020603050405020304" pitchFamily="2" charset="0"/>
                </a:rPr>
                <a:t>gbest</a:t>
              </a:r>
              <a:r>
                <a:rPr lang="zh-CN" altLang="en-US">
                  <a:latin typeface="Times New Roman" panose="02020603050405020304" pitchFamily="2" charset="0"/>
                </a:rPr>
                <a:t>，更新粒子位置速度</a:t>
              </a:r>
              <a:endParaRPr lang="zh-CN" altLang="en-US">
                <a:latin typeface="Times New Roman" panose="02020603050405020304" pitchFamily="2" charset="0"/>
              </a:endParaRPr>
            </a:p>
          </p:txBody>
        </p:sp>
        <p:sp>
          <p:nvSpPr>
            <p:cNvPr id="26635" name="矩形 26634"/>
            <p:cNvSpPr/>
            <p:nvPr/>
          </p:nvSpPr>
          <p:spPr>
            <a:xfrm>
              <a:off x="1320" y="2688"/>
              <a:ext cx="1178" cy="240"/>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结束</a:t>
              </a:r>
              <a:endParaRPr lang="zh-CN" altLang="en-US">
                <a:latin typeface="Times New Roman" panose="02020603050405020304" pitchFamily="2" charset="0"/>
              </a:endParaRPr>
            </a:p>
          </p:txBody>
        </p:sp>
        <p:sp>
          <p:nvSpPr>
            <p:cNvPr id="26636" name="直接连接符 26635"/>
            <p:cNvSpPr/>
            <p:nvPr/>
          </p:nvSpPr>
          <p:spPr>
            <a:xfrm>
              <a:off x="1831" y="240"/>
              <a:ext cx="1" cy="144"/>
            </a:xfrm>
            <a:prstGeom prst="line">
              <a:avLst/>
            </a:prstGeom>
            <a:ln w="9525" cap="flat" cmpd="sng">
              <a:solidFill>
                <a:schemeClr val="tx2"/>
              </a:solidFill>
              <a:prstDash val="solid"/>
              <a:headEnd type="none" w="med" len="med"/>
              <a:tailEnd type="triangle" w="med" len="med"/>
            </a:ln>
          </p:spPr>
        </p:sp>
        <p:sp>
          <p:nvSpPr>
            <p:cNvPr id="26637" name="直接连接符 26636"/>
            <p:cNvSpPr/>
            <p:nvPr/>
          </p:nvSpPr>
          <p:spPr>
            <a:xfrm>
              <a:off x="1831" y="624"/>
              <a:ext cx="1" cy="144"/>
            </a:xfrm>
            <a:prstGeom prst="line">
              <a:avLst/>
            </a:prstGeom>
            <a:ln w="9525" cap="flat" cmpd="sng">
              <a:solidFill>
                <a:schemeClr val="tx2"/>
              </a:solidFill>
              <a:prstDash val="solid"/>
              <a:headEnd type="none" w="med" len="med"/>
              <a:tailEnd type="triangle" w="med" len="med"/>
            </a:ln>
          </p:spPr>
        </p:sp>
        <p:sp>
          <p:nvSpPr>
            <p:cNvPr id="26638" name="直接连接符 26637"/>
            <p:cNvSpPr/>
            <p:nvPr/>
          </p:nvSpPr>
          <p:spPr>
            <a:xfrm>
              <a:off x="1831" y="1008"/>
              <a:ext cx="1" cy="192"/>
            </a:xfrm>
            <a:prstGeom prst="line">
              <a:avLst/>
            </a:prstGeom>
            <a:ln w="9525" cap="flat" cmpd="sng">
              <a:solidFill>
                <a:schemeClr val="tx2"/>
              </a:solidFill>
              <a:prstDash val="solid"/>
              <a:headEnd type="none" w="med" len="med"/>
              <a:tailEnd type="triangle" w="med" len="med"/>
            </a:ln>
          </p:spPr>
        </p:sp>
        <p:sp>
          <p:nvSpPr>
            <p:cNvPr id="26639" name="直接连接符 26638"/>
            <p:cNvSpPr/>
            <p:nvPr/>
          </p:nvSpPr>
          <p:spPr>
            <a:xfrm>
              <a:off x="1831" y="1440"/>
              <a:ext cx="1" cy="144"/>
            </a:xfrm>
            <a:prstGeom prst="line">
              <a:avLst/>
            </a:prstGeom>
            <a:ln w="9525" cap="flat" cmpd="sng">
              <a:solidFill>
                <a:schemeClr val="tx2"/>
              </a:solidFill>
              <a:prstDash val="solid"/>
              <a:headEnd type="none" w="med" len="med"/>
              <a:tailEnd type="triangle" w="med" len="med"/>
            </a:ln>
          </p:spPr>
        </p:sp>
        <p:sp>
          <p:nvSpPr>
            <p:cNvPr id="26640" name="直接连接符 26639"/>
            <p:cNvSpPr/>
            <p:nvPr/>
          </p:nvSpPr>
          <p:spPr>
            <a:xfrm>
              <a:off x="1831" y="2352"/>
              <a:ext cx="1" cy="288"/>
            </a:xfrm>
            <a:prstGeom prst="line">
              <a:avLst/>
            </a:prstGeom>
            <a:ln w="9525" cap="flat" cmpd="sng">
              <a:solidFill>
                <a:schemeClr val="tx2"/>
              </a:solidFill>
              <a:prstDash val="solid"/>
              <a:headEnd type="none" w="med" len="med"/>
              <a:tailEnd type="triangle" w="med" len="med"/>
            </a:ln>
          </p:spPr>
        </p:sp>
        <p:sp>
          <p:nvSpPr>
            <p:cNvPr id="26641" name="直接连接符 26640"/>
            <p:cNvSpPr/>
            <p:nvPr/>
          </p:nvSpPr>
          <p:spPr>
            <a:xfrm>
              <a:off x="298" y="672"/>
              <a:ext cx="1383" cy="1"/>
            </a:xfrm>
            <a:prstGeom prst="line">
              <a:avLst/>
            </a:prstGeom>
            <a:ln w="9525" cap="flat" cmpd="sng">
              <a:solidFill>
                <a:schemeClr val="tx2"/>
              </a:solidFill>
              <a:prstDash val="solid"/>
              <a:headEnd type="none" w="med" len="med"/>
              <a:tailEnd type="triangle" w="med" len="med"/>
            </a:ln>
          </p:spPr>
        </p:sp>
        <p:sp>
          <p:nvSpPr>
            <p:cNvPr id="26642" name="文本框 26641"/>
            <p:cNvSpPr txBox="1"/>
            <p:nvPr/>
          </p:nvSpPr>
          <p:spPr>
            <a:xfrm>
              <a:off x="0" y="1680"/>
              <a:ext cx="278" cy="231"/>
            </a:xfrm>
            <a:prstGeom prst="rect">
              <a:avLst/>
            </a:prstGeom>
            <a:noFill/>
            <a:ln w="9525">
              <a:noFill/>
            </a:ln>
          </p:spPr>
          <p:txBody>
            <a:bodyPr wrap="none" anchor="t">
              <a:spAutoFit/>
            </a:bodyPr>
            <a:p>
              <a:pPr algn="ctr" eaLnBrk="0" hangingPunct="0">
                <a:lnSpc>
                  <a:spcPct val="90000"/>
                </a:lnSpc>
                <a:spcBef>
                  <a:spcPct val="20000"/>
                </a:spcBef>
                <a:buClr>
                  <a:schemeClr val="folHlink"/>
                </a:buClr>
                <a:buSzPct val="60000"/>
                <a:buFont typeface="Wingdings" panose="05000000000000000000" pitchFamily="2" charset="2"/>
                <a:buNone/>
              </a:pPr>
              <a:r>
                <a:rPr lang="en-US" altLang="zh-CN" sz="2000">
                  <a:latin typeface="Times New Roman" panose="02020603050405020304" pitchFamily="2" charset="0"/>
                </a:rPr>
                <a:t>no</a:t>
              </a:r>
              <a:endParaRPr lang="en-US" altLang="zh-CN" sz="2000">
                <a:latin typeface="Times New Roman" panose="02020603050405020304" pitchFamily="2" charset="0"/>
              </a:endParaRPr>
            </a:p>
          </p:txBody>
        </p:sp>
        <p:sp>
          <p:nvSpPr>
            <p:cNvPr id="26643" name="文本框 26642"/>
            <p:cNvSpPr txBox="1"/>
            <p:nvPr/>
          </p:nvSpPr>
          <p:spPr>
            <a:xfrm>
              <a:off x="1882" y="2400"/>
              <a:ext cx="409" cy="231"/>
            </a:xfrm>
            <a:prstGeom prst="rect">
              <a:avLst/>
            </a:prstGeom>
            <a:noFill/>
            <a:ln w="9525">
              <a:noFill/>
            </a:ln>
          </p:spPr>
          <p:txBody>
            <a:bodyPr>
              <a:spAutoFit/>
            </a:bodyPr>
            <a:p>
              <a:pPr algn="ctr" eaLnBrk="0" hangingPunct="0">
                <a:lnSpc>
                  <a:spcPct val="90000"/>
                </a:lnSpc>
                <a:spcBef>
                  <a:spcPct val="50000"/>
                </a:spcBef>
                <a:buClr>
                  <a:schemeClr val="folHlink"/>
                </a:buClr>
                <a:buSzPct val="60000"/>
                <a:buFont typeface="Wingdings" panose="05000000000000000000" pitchFamily="2" charset="2"/>
                <a:buNone/>
              </a:pPr>
              <a:r>
                <a:rPr lang="en-US" altLang="zh-CN" sz="2000">
                  <a:latin typeface="Times New Roman" panose="02020603050405020304" pitchFamily="2" charset="0"/>
                </a:rPr>
                <a:t>yes</a:t>
              </a:r>
              <a:endParaRPr lang="en-US" altLang="zh-CN" sz="2000">
                <a:latin typeface="Times New Roman" panose="02020603050405020304" pitchFamily="2" charset="0"/>
              </a:endParaRPr>
            </a:p>
          </p:txBody>
        </p:sp>
        <p:sp>
          <p:nvSpPr>
            <p:cNvPr id="26644" name="矩形 26643"/>
            <p:cNvSpPr/>
            <p:nvPr/>
          </p:nvSpPr>
          <p:spPr>
            <a:xfrm>
              <a:off x="926" y="1728"/>
              <a:ext cx="1988" cy="405"/>
            </a:xfrm>
            <a:prstGeom prst="rect">
              <a:avLst/>
            </a:prstGeom>
            <a:noFill/>
            <a:ln w="9525">
              <a:noFill/>
            </a:ln>
          </p:spPr>
          <p:txBody>
            <a:bodyPr wrap="none" anchor="t">
              <a:spAutoFit/>
            </a:bodyPr>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达到最大迭代次数或</a:t>
              </a:r>
              <a:endParaRPr lang="zh-CN" altLang="en-US">
                <a:latin typeface="Times New Roman" panose="02020603050405020304" pitchFamily="2" charset="0"/>
              </a:endParaRPr>
            </a:p>
            <a:p>
              <a:pPr algn="ctr" eaLnBrk="0" hangingPunct="0">
                <a:lnSpc>
                  <a:spcPct val="90000"/>
                </a:lnSpc>
                <a:spcBef>
                  <a:spcPct val="20000"/>
                </a:spcBef>
                <a:buClr>
                  <a:schemeClr val="folHlink"/>
                </a:buClr>
                <a:buSzPct val="60000"/>
                <a:buFont typeface="Wingdings" panose="05000000000000000000" pitchFamily="2" charset="2"/>
                <a:buNone/>
              </a:pPr>
              <a:r>
                <a:rPr lang="zh-CN" altLang="en-US">
                  <a:latin typeface="Times New Roman" panose="02020603050405020304" pitchFamily="2" charset="0"/>
                </a:rPr>
                <a:t>全局最优位置满足最小界限？</a:t>
              </a:r>
              <a:endParaRPr lang="zh-CN" altLang="en-US">
                <a:latin typeface="Times New Roman" panose="02020603050405020304" pitchFamily="2" charset="0"/>
              </a:endParaRPr>
            </a:p>
          </p:txBody>
        </p:sp>
        <p:sp>
          <p:nvSpPr>
            <p:cNvPr id="26645" name="菱形 26644"/>
            <p:cNvSpPr/>
            <p:nvPr/>
          </p:nvSpPr>
          <p:spPr>
            <a:xfrm>
              <a:off x="451" y="1584"/>
              <a:ext cx="2715" cy="768"/>
            </a:xfrm>
            <a:prstGeom prst="diamond">
              <a:avLst/>
            </a:prstGeom>
            <a:noFill/>
            <a:ln w="9525" cap="flat" cmpd="sng">
              <a:solidFill>
                <a:schemeClr val="tx2"/>
              </a:solidFill>
              <a:prstDash val="solid"/>
              <a:miter/>
              <a:headEnd type="none" w="med" len="med"/>
              <a:tailEnd type="none" w="med" len="med"/>
            </a:ln>
          </p:spPr>
          <p:txBody>
            <a:bodyPr/>
            <a:p>
              <a:endParaRPr lang="zh-CN" altLang="en-US"/>
            </a:p>
          </p:txBody>
        </p:sp>
        <p:sp>
          <p:nvSpPr>
            <p:cNvPr id="26646" name="直接连接符 26645"/>
            <p:cNvSpPr/>
            <p:nvPr/>
          </p:nvSpPr>
          <p:spPr>
            <a:xfrm>
              <a:off x="298" y="672"/>
              <a:ext cx="1" cy="1296"/>
            </a:xfrm>
            <a:prstGeom prst="line">
              <a:avLst/>
            </a:prstGeom>
            <a:ln w="9525" cap="flat" cmpd="sng">
              <a:solidFill>
                <a:schemeClr val="tx2"/>
              </a:solidFill>
              <a:prstDash val="solid"/>
              <a:headEnd type="none" w="med" len="med"/>
              <a:tailEnd type="none" w="med" len="med"/>
            </a:ln>
          </p:spPr>
        </p:sp>
        <p:sp>
          <p:nvSpPr>
            <p:cNvPr id="26647" name="直接连接符 26646"/>
            <p:cNvSpPr/>
            <p:nvPr/>
          </p:nvSpPr>
          <p:spPr>
            <a:xfrm>
              <a:off x="298" y="1968"/>
              <a:ext cx="153" cy="1"/>
            </a:xfrm>
            <a:prstGeom prst="line">
              <a:avLst/>
            </a:prstGeom>
            <a:ln w="9525" cap="flat" cmpd="sng">
              <a:solidFill>
                <a:schemeClr val="tx2"/>
              </a:solidFill>
              <a:prstDash val="solid"/>
              <a:headEnd type="none" w="med" len="med"/>
              <a:tailEnd type="none" w="med" len="med"/>
            </a:ln>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矩形 27649"/>
          <p:cNvSpPr/>
          <p:nvPr/>
        </p:nvSpPr>
        <p:spPr>
          <a:xfrm>
            <a:off x="1547813" y="1771650"/>
            <a:ext cx="7596187" cy="4752975"/>
          </a:xfrm>
          <a:prstGeom prst="rect">
            <a:avLst/>
          </a:prstGeom>
          <a:gradFill rotWithShape="1">
            <a:gsLst>
              <a:gs pos="0">
                <a:srgbClr val="CCECFF">
                  <a:gamma/>
                  <a:tint val="0"/>
                  <a:invGamma/>
                </a:srgbClr>
              </a:gs>
              <a:gs pos="100000">
                <a:srgbClr val="CCECFF"/>
              </a:gs>
            </a:gsLst>
            <a:lin ang="5400000" scaled="1"/>
            <a:tileRect/>
          </a:gradFill>
          <a:ln w="9525">
            <a:noFill/>
          </a:ln>
        </p:spPr>
        <p:txBody>
          <a:bodyPr/>
          <a:p>
            <a:endParaRPr lang="zh-CN" altLang="en-US"/>
          </a:p>
        </p:txBody>
      </p:sp>
      <p:sp>
        <p:nvSpPr>
          <p:cNvPr id="27651" name="椭圆 27650"/>
          <p:cNvSpPr/>
          <p:nvPr/>
        </p:nvSpPr>
        <p:spPr>
          <a:xfrm>
            <a:off x="3924300" y="1844675"/>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2" name="椭圆 27651"/>
          <p:cNvSpPr/>
          <p:nvPr/>
        </p:nvSpPr>
        <p:spPr>
          <a:xfrm>
            <a:off x="1692275" y="3213100"/>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3" name="椭圆 27652"/>
          <p:cNvSpPr/>
          <p:nvPr/>
        </p:nvSpPr>
        <p:spPr>
          <a:xfrm>
            <a:off x="4140200" y="2636838"/>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4" name="椭圆 27653"/>
          <p:cNvSpPr/>
          <p:nvPr/>
        </p:nvSpPr>
        <p:spPr>
          <a:xfrm>
            <a:off x="4572000" y="1916113"/>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5" name="椭圆 27654"/>
          <p:cNvSpPr/>
          <p:nvPr/>
        </p:nvSpPr>
        <p:spPr>
          <a:xfrm>
            <a:off x="2195513" y="1268413"/>
            <a:ext cx="2376487"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6" name="椭圆 27655"/>
          <p:cNvSpPr/>
          <p:nvPr/>
        </p:nvSpPr>
        <p:spPr>
          <a:xfrm>
            <a:off x="5219700" y="3284538"/>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7" name="椭圆 27656"/>
          <p:cNvSpPr/>
          <p:nvPr/>
        </p:nvSpPr>
        <p:spPr>
          <a:xfrm>
            <a:off x="2771775" y="3284538"/>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wrap="none" anchor="ctr"/>
          <a:p>
            <a:pPr algn="ctr" eaLnBrk="0" hangingPunct="0"/>
            <a:endParaRPr lang="zh-TW" altLang="en-US" sz="1600" b="1" dirty="0">
              <a:effectLst>
                <a:outerShdw blurRad="38100" dist="38100" dir="2700000">
                  <a:srgbClr val="FFFFFF"/>
                </a:outerShdw>
              </a:effectLst>
              <a:latin typeface="Arial" panose="020B0604020202020204" pitchFamily="34" charset="0"/>
              <a:ea typeface="PMingLiU" pitchFamily="2" charset="-120"/>
            </a:endParaRPr>
          </a:p>
        </p:txBody>
      </p:sp>
      <p:sp>
        <p:nvSpPr>
          <p:cNvPr id="27658" name="椭圆 27657"/>
          <p:cNvSpPr/>
          <p:nvPr/>
        </p:nvSpPr>
        <p:spPr>
          <a:xfrm>
            <a:off x="3563938" y="1628775"/>
            <a:ext cx="2376487"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59" name="椭圆 27658"/>
          <p:cNvSpPr/>
          <p:nvPr/>
        </p:nvSpPr>
        <p:spPr>
          <a:xfrm>
            <a:off x="3851275" y="2492375"/>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60" name="椭圆 27659"/>
          <p:cNvSpPr/>
          <p:nvPr/>
        </p:nvSpPr>
        <p:spPr>
          <a:xfrm>
            <a:off x="5795963" y="4365625"/>
            <a:ext cx="2376487"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61" name="椭圆 27660"/>
          <p:cNvSpPr/>
          <p:nvPr/>
        </p:nvSpPr>
        <p:spPr>
          <a:xfrm>
            <a:off x="4716463" y="908050"/>
            <a:ext cx="2376487"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62" name="椭圆 27661"/>
          <p:cNvSpPr/>
          <p:nvPr/>
        </p:nvSpPr>
        <p:spPr>
          <a:xfrm>
            <a:off x="1187450" y="908050"/>
            <a:ext cx="2376488" cy="2232025"/>
          </a:xfrm>
          <a:prstGeom prst="ellipse">
            <a:avLst/>
          </a:prstGeom>
          <a:gradFill rotWithShape="1">
            <a:gsLst>
              <a:gs pos="0">
                <a:schemeClr val="accent1">
                  <a:gamma/>
                  <a:tint val="0"/>
                  <a:invGamma/>
                </a:schemeClr>
              </a:gs>
              <a:gs pos="100000">
                <a:schemeClr val="accent1">
                  <a:alpha val="50000"/>
                </a:schemeClr>
              </a:gs>
            </a:gsLst>
            <a:path path="shape">
              <a:fillToRect l="50000" t="50000" r="50000" b="50000"/>
            </a:path>
            <a:tileRect/>
          </a:gradFill>
          <a:ln w="9525" cap="flat" cmpd="sng">
            <a:solidFill>
              <a:srgbClr val="99CCFF"/>
            </a:solidFill>
            <a:prstDash val="solid"/>
            <a:headEnd type="none" w="med" len="med"/>
            <a:tailEnd type="none" w="med" len="med"/>
          </a:ln>
        </p:spPr>
        <p:txBody>
          <a:bodyPr/>
          <a:p>
            <a:endParaRPr lang="zh-CN" altLang="en-US"/>
          </a:p>
        </p:txBody>
      </p:sp>
      <p:sp>
        <p:nvSpPr>
          <p:cNvPr id="27663" name="矩形 27662"/>
          <p:cNvSpPr/>
          <p:nvPr/>
        </p:nvSpPr>
        <p:spPr>
          <a:xfrm>
            <a:off x="179388" y="333375"/>
            <a:ext cx="5113337" cy="288925"/>
          </a:xfrm>
          <a:prstGeom prst="rect">
            <a:avLst/>
          </a:prstGeom>
          <a:gradFill rotWithShape="1">
            <a:gsLst>
              <a:gs pos="0">
                <a:srgbClr val="006699"/>
              </a:gs>
              <a:gs pos="100000">
                <a:srgbClr val="006699">
                  <a:gamma/>
                  <a:tint val="0"/>
                  <a:invGamma/>
                </a:srgbClr>
              </a:gs>
            </a:gsLst>
            <a:lin ang="0" scaled="1"/>
            <a:tileRect/>
          </a:gradFill>
          <a:ln w="9525">
            <a:noFill/>
          </a:ln>
        </p:spPr>
        <p:txBody>
          <a:bodyPr wrap="none" anchor="ctr"/>
          <a:p>
            <a:pPr eaLnBrk="0" hangingPunct="0"/>
            <a:r>
              <a:rPr lang="en-US" altLang="x-none" dirty="0">
                <a:solidFill>
                  <a:schemeClr val="bg1"/>
                </a:solidFill>
                <a:effectLst>
                  <a:outerShdw blurRad="38100" dist="38100" dir="2700000">
                    <a:srgbClr val="000000"/>
                  </a:outerShdw>
                </a:effectLst>
                <a:latin typeface="Arial Black" panose="020B0A04020102020204" pitchFamily="2" charset="0"/>
                <a:ea typeface="PMingLiU" pitchFamily="2" charset="-120"/>
              </a:rPr>
              <a:t>2</a:t>
            </a:r>
            <a:r>
              <a:rPr lang="zh-TW" altLang="en-US" dirty="0">
                <a:solidFill>
                  <a:schemeClr val="bg1"/>
                </a:solidFill>
                <a:effectLst>
                  <a:outerShdw blurRad="38100" dist="38100" dir="2700000">
                    <a:srgbClr val="000000"/>
                  </a:outerShdw>
                </a:effectLst>
                <a:latin typeface="Arial Black" panose="020B0A04020102020204" pitchFamily="2" charset="0"/>
                <a:ea typeface="PMingLiU" pitchFamily="2" charset="-120"/>
              </a:rPr>
              <a:t>維簡例</a:t>
            </a:r>
            <a:endParaRPr lang="zh-TW" altLang="en-US" dirty="0">
              <a:solidFill>
                <a:schemeClr val="bg1"/>
              </a:solidFill>
              <a:effectLst>
                <a:outerShdw blurRad="38100" dist="38100" dir="2700000">
                  <a:srgbClr val="000000"/>
                </a:outerShdw>
              </a:effectLst>
              <a:latin typeface="Arial Black" panose="020B0A04020102020204" pitchFamily="2" charset="0"/>
              <a:ea typeface="PMingLiU" pitchFamily="2" charset="-120"/>
            </a:endParaRPr>
          </a:p>
        </p:txBody>
      </p:sp>
      <p:sp>
        <p:nvSpPr>
          <p:cNvPr id="27664" name="椭圆 27663"/>
          <p:cNvSpPr/>
          <p:nvPr/>
        </p:nvSpPr>
        <p:spPr>
          <a:xfrm>
            <a:off x="2339975" y="1916113"/>
            <a:ext cx="144463"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5" name="椭圆 27664"/>
          <p:cNvSpPr/>
          <p:nvPr/>
        </p:nvSpPr>
        <p:spPr>
          <a:xfrm>
            <a:off x="2843213" y="4292600"/>
            <a:ext cx="144462"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6" name="椭圆 27665"/>
          <p:cNvSpPr/>
          <p:nvPr/>
        </p:nvSpPr>
        <p:spPr>
          <a:xfrm>
            <a:off x="5868988" y="1916113"/>
            <a:ext cx="144462"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7" name="椭圆 27666"/>
          <p:cNvSpPr/>
          <p:nvPr/>
        </p:nvSpPr>
        <p:spPr>
          <a:xfrm>
            <a:off x="4643438" y="2708275"/>
            <a:ext cx="144462"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8" name="椭圆 27667"/>
          <p:cNvSpPr/>
          <p:nvPr/>
        </p:nvSpPr>
        <p:spPr>
          <a:xfrm>
            <a:off x="6948488" y="5516563"/>
            <a:ext cx="144462"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69" name="椭圆 27668"/>
          <p:cNvSpPr/>
          <p:nvPr/>
        </p:nvSpPr>
        <p:spPr>
          <a:xfrm>
            <a:off x="4932363" y="3789363"/>
            <a:ext cx="144462"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a:p>
            <a:endParaRPr lang="zh-CN" altLang="en-US"/>
          </a:p>
        </p:txBody>
      </p:sp>
      <p:sp>
        <p:nvSpPr>
          <p:cNvPr id="27670" name="矩形 27669"/>
          <p:cNvSpPr/>
          <p:nvPr/>
        </p:nvSpPr>
        <p:spPr>
          <a:xfrm>
            <a:off x="7740650" y="908050"/>
            <a:ext cx="1403350" cy="1368425"/>
          </a:xfrm>
          <a:prstGeom prst="rect">
            <a:avLst/>
          </a:prstGeom>
          <a:gradFill rotWithShape="1">
            <a:gsLst>
              <a:gs pos="0">
                <a:srgbClr val="336699">
                  <a:gamma/>
                  <a:tint val="0"/>
                  <a:invGamma/>
                </a:srgbClr>
              </a:gs>
              <a:gs pos="100000">
                <a:srgbClr val="336699">
                  <a:alpha val="50000"/>
                </a:srgbClr>
              </a:gs>
            </a:gsLst>
            <a:lin ang="5400000" scaled="1"/>
            <a:tileRect/>
          </a:gradFill>
          <a:ln w="9525" cap="flat" cmpd="sng">
            <a:solidFill>
              <a:srgbClr val="006699"/>
            </a:solidFill>
            <a:prstDash val="solid"/>
            <a:miter/>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671" name="椭圆 27670"/>
          <p:cNvSpPr/>
          <p:nvPr/>
        </p:nvSpPr>
        <p:spPr>
          <a:xfrm>
            <a:off x="7845425" y="1341438"/>
            <a:ext cx="144463"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672" name="文本框 27671"/>
          <p:cNvSpPr txBox="1"/>
          <p:nvPr/>
        </p:nvSpPr>
        <p:spPr>
          <a:xfrm>
            <a:off x="8243888" y="908050"/>
            <a:ext cx="612775" cy="336550"/>
          </a:xfrm>
          <a:prstGeom prst="rect">
            <a:avLst/>
          </a:prstGeom>
          <a:noFill/>
          <a:ln w="9525">
            <a:noFill/>
          </a:ln>
        </p:spPr>
        <p:txBody>
          <a:bodyPr wrap="none" anchor="t">
            <a:spAutoFit/>
          </a:bodyPr>
          <a:p>
            <a:pPr algn="ctr" eaLnBrk="0" hangingPunct="0"/>
            <a:r>
              <a:rPr lang="en-US" altLang="x-none" sz="1600" dirty="0">
                <a:effectLst>
                  <a:outerShdw blurRad="38100" dist="38100" dir="2700000">
                    <a:srgbClr val="FFFFFF"/>
                  </a:outerShdw>
                </a:effectLst>
                <a:latin typeface="Arial" panose="020B0604020202020204" pitchFamily="34" charset="0"/>
                <a:ea typeface="PMingLiU" pitchFamily="2" charset="-120"/>
              </a:rPr>
              <a:t>Note</a:t>
            </a:r>
            <a:endParaRPr lang="en-US" altLang="x-none" sz="1600" dirty="0">
              <a:effectLst>
                <a:outerShdw blurRad="38100" dist="38100" dir="2700000">
                  <a:srgbClr val="FFFFFF"/>
                </a:outerShdw>
              </a:effectLst>
              <a:latin typeface="Arial" panose="020B0604020202020204" pitchFamily="34" charset="0"/>
              <a:ea typeface="PMingLiU" pitchFamily="2" charset="-120"/>
            </a:endParaRPr>
          </a:p>
        </p:txBody>
      </p:sp>
      <p:sp>
        <p:nvSpPr>
          <p:cNvPr id="27673" name="文本框 27672"/>
          <p:cNvSpPr txBox="1"/>
          <p:nvPr/>
        </p:nvSpPr>
        <p:spPr>
          <a:xfrm>
            <a:off x="8101013" y="1268413"/>
            <a:ext cx="641350" cy="274637"/>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合理解</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74" name="椭圆 27673"/>
          <p:cNvSpPr/>
          <p:nvPr/>
        </p:nvSpPr>
        <p:spPr>
          <a:xfrm>
            <a:off x="4887913" y="3730625"/>
            <a:ext cx="215900" cy="215900"/>
          </a:xfrm>
          <a:prstGeom prst="ellipse">
            <a:avLst/>
          </a:prstGeom>
          <a:gradFill rotWithShape="1">
            <a:gsLst>
              <a:gs pos="0">
                <a:srgbClr val="FF0000">
                  <a:gamma/>
                  <a:tint val="0"/>
                  <a:invGamma/>
                </a:srgbClr>
              </a:gs>
              <a:gs pos="100000">
                <a:srgbClr val="FF0000"/>
              </a:gs>
            </a:gsLst>
            <a:lin ang="2700000" scaled="1"/>
            <a:tileRect/>
          </a:gradFill>
          <a:ln w="9525" cap="flat" cmpd="sng">
            <a:solidFill>
              <a:srgbClr val="FF0000"/>
            </a:solidFill>
            <a:prstDash val="solid"/>
            <a:headEnd type="none" w="med" len="med"/>
            <a:tailEnd type="none" w="med" len="med"/>
          </a:ln>
        </p:spPr>
        <p:txBody>
          <a:bodyPr/>
          <a:p>
            <a:endParaRPr lang="zh-CN" altLang="en-US"/>
          </a:p>
        </p:txBody>
      </p:sp>
      <p:sp>
        <p:nvSpPr>
          <p:cNvPr id="27675" name="椭圆 27674"/>
          <p:cNvSpPr/>
          <p:nvPr/>
        </p:nvSpPr>
        <p:spPr>
          <a:xfrm>
            <a:off x="7812088" y="1628775"/>
            <a:ext cx="215900" cy="215900"/>
          </a:xfrm>
          <a:prstGeom prst="ellipse">
            <a:avLst/>
          </a:prstGeom>
          <a:gradFill rotWithShape="1">
            <a:gsLst>
              <a:gs pos="0">
                <a:srgbClr val="FF0000">
                  <a:gamma/>
                  <a:tint val="0"/>
                  <a:invGamma/>
                </a:srgbClr>
              </a:gs>
              <a:gs pos="100000">
                <a:srgbClr val="FF0000"/>
              </a:gs>
            </a:gsLst>
            <a:lin ang="2700000" scaled="1"/>
            <a:tileRect/>
          </a:gradFill>
          <a:ln w="9525" cap="flat" cmpd="sng">
            <a:solidFill>
              <a:srgbClr val="FF0000"/>
            </a:solidFill>
            <a:prstDash val="solid"/>
            <a:headEnd type="none" w="med" len="med"/>
            <a:tailEnd type="none" w="med" len="med"/>
          </a:ln>
        </p:spPr>
        <p:txBody>
          <a:bodyPr/>
          <a:p>
            <a:endParaRPr lang="zh-CN" altLang="en-US"/>
          </a:p>
        </p:txBody>
      </p:sp>
      <p:sp>
        <p:nvSpPr>
          <p:cNvPr id="27676" name="文本框 27675"/>
          <p:cNvSpPr txBox="1"/>
          <p:nvPr/>
        </p:nvSpPr>
        <p:spPr>
          <a:xfrm>
            <a:off x="8027988" y="1557338"/>
            <a:ext cx="946150" cy="274637"/>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目前最優解</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77" name="椭圆 27676"/>
          <p:cNvSpPr/>
          <p:nvPr/>
        </p:nvSpPr>
        <p:spPr>
          <a:xfrm>
            <a:off x="3348038" y="1844675"/>
            <a:ext cx="144462"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78" name="椭圆 27677"/>
          <p:cNvSpPr/>
          <p:nvPr/>
        </p:nvSpPr>
        <p:spPr>
          <a:xfrm>
            <a:off x="6877050" y="1700213"/>
            <a:ext cx="144463"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79" name="椭圆 27678"/>
          <p:cNvSpPr/>
          <p:nvPr/>
        </p:nvSpPr>
        <p:spPr>
          <a:xfrm>
            <a:off x="3563938" y="4868863"/>
            <a:ext cx="144462"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0" name="椭圆 27679"/>
          <p:cNvSpPr/>
          <p:nvPr/>
        </p:nvSpPr>
        <p:spPr>
          <a:xfrm>
            <a:off x="8027988" y="5300663"/>
            <a:ext cx="144462"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1" name="椭圆 27680"/>
          <p:cNvSpPr/>
          <p:nvPr/>
        </p:nvSpPr>
        <p:spPr>
          <a:xfrm>
            <a:off x="4500563" y="2133600"/>
            <a:ext cx="144462"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2" name="椭圆 27681"/>
          <p:cNvSpPr/>
          <p:nvPr/>
        </p:nvSpPr>
        <p:spPr>
          <a:xfrm>
            <a:off x="5940425" y="3357563"/>
            <a:ext cx="144463"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3" name="椭圆 27682"/>
          <p:cNvSpPr/>
          <p:nvPr/>
        </p:nvSpPr>
        <p:spPr>
          <a:xfrm>
            <a:off x="7812088" y="1989138"/>
            <a:ext cx="144462"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684" name="文本框 27683"/>
          <p:cNvSpPr txBox="1"/>
          <p:nvPr/>
        </p:nvSpPr>
        <p:spPr>
          <a:xfrm>
            <a:off x="8027988" y="1930400"/>
            <a:ext cx="946150" cy="274638"/>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區域最佳解</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85" name="文本框 27684"/>
          <p:cNvSpPr txBox="1"/>
          <p:nvPr/>
        </p:nvSpPr>
        <p:spPr>
          <a:xfrm>
            <a:off x="8172450" y="3644900"/>
            <a:ext cx="488950" cy="274638"/>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全域</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86" name="文本框 27685"/>
          <p:cNvSpPr txBox="1"/>
          <p:nvPr/>
        </p:nvSpPr>
        <p:spPr>
          <a:xfrm>
            <a:off x="7092950" y="1052513"/>
            <a:ext cx="488950" cy="274637"/>
          </a:xfrm>
          <a:prstGeom prst="rect">
            <a:avLst/>
          </a:prstGeom>
          <a:noFill/>
          <a:ln w="9525">
            <a:noFill/>
          </a:ln>
        </p:spPr>
        <p:txBody>
          <a:bodyPr wrap="none" anchor="t">
            <a:spAutoFit/>
          </a:bodyPr>
          <a:p>
            <a:pPr algn="ctr" eaLnBrk="0" hangingPunct="0"/>
            <a:r>
              <a:rPr lang="zh-TW" altLang="en-US" sz="1200" dirty="0">
                <a:effectLst>
                  <a:outerShdw blurRad="38100" dist="38100" dir="2700000">
                    <a:srgbClr val="FFFFFF"/>
                  </a:outerShdw>
                </a:effectLst>
                <a:latin typeface="Arial" panose="020B0604020202020204" pitchFamily="34" charset="0"/>
                <a:ea typeface="PMingLiU" pitchFamily="2" charset="-120"/>
              </a:rPr>
              <a:t>區域</a:t>
            </a:r>
            <a:endParaRPr lang="zh-TW" altLang="en-US" sz="1200" dirty="0">
              <a:effectLst>
                <a:outerShdw blurRad="38100" dist="38100" dir="2700000">
                  <a:srgbClr val="FFFFFF"/>
                </a:outerShdw>
              </a:effectLst>
              <a:latin typeface="Arial" panose="020B0604020202020204" pitchFamily="34" charset="0"/>
              <a:ea typeface="PMingLiU" pitchFamily="2" charset="-120"/>
            </a:endParaRPr>
          </a:p>
        </p:txBody>
      </p:sp>
      <p:sp>
        <p:nvSpPr>
          <p:cNvPr id="27687" name="直接连接符 27686"/>
          <p:cNvSpPr/>
          <p:nvPr/>
        </p:nvSpPr>
        <p:spPr>
          <a:xfrm flipH="1">
            <a:off x="6877050" y="1196975"/>
            <a:ext cx="215900" cy="144463"/>
          </a:xfrm>
          <a:prstGeom prst="line">
            <a:avLst/>
          </a:prstGeom>
          <a:ln w="9525" cap="flat" cmpd="sng">
            <a:solidFill>
              <a:srgbClr val="006699"/>
            </a:solidFill>
            <a:prstDash val="solid"/>
            <a:headEnd type="none" w="med" len="med"/>
            <a:tailEnd type="none" w="med" len="med"/>
          </a:ln>
        </p:spPr>
      </p:sp>
      <p:grpSp>
        <p:nvGrpSpPr>
          <p:cNvPr id="27688" name="组合 27687"/>
          <p:cNvGrpSpPr/>
          <p:nvPr/>
        </p:nvGrpSpPr>
        <p:grpSpPr>
          <a:xfrm>
            <a:off x="5135563" y="1773238"/>
            <a:ext cx="1668462" cy="1893887"/>
            <a:chOff x="0" y="0"/>
            <a:chExt cx="1051" cy="1193"/>
          </a:xfrm>
        </p:grpSpPr>
        <p:sp>
          <p:nvSpPr>
            <p:cNvPr id="27689" name="直接连接符 27688"/>
            <p:cNvSpPr/>
            <p:nvPr/>
          </p:nvSpPr>
          <p:spPr>
            <a:xfrm flipV="1">
              <a:off x="587" y="0"/>
              <a:ext cx="464" cy="120"/>
            </a:xfrm>
            <a:prstGeom prst="line">
              <a:avLst/>
            </a:prstGeom>
            <a:ln w="9525" cap="flat" cmpd="sng">
              <a:solidFill>
                <a:srgbClr val="006699"/>
              </a:solidFill>
              <a:prstDash val="solid"/>
              <a:headEnd type="none" w="med" len="med"/>
              <a:tailEnd type="none" w="med" len="med"/>
            </a:ln>
          </p:spPr>
        </p:sp>
        <p:sp>
          <p:nvSpPr>
            <p:cNvPr id="27690" name="直接连接符 27689"/>
            <p:cNvSpPr/>
            <p:nvPr/>
          </p:nvSpPr>
          <p:spPr>
            <a:xfrm flipH="1">
              <a:off x="0" y="182"/>
              <a:ext cx="507" cy="1011"/>
            </a:xfrm>
            <a:prstGeom prst="line">
              <a:avLst/>
            </a:prstGeom>
            <a:ln w="9525" cap="flat" cmpd="sng">
              <a:solidFill>
                <a:srgbClr val="006699"/>
              </a:solidFill>
              <a:prstDash val="solid"/>
              <a:headEnd type="none" w="med" len="med"/>
              <a:tailEnd type="none" w="med" len="med"/>
            </a:ln>
          </p:spPr>
        </p:sp>
      </p:grpSp>
      <p:grpSp>
        <p:nvGrpSpPr>
          <p:cNvPr id="27691" name="组合 27690"/>
          <p:cNvGrpSpPr/>
          <p:nvPr/>
        </p:nvGrpSpPr>
        <p:grpSpPr>
          <a:xfrm>
            <a:off x="2476500" y="1916113"/>
            <a:ext cx="2489200" cy="1844675"/>
            <a:chOff x="0" y="0"/>
            <a:chExt cx="1568" cy="1162"/>
          </a:xfrm>
        </p:grpSpPr>
        <p:grpSp>
          <p:nvGrpSpPr>
            <p:cNvPr id="27692" name="组合 27691"/>
            <p:cNvGrpSpPr/>
            <p:nvPr/>
          </p:nvGrpSpPr>
          <p:grpSpPr>
            <a:xfrm>
              <a:off x="0" y="0"/>
              <a:ext cx="1488" cy="1162"/>
              <a:chOff x="0" y="0"/>
              <a:chExt cx="1488" cy="1162"/>
            </a:xfrm>
          </p:grpSpPr>
          <p:sp>
            <p:nvSpPr>
              <p:cNvPr id="27693" name="直接连接符 27692"/>
              <p:cNvSpPr/>
              <p:nvPr/>
            </p:nvSpPr>
            <p:spPr>
              <a:xfrm flipV="1">
                <a:off x="50" y="0"/>
                <a:ext cx="454" cy="46"/>
              </a:xfrm>
              <a:prstGeom prst="line">
                <a:avLst/>
              </a:prstGeom>
              <a:ln w="9525" cap="flat" cmpd="sng">
                <a:solidFill>
                  <a:srgbClr val="006699"/>
                </a:solidFill>
                <a:prstDash val="solid"/>
                <a:headEnd type="none" w="med" len="med"/>
                <a:tailEnd type="none" w="med" len="med"/>
              </a:ln>
            </p:spPr>
          </p:sp>
          <p:sp>
            <p:nvSpPr>
              <p:cNvPr id="27694" name="直接连接符 27693"/>
              <p:cNvSpPr/>
              <p:nvPr/>
            </p:nvSpPr>
            <p:spPr>
              <a:xfrm>
                <a:off x="0" y="95"/>
                <a:ext cx="1488" cy="1067"/>
              </a:xfrm>
              <a:prstGeom prst="line">
                <a:avLst/>
              </a:prstGeom>
              <a:ln w="9525" cap="flat" cmpd="sng">
                <a:solidFill>
                  <a:srgbClr val="006699"/>
                </a:solidFill>
                <a:prstDash val="solid"/>
                <a:headEnd type="none" w="med" len="med"/>
                <a:tailEnd type="none" w="med" len="med"/>
              </a:ln>
            </p:spPr>
          </p:sp>
        </p:grpSp>
        <p:sp>
          <p:nvSpPr>
            <p:cNvPr id="27695" name="直接连接符 27694"/>
            <p:cNvSpPr/>
            <p:nvPr/>
          </p:nvSpPr>
          <p:spPr>
            <a:xfrm>
              <a:off x="1326" y="236"/>
              <a:ext cx="73" cy="227"/>
            </a:xfrm>
            <a:prstGeom prst="line">
              <a:avLst/>
            </a:prstGeom>
            <a:ln w="9525" cap="flat" cmpd="sng">
              <a:solidFill>
                <a:srgbClr val="006699"/>
              </a:solidFill>
              <a:prstDash val="solid"/>
              <a:headEnd type="none" w="med" len="med"/>
              <a:tailEnd type="none" w="med" len="med"/>
            </a:ln>
          </p:spPr>
        </p:sp>
        <p:sp>
          <p:nvSpPr>
            <p:cNvPr id="27696" name="直接连接符 27695"/>
            <p:cNvSpPr/>
            <p:nvPr/>
          </p:nvSpPr>
          <p:spPr>
            <a:xfrm>
              <a:off x="1434" y="596"/>
              <a:ext cx="134" cy="464"/>
            </a:xfrm>
            <a:prstGeom prst="line">
              <a:avLst/>
            </a:prstGeom>
            <a:ln w="9525" cap="flat" cmpd="sng">
              <a:solidFill>
                <a:srgbClr val="006699"/>
              </a:solidFill>
              <a:prstDash val="solid"/>
              <a:headEnd type="none" w="med" len="med"/>
              <a:tailEnd type="none" w="med" len="med"/>
            </a:ln>
          </p:spPr>
        </p:sp>
      </p:grpSp>
      <p:grpSp>
        <p:nvGrpSpPr>
          <p:cNvPr id="27697" name="组合 27696"/>
          <p:cNvGrpSpPr/>
          <p:nvPr/>
        </p:nvGrpSpPr>
        <p:grpSpPr>
          <a:xfrm>
            <a:off x="2925763" y="3911600"/>
            <a:ext cx="1949450" cy="989013"/>
            <a:chOff x="0" y="0"/>
            <a:chExt cx="1228" cy="623"/>
          </a:xfrm>
        </p:grpSpPr>
        <p:sp>
          <p:nvSpPr>
            <p:cNvPr id="27698" name="直接连接符 27697"/>
            <p:cNvSpPr/>
            <p:nvPr/>
          </p:nvSpPr>
          <p:spPr>
            <a:xfrm flipV="1">
              <a:off x="83" y="0"/>
              <a:ext cx="1145" cy="251"/>
            </a:xfrm>
            <a:prstGeom prst="line">
              <a:avLst/>
            </a:prstGeom>
            <a:ln w="9525" cap="flat" cmpd="sng">
              <a:solidFill>
                <a:srgbClr val="006699"/>
              </a:solidFill>
              <a:prstDash val="solid"/>
              <a:headEnd type="none" w="med" len="med"/>
              <a:tailEnd type="none" w="med" len="med"/>
            </a:ln>
          </p:spPr>
        </p:sp>
        <p:sp>
          <p:nvSpPr>
            <p:cNvPr id="27699" name="直接连接符 27698"/>
            <p:cNvSpPr/>
            <p:nvPr/>
          </p:nvSpPr>
          <p:spPr>
            <a:xfrm flipH="1" flipV="1">
              <a:off x="0" y="333"/>
              <a:ext cx="407" cy="290"/>
            </a:xfrm>
            <a:prstGeom prst="line">
              <a:avLst/>
            </a:prstGeom>
            <a:ln w="9525" cap="flat" cmpd="sng">
              <a:solidFill>
                <a:srgbClr val="006699"/>
              </a:solidFill>
              <a:prstDash val="solid"/>
              <a:headEnd type="none" w="med" len="med"/>
              <a:tailEnd type="none" w="med" len="med"/>
            </a:ln>
          </p:spPr>
        </p:sp>
      </p:grpSp>
      <p:grpSp>
        <p:nvGrpSpPr>
          <p:cNvPr id="27700" name="组合 27699"/>
          <p:cNvGrpSpPr/>
          <p:nvPr/>
        </p:nvGrpSpPr>
        <p:grpSpPr>
          <a:xfrm>
            <a:off x="5116513" y="3911600"/>
            <a:ext cx="2847975" cy="1657350"/>
            <a:chOff x="0" y="0"/>
            <a:chExt cx="1794" cy="1044"/>
          </a:xfrm>
        </p:grpSpPr>
        <p:sp>
          <p:nvSpPr>
            <p:cNvPr id="27701" name="直接连接符 27700"/>
            <p:cNvSpPr/>
            <p:nvPr/>
          </p:nvSpPr>
          <p:spPr>
            <a:xfrm flipH="1">
              <a:off x="1272" y="948"/>
              <a:ext cx="522" cy="96"/>
            </a:xfrm>
            <a:prstGeom prst="line">
              <a:avLst/>
            </a:prstGeom>
            <a:ln w="9525" cap="flat" cmpd="sng">
              <a:solidFill>
                <a:srgbClr val="006699"/>
              </a:solidFill>
              <a:prstDash val="solid"/>
              <a:headEnd type="none" w="med" len="med"/>
              <a:tailEnd type="none" w="med" len="med"/>
            </a:ln>
          </p:spPr>
        </p:sp>
        <p:sp>
          <p:nvSpPr>
            <p:cNvPr id="27702" name="直接连接符 27701"/>
            <p:cNvSpPr/>
            <p:nvPr/>
          </p:nvSpPr>
          <p:spPr>
            <a:xfrm>
              <a:off x="0" y="0"/>
              <a:ext cx="1143" cy="1021"/>
            </a:xfrm>
            <a:prstGeom prst="line">
              <a:avLst/>
            </a:prstGeom>
            <a:ln w="9525" cap="flat" cmpd="sng">
              <a:solidFill>
                <a:srgbClr val="006699"/>
              </a:solidFill>
              <a:prstDash val="solid"/>
              <a:headEnd type="none" w="med" len="med"/>
              <a:tailEnd type="none" w="med" len="med"/>
            </a:ln>
          </p:spPr>
        </p:sp>
      </p:grpSp>
      <p:sp>
        <p:nvSpPr>
          <p:cNvPr id="27703" name="椭圆 27702"/>
          <p:cNvSpPr/>
          <p:nvPr/>
        </p:nvSpPr>
        <p:spPr>
          <a:xfrm>
            <a:off x="3367088" y="2420938"/>
            <a:ext cx="144462" cy="144462"/>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4" name="椭圆 27703"/>
          <p:cNvSpPr/>
          <p:nvPr/>
        </p:nvSpPr>
        <p:spPr>
          <a:xfrm>
            <a:off x="5724525" y="2997200"/>
            <a:ext cx="144463"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5" name="椭圆 27704"/>
          <p:cNvSpPr/>
          <p:nvPr/>
        </p:nvSpPr>
        <p:spPr>
          <a:xfrm>
            <a:off x="5003800" y="2924175"/>
            <a:ext cx="144463"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6" name="椭圆 27705"/>
          <p:cNvSpPr/>
          <p:nvPr/>
        </p:nvSpPr>
        <p:spPr>
          <a:xfrm>
            <a:off x="3924300" y="4365625"/>
            <a:ext cx="144463"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7" name="椭圆 27706"/>
          <p:cNvSpPr/>
          <p:nvPr/>
        </p:nvSpPr>
        <p:spPr>
          <a:xfrm>
            <a:off x="5364163" y="3644900"/>
            <a:ext cx="144462"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8" name="椭圆 27707"/>
          <p:cNvSpPr/>
          <p:nvPr/>
        </p:nvSpPr>
        <p:spPr>
          <a:xfrm>
            <a:off x="6372225" y="4508500"/>
            <a:ext cx="144463" cy="144463"/>
          </a:xfrm>
          <a:prstGeom prst="ellipse">
            <a:avLst/>
          </a:prstGeom>
          <a:gradFill rotWithShape="1">
            <a:gsLst>
              <a:gs pos="0">
                <a:srgbClr val="336699">
                  <a:gamma/>
                  <a:tint val="0"/>
                  <a:invGamma/>
                </a:srgbClr>
              </a:gs>
              <a:gs pos="100000">
                <a:srgbClr val="336699"/>
              </a:gs>
            </a:gsLst>
            <a:lin ang="2700000" scaled="1"/>
            <a:tileRect/>
          </a:gradFill>
          <a:ln w="9525" cap="flat" cmpd="sng">
            <a:solidFill>
              <a:srgbClr val="006699"/>
            </a:solidFill>
            <a:prstDash val="solid"/>
            <a:headEnd type="none" w="med" len="med"/>
            <a:tailEnd type="none" w="med" len="med"/>
          </a:ln>
        </p:spPr>
        <p:txBody>
          <a:bodyPr wrap="none" anchor="ctr"/>
          <a:p>
            <a:pPr algn="ctr" eaLnBrk="0" hangingPunct="0"/>
            <a:endParaRPr lang="zh-TW" altLang="en-US" sz="1600" dirty="0">
              <a:effectLst>
                <a:outerShdw blurRad="38100" dist="38100" dir="2700000">
                  <a:srgbClr val="FFFFFF"/>
                </a:outerShdw>
              </a:effectLst>
              <a:latin typeface="Arial" panose="020B0604020202020204" pitchFamily="34" charset="0"/>
              <a:ea typeface="PMingLiU" pitchFamily="2" charset="-120"/>
            </a:endParaRPr>
          </a:p>
        </p:txBody>
      </p:sp>
      <p:sp>
        <p:nvSpPr>
          <p:cNvPr id="27709" name="椭圆 27708"/>
          <p:cNvSpPr/>
          <p:nvPr/>
        </p:nvSpPr>
        <p:spPr>
          <a:xfrm>
            <a:off x="5695950" y="2924175"/>
            <a:ext cx="215900" cy="215900"/>
          </a:xfrm>
          <a:prstGeom prst="ellipse">
            <a:avLst/>
          </a:prstGeom>
          <a:gradFill rotWithShape="1">
            <a:gsLst>
              <a:gs pos="0">
                <a:srgbClr val="FF0000">
                  <a:gamma/>
                  <a:tint val="0"/>
                  <a:invGamma/>
                </a:srgbClr>
              </a:gs>
              <a:gs pos="100000">
                <a:srgbClr val="FF0000"/>
              </a:gs>
            </a:gsLst>
            <a:lin ang="2700000" scaled="1"/>
            <a:tileRect/>
          </a:gradFill>
          <a:ln w="9525" cap="flat" cmpd="sng">
            <a:solidFill>
              <a:srgbClr val="FF0000"/>
            </a:solidFill>
            <a:prstDash val="solid"/>
            <a:headEnd type="none" w="med" len="med"/>
            <a:tailEnd type="none" w="med" len="med"/>
          </a:ln>
        </p:spPr>
        <p:txBody>
          <a:bodyPr/>
          <a:p>
            <a:endParaRPr lang="zh-CN" altLang="en-US"/>
          </a:p>
        </p:txBody>
      </p:sp>
      <p:sp>
        <p:nvSpPr>
          <p:cNvPr id="27710" name="直接连接符 27709"/>
          <p:cNvSpPr/>
          <p:nvPr/>
        </p:nvSpPr>
        <p:spPr>
          <a:xfrm flipV="1">
            <a:off x="5148263" y="3500438"/>
            <a:ext cx="719137" cy="360362"/>
          </a:xfrm>
          <a:prstGeom prst="line">
            <a:avLst/>
          </a:prstGeom>
          <a:ln w="9525" cap="flat" cmpd="sng">
            <a:solidFill>
              <a:srgbClr val="006699"/>
            </a:solidFill>
            <a:prstDash val="solid"/>
            <a:headEnd type="none" w="med" len="med"/>
            <a:tailEnd type="none" w="med" len="med"/>
          </a:ln>
        </p:spPr>
      </p:sp>
      <p:sp>
        <p:nvSpPr>
          <p:cNvPr id="27711" name="椭圆 27710"/>
          <p:cNvSpPr/>
          <p:nvPr/>
        </p:nvSpPr>
        <p:spPr>
          <a:xfrm>
            <a:off x="4932363" y="4365625"/>
            <a:ext cx="144462"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712" name="椭圆 27711"/>
          <p:cNvSpPr/>
          <p:nvPr/>
        </p:nvSpPr>
        <p:spPr>
          <a:xfrm>
            <a:off x="3851275" y="3068638"/>
            <a:ext cx="144463"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713" name="椭圆 27712"/>
          <p:cNvSpPr/>
          <p:nvPr/>
        </p:nvSpPr>
        <p:spPr>
          <a:xfrm>
            <a:off x="7235825" y="3860800"/>
            <a:ext cx="144463"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714" name="椭圆 27713"/>
          <p:cNvSpPr/>
          <p:nvPr/>
        </p:nvSpPr>
        <p:spPr>
          <a:xfrm>
            <a:off x="5292725" y="3068638"/>
            <a:ext cx="144463" cy="144462"/>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sp>
        <p:nvSpPr>
          <p:cNvPr id="27715" name="椭圆 27714"/>
          <p:cNvSpPr/>
          <p:nvPr/>
        </p:nvSpPr>
        <p:spPr>
          <a:xfrm>
            <a:off x="5651500" y="3213100"/>
            <a:ext cx="144463" cy="144463"/>
          </a:xfrm>
          <a:prstGeom prst="ellipse">
            <a:avLst/>
          </a:prstGeom>
          <a:gradFill rotWithShape="1">
            <a:gsLst>
              <a:gs pos="0">
                <a:srgbClr val="008000">
                  <a:gamma/>
                  <a:tint val="0"/>
                  <a:invGamma/>
                </a:srgbClr>
              </a:gs>
              <a:gs pos="100000">
                <a:srgbClr val="008000"/>
              </a:gs>
            </a:gsLst>
            <a:lin ang="2700000" scaled="1"/>
            <a:tileRect/>
          </a:gradFill>
          <a:ln w="9525" cap="flat" cmpd="sng">
            <a:solidFill>
              <a:srgbClr val="008000"/>
            </a:solidFill>
            <a:prstDash val="solid"/>
            <a:headEnd type="none" w="med" len="med"/>
            <a:tailEnd type="none" w="med" len="med"/>
          </a:ln>
        </p:spPr>
        <p:txBody>
          <a:bodyPr/>
          <a:p>
            <a:endParaRPr lang="zh-CN" altLang="en-US"/>
          </a:p>
        </p:txBody>
      </p:sp>
      <p:grpSp>
        <p:nvGrpSpPr>
          <p:cNvPr id="27716" name="组合 27715"/>
          <p:cNvGrpSpPr/>
          <p:nvPr/>
        </p:nvGrpSpPr>
        <p:grpSpPr>
          <a:xfrm>
            <a:off x="4140200" y="3141663"/>
            <a:ext cx="1584325" cy="1295400"/>
            <a:chOff x="0" y="0"/>
            <a:chExt cx="998" cy="816"/>
          </a:xfrm>
        </p:grpSpPr>
        <p:sp>
          <p:nvSpPr>
            <p:cNvPr id="27717" name="直接连接符 27716"/>
            <p:cNvSpPr/>
            <p:nvPr/>
          </p:nvSpPr>
          <p:spPr>
            <a:xfrm>
              <a:off x="0" y="816"/>
              <a:ext cx="453" cy="0"/>
            </a:xfrm>
            <a:prstGeom prst="line">
              <a:avLst/>
            </a:prstGeom>
            <a:ln w="9525" cap="flat" cmpd="sng">
              <a:solidFill>
                <a:srgbClr val="006699"/>
              </a:solidFill>
              <a:prstDash val="solid"/>
              <a:headEnd type="none" w="med" len="med"/>
              <a:tailEnd type="none" w="med" len="med"/>
            </a:ln>
          </p:spPr>
        </p:sp>
        <p:sp>
          <p:nvSpPr>
            <p:cNvPr id="27718" name="直接连接符 27717"/>
            <p:cNvSpPr/>
            <p:nvPr/>
          </p:nvSpPr>
          <p:spPr>
            <a:xfrm flipV="1">
              <a:off x="0" y="0"/>
              <a:ext cx="998" cy="771"/>
            </a:xfrm>
            <a:prstGeom prst="line">
              <a:avLst/>
            </a:prstGeom>
            <a:ln w="9525" cap="flat" cmpd="sng">
              <a:solidFill>
                <a:srgbClr val="006699"/>
              </a:solidFill>
              <a:prstDash val="solid"/>
              <a:headEnd type="none" w="med" len="med"/>
              <a:tailEnd type="none" w="med" len="med"/>
            </a:ln>
          </p:spPr>
        </p:sp>
      </p:grpSp>
      <p:grpSp>
        <p:nvGrpSpPr>
          <p:cNvPr id="27719" name="组合 27718"/>
          <p:cNvGrpSpPr/>
          <p:nvPr/>
        </p:nvGrpSpPr>
        <p:grpSpPr>
          <a:xfrm>
            <a:off x="3529013" y="2535238"/>
            <a:ext cx="2122487" cy="533400"/>
            <a:chOff x="0" y="0"/>
            <a:chExt cx="1337" cy="336"/>
          </a:xfrm>
        </p:grpSpPr>
        <p:sp>
          <p:nvSpPr>
            <p:cNvPr id="27720" name="直接连接符 27719"/>
            <p:cNvSpPr/>
            <p:nvPr/>
          </p:nvSpPr>
          <p:spPr>
            <a:xfrm>
              <a:off x="0" y="5"/>
              <a:ext cx="203" cy="331"/>
            </a:xfrm>
            <a:prstGeom prst="line">
              <a:avLst/>
            </a:prstGeom>
            <a:ln w="9525" cap="flat" cmpd="sng">
              <a:solidFill>
                <a:srgbClr val="006699"/>
              </a:solidFill>
              <a:prstDash val="solid"/>
              <a:headEnd type="none" w="med" len="med"/>
              <a:tailEnd type="none" w="med" len="med"/>
            </a:ln>
          </p:spPr>
        </p:sp>
        <p:sp>
          <p:nvSpPr>
            <p:cNvPr id="27721" name="直接连接符 27720"/>
            <p:cNvSpPr/>
            <p:nvPr/>
          </p:nvSpPr>
          <p:spPr>
            <a:xfrm>
              <a:off x="1" y="0"/>
              <a:ext cx="1336" cy="336"/>
            </a:xfrm>
            <a:prstGeom prst="line">
              <a:avLst/>
            </a:prstGeom>
            <a:ln w="9525" cap="flat" cmpd="sng">
              <a:solidFill>
                <a:srgbClr val="006699"/>
              </a:solidFill>
              <a:prstDash val="solid"/>
              <a:headEnd type="none" w="med" len="med"/>
              <a:tailEnd type="none" w="med" len="med"/>
            </a:ln>
          </p:spPr>
        </p:sp>
        <p:sp>
          <p:nvSpPr>
            <p:cNvPr id="27722" name="直接连接符 27721"/>
            <p:cNvSpPr/>
            <p:nvPr/>
          </p:nvSpPr>
          <p:spPr>
            <a:xfrm>
              <a:off x="2" y="7"/>
              <a:ext cx="292" cy="148"/>
            </a:xfrm>
            <a:prstGeom prst="line">
              <a:avLst/>
            </a:prstGeom>
            <a:ln w="9525" cap="flat" cmpd="sng">
              <a:solidFill>
                <a:srgbClr val="006699"/>
              </a:solidFill>
              <a:prstDash val="solid"/>
              <a:headEnd type="none" w="med" len="med"/>
              <a:tailEnd type="none" w="med" len="med"/>
            </a:ln>
          </p:spPr>
        </p:sp>
      </p:grpSp>
      <p:grpSp>
        <p:nvGrpSpPr>
          <p:cNvPr id="27723" name="组合 27722"/>
          <p:cNvGrpSpPr/>
          <p:nvPr/>
        </p:nvGrpSpPr>
        <p:grpSpPr>
          <a:xfrm>
            <a:off x="5140325" y="2997200"/>
            <a:ext cx="584200" cy="109538"/>
            <a:chOff x="0" y="0"/>
            <a:chExt cx="368" cy="69"/>
          </a:xfrm>
        </p:grpSpPr>
        <p:sp>
          <p:nvSpPr>
            <p:cNvPr id="27724" name="直接连接符 27723"/>
            <p:cNvSpPr/>
            <p:nvPr/>
          </p:nvSpPr>
          <p:spPr>
            <a:xfrm>
              <a:off x="0" y="17"/>
              <a:ext cx="97" cy="52"/>
            </a:xfrm>
            <a:prstGeom prst="line">
              <a:avLst/>
            </a:prstGeom>
            <a:ln w="9525" cap="flat" cmpd="sng">
              <a:solidFill>
                <a:srgbClr val="006699"/>
              </a:solidFill>
              <a:prstDash val="solid"/>
              <a:headEnd type="none" w="med" len="med"/>
              <a:tailEnd type="none" w="med" len="med"/>
            </a:ln>
          </p:spPr>
        </p:sp>
        <p:sp>
          <p:nvSpPr>
            <p:cNvPr id="27725" name="直接连接符 27724"/>
            <p:cNvSpPr/>
            <p:nvPr/>
          </p:nvSpPr>
          <p:spPr>
            <a:xfrm>
              <a:off x="5" y="0"/>
              <a:ext cx="363" cy="45"/>
            </a:xfrm>
            <a:prstGeom prst="line">
              <a:avLst/>
            </a:prstGeom>
            <a:ln w="9525" cap="flat" cmpd="sng">
              <a:solidFill>
                <a:srgbClr val="006699"/>
              </a:solidFill>
              <a:prstDash val="solid"/>
              <a:headEnd type="none" w="med" len="med"/>
              <a:tailEnd type="none" w="med" len="med"/>
            </a:ln>
          </p:spPr>
        </p:sp>
      </p:grpSp>
      <p:grpSp>
        <p:nvGrpSpPr>
          <p:cNvPr id="27726" name="组合 27725"/>
          <p:cNvGrpSpPr/>
          <p:nvPr/>
        </p:nvGrpSpPr>
        <p:grpSpPr>
          <a:xfrm>
            <a:off x="5724525" y="3136900"/>
            <a:ext cx="263525" cy="363538"/>
            <a:chOff x="0" y="0"/>
            <a:chExt cx="166" cy="229"/>
          </a:xfrm>
        </p:grpSpPr>
        <p:sp>
          <p:nvSpPr>
            <p:cNvPr id="27727" name="直接连接符 27726"/>
            <p:cNvSpPr/>
            <p:nvPr/>
          </p:nvSpPr>
          <p:spPr>
            <a:xfrm flipH="1">
              <a:off x="0" y="3"/>
              <a:ext cx="45" cy="226"/>
            </a:xfrm>
            <a:prstGeom prst="line">
              <a:avLst/>
            </a:prstGeom>
            <a:ln w="9525" cap="flat" cmpd="sng">
              <a:solidFill>
                <a:srgbClr val="006699"/>
              </a:solidFill>
              <a:prstDash val="solid"/>
              <a:headEnd type="none" w="med" len="med"/>
              <a:tailEnd type="none" w="med" len="med"/>
            </a:ln>
          </p:spPr>
        </p:sp>
        <p:sp>
          <p:nvSpPr>
            <p:cNvPr id="27728" name="直接连接符 27727"/>
            <p:cNvSpPr/>
            <p:nvPr/>
          </p:nvSpPr>
          <p:spPr>
            <a:xfrm>
              <a:off x="75" y="0"/>
              <a:ext cx="91" cy="136"/>
            </a:xfrm>
            <a:prstGeom prst="line">
              <a:avLst/>
            </a:prstGeom>
            <a:ln w="9525" cap="flat" cmpd="sng">
              <a:solidFill>
                <a:srgbClr val="006699"/>
              </a:solidFill>
              <a:prstDash val="solid"/>
              <a:headEnd type="none" w="med" len="med"/>
              <a:tailEnd type="none" w="med" len="med"/>
            </a:ln>
          </p:spPr>
        </p:sp>
      </p:grpSp>
      <p:grpSp>
        <p:nvGrpSpPr>
          <p:cNvPr id="27729" name="组合 27728"/>
          <p:cNvGrpSpPr/>
          <p:nvPr/>
        </p:nvGrpSpPr>
        <p:grpSpPr>
          <a:xfrm>
            <a:off x="5494338" y="3148013"/>
            <a:ext cx="265112" cy="538162"/>
            <a:chOff x="0" y="0"/>
            <a:chExt cx="167" cy="339"/>
          </a:xfrm>
        </p:grpSpPr>
        <p:sp>
          <p:nvSpPr>
            <p:cNvPr id="27730" name="直接连接符 27729"/>
            <p:cNvSpPr/>
            <p:nvPr/>
          </p:nvSpPr>
          <p:spPr>
            <a:xfrm flipV="1">
              <a:off x="0" y="0"/>
              <a:ext cx="167" cy="331"/>
            </a:xfrm>
            <a:prstGeom prst="line">
              <a:avLst/>
            </a:prstGeom>
            <a:ln w="9525" cap="flat" cmpd="sng">
              <a:solidFill>
                <a:srgbClr val="006699"/>
              </a:solidFill>
              <a:prstDash val="solid"/>
              <a:headEnd type="none" w="med" len="med"/>
              <a:tailEnd type="none" w="med" len="med"/>
            </a:ln>
          </p:spPr>
        </p:sp>
        <p:sp>
          <p:nvSpPr>
            <p:cNvPr id="27731" name="直接连接符 27730"/>
            <p:cNvSpPr/>
            <p:nvPr/>
          </p:nvSpPr>
          <p:spPr>
            <a:xfrm flipH="1">
              <a:off x="3" y="147"/>
              <a:ext cx="118" cy="187"/>
            </a:xfrm>
            <a:prstGeom prst="line">
              <a:avLst/>
            </a:prstGeom>
            <a:ln w="9525" cap="flat" cmpd="sng">
              <a:solidFill>
                <a:srgbClr val="006699"/>
              </a:solidFill>
              <a:prstDash val="solid"/>
              <a:headEnd type="none" w="med" len="med"/>
              <a:tailEnd type="none" w="med" len="med"/>
            </a:ln>
          </p:spPr>
        </p:sp>
        <p:sp>
          <p:nvSpPr>
            <p:cNvPr id="27732" name="直接连接符 27731"/>
            <p:cNvSpPr/>
            <p:nvPr/>
          </p:nvSpPr>
          <p:spPr>
            <a:xfrm flipV="1">
              <a:off x="2" y="259"/>
              <a:ext cx="121" cy="80"/>
            </a:xfrm>
            <a:prstGeom prst="line">
              <a:avLst/>
            </a:prstGeom>
            <a:ln w="9525" cap="flat" cmpd="sng">
              <a:solidFill>
                <a:srgbClr val="006699"/>
              </a:solidFill>
              <a:prstDash val="solid"/>
              <a:headEnd type="none" w="med" len="med"/>
              <a:tailEnd type="none" w="med" len="med"/>
            </a:ln>
          </p:spPr>
        </p:sp>
      </p:grpSp>
      <p:grpSp>
        <p:nvGrpSpPr>
          <p:cNvPr id="27733" name="组合 27732"/>
          <p:cNvGrpSpPr/>
          <p:nvPr/>
        </p:nvGrpSpPr>
        <p:grpSpPr>
          <a:xfrm>
            <a:off x="5867400" y="3141663"/>
            <a:ext cx="1368425" cy="1377950"/>
            <a:chOff x="0" y="0"/>
            <a:chExt cx="862" cy="868"/>
          </a:xfrm>
        </p:grpSpPr>
        <p:sp>
          <p:nvSpPr>
            <p:cNvPr id="27734" name="直接连接符 27733"/>
            <p:cNvSpPr/>
            <p:nvPr/>
          </p:nvSpPr>
          <p:spPr>
            <a:xfrm flipV="1">
              <a:off x="409" y="544"/>
              <a:ext cx="453" cy="317"/>
            </a:xfrm>
            <a:prstGeom prst="line">
              <a:avLst/>
            </a:prstGeom>
            <a:ln w="9525" cap="flat" cmpd="sng">
              <a:solidFill>
                <a:srgbClr val="006699"/>
              </a:solidFill>
              <a:prstDash val="solid"/>
              <a:headEnd type="none" w="med" len="med"/>
              <a:tailEnd type="none" w="med" len="med"/>
            </a:ln>
          </p:spPr>
        </p:sp>
        <p:sp>
          <p:nvSpPr>
            <p:cNvPr id="27735" name="直接连接符 27734"/>
            <p:cNvSpPr/>
            <p:nvPr/>
          </p:nvSpPr>
          <p:spPr>
            <a:xfrm>
              <a:off x="137" y="544"/>
              <a:ext cx="187" cy="324"/>
            </a:xfrm>
            <a:prstGeom prst="line">
              <a:avLst/>
            </a:prstGeom>
            <a:ln w="9525" cap="flat" cmpd="sng">
              <a:solidFill>
                <a:srgbClr val="006699"/>
              </a:solidFill>
              <a:prstDash val="solid"/>
              <a:headEnd type="none" w="med" len="med"/>
              <a:tailEnd type="none" w="med" len="med"/>
            </a:ln>
          </p:spPr>
        </p:sp>
        <p:sp>
          <p:nvSpPr>
            <p:cNvPr id="27736" name="直接连接符 27735"/>
            <p:cNvSpPr/>
            <p:nvPr/>
          </p:nvSpPr>
          <p:spPr>
            <a:xfrm>
              <a:off x="0" y="0"/>
              <a:ext cx="324" cy="868"/>
            </a:xfrm>
            <a:prstGeom prst="line">
              <a:avLst/>
            </a:prstGeom>
            <a:ln w="9525" cap="flat" cmpd="sng">
              <a:solidFill>
                <a:srgbClr val="006699"/>
              </a:solidFill>
              <a:prstDash val="soli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ppt_x"/>
                                          </p:val>
                                        </p:tav>
                                        <p:tav tm="100000">
                                          <p:val>
                                            <p:strVal val="#ppt_x"/>
                                          </p:val>
                                        </p:tav>
                                      </p:tavLst>
                                    </p:anim>
                                    <p:anim calcmode="lin" valueType="num">
                                      <p:cBhvr additive="base">
                                        <p:cTn id="8" dur="500" fill="hold"/>
                                        <p:tgtEl>
                                          <p:spTgt spid="2765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7" presetClass="entr" presetSubtype="8" fill="hold" grpId="0" nodeType="afterEffect">
                                  <p:stCondLst>
                                    <p:cond delay="0"/>
                                  </p:stCondLst>
                                  <p:childTnLst>
                                    <p:set>
                                      <p:cBhvr>
                                        <p:cTn id="11" dur="1" fill="hold">
                                          <p:stCondLst>
                                            <p:cond delay="0"/>
                                          </p:stCondLst>
                                        </p:cTn>
                                        <p:tgtEl>
                                          <p:spTgt spid="27663"/>
                                        </p:tgtEl>
                                        <p:attrNameLst>
                                          <p:attrName>style.visibility</p:attrName>
                                        </p:attrNameLst>
                                      </p:cBhvr>
                                      <p:to>
                                        <p:strVal val="visible"/>
                                      </p:to>
                                    </p:set>
                                    <p:anim calcmode="lin" valueType="num">
                                      <p:cBhvr>
                                        <p:cTn id="12" dur="500" fill="hold"/>
                                        <p:tgtEl>
                                          <p:spTgt spid="27663"/>
                                        </p:tgtEl>
                                        <p:attrNameLst>
                                          <p:attrName>ppt_x</p:attrName>
                                        </p:attrNameLst>
                                      </p:cBhvr>
                                      <p:tavLst>
                                        <p:tav tm="0">
                                          <p:val>
                                            <p:strVal val="#ppt_x-#ppt_w/2"/>
                                          </p:val>
                                        </p:tav>
                                        <p:tav tm="100000">
                                          <p:val>
                                            <p:strVal val="#ppt_x"/>
                                          </p:val>
                                        </p:tav>
                                      </p:tavLst>
                                    </p:anim>
                                    <p:anim calcmode="lin" valueType="num">
                                      <p:cBhvr>
                                        <p:cTn id="13" dur="500" fill="hold"/>
                                        <p:tgtEl>
                                          <p:spTgt spid="27663"/>
                                        </p:tgtEl>
                                        <p:attrNameLst>
                                          <p:attrName>ppt_y</p:attrName>
                                        </p:attrNameLst>
                                      </p:cBhvr>
                                      <p:tavLst>
                                        <p:tav tm="0">
                                          <p:val>
                                            <p:strVal val="#ppt_y"/>
                                          </p:val>
                                        </p:tav>
                                        <p:tav tm="100000">
                                          <p:val>
                                            <p:strVal val="#ppt_y"/>
                                          </p:val>
                                        </p:tav>
                                      </p:tavLst>
                                    </p:anim>
                                    <p:anim calcmode="lin" valueType="num">
                                      <p:cBhvr>
                                        <p:cTn id="14" dur="500" fill="hold"/>
                                        <p:tgtEl>
                                          <p:spTgt spid="27663"/>
                                        </p:tgtEl>
                                        <p:attrNameLst>
                                          <p:attrName>ppt_w</p:attrName>
                                        </p:attrNameLst>
                                      </p:cBhvr>
                                      <p:tavLst>
                                        <p:tav tm="0">
                                          <p:val>
                                            <p:fltVal val="0.000000"/>
                                          </p:val>
                                        </p:tav>
                                        <p:tav tm="100000">
                                          <p:val>
                                            <p:strVal val="#ppt_w"/>
                                          </p:val>
                                        </p:tav>
                                      </p:tavLst>
                                    </p:anim>
                                    <p:anim calcmode="lin" valueType="num">
                                      <p:cBhvr>
                                        <p:cTn id="15" dur="500" fill="hold"/>
                                        <p:tgtEl>
                                          <p:spTgt spid="27663"/>
                                        </p:tgtEl>
                                        <p:attrNameLst>
                                          <p:attrName>ppt_h</p:attrName>
                                        </p:attrNameLst>
                                      </p:cBhvr>
                                      <p:tavLst>
                                        <p:tav tm="0">
                                          <p:val>
                                            <p:strVal val="#ppt_h"/>
                                          </p:val>
                                        </p:tav>
                                        <p:tav tm="100000">
                                          <p:val>
                                            <p:strVal val="#ppt_h"/>
                                          </p:val>
                                        </p:tav>
                                      </p:tavLst>
                                    </p:anim>
                                  </p:childTnLst>
                                </p:cTn>
                              </p:par>
                            </p:childTnLst>
                          </p:cTn>
                        </p:par>
                        <p:par>
                          <p:cTn id="16" fill="hold">
                            <p:stCondLst>
                              <p:cond delay="1000"/>
                            </p:stCondLst>
                            <p:childTnLst>
                              <p:par>
                                <p:cTn id="17" presetID="14" presetClass="entr" presetSubtype="10" fill="hold" nodeType="afterEffect">
                                  <p:stCondLst>
                                    <p:cond delay="0"/>
                                  </p:stCondLst>
                                  <p:childTnLst>
                                    <p:set>
                                      <p:cBhvr>
                                        <p:cTn id="18" dur="1" fill="hold">
                                          <p:stCondLst>
                                            <p:cond delay="0"/>
                                          </p:stCondLst>
                                        </p:cTn>
                                        <p:tgtEl>
                                          <p:spTgt spid="27664"/>
                                        </p:tgtEl>
                                        <p:attrNameLst>
                                          <p:attrName>style.visibility</p:attrName>
                                        </p:attrNameLst>
                                      </p:cBhvr>
                                      <p:to>
                                        <p:strVal val="visible"/>
                                      </p:to>
                                    </p:set>
                                    <p:animEffect transition="in" filter="randombar(horizontal)">
                                      <p:cBhvr>
                                        <p:cTn id="19" dur="500"/>
                                        <p:tgtEl>
                                          <p:spTgt spid="27664"/>
                                        </p:tgtEl>
                                      </p:cBhvr>
                                    </p:animEffect>
                                  </p:childTnLst>
                                </p:cTn>
                              </p:par>
                              <p:par>
                                <p:cTn id="20" presetID="14" presetClass="entr" presetSubtype="10" fill="hold" nodeType="withEffect">
                                  <p:stCondLst>
                                    <p:cond delay="0"/>
                                  </p:stCondLst>
                                  <p:childTnLst>
                                    <p:set>
                                      <p:cBhvr>
                                        <p:cTn id="21" dur="1" fill="hold">
                                          <p:stCondLst>
                                            <p:cond delay="0"/>
                                          </p:stCondLst>
                                        </p:cTn>
                                        <p:tgtEl>
                                          <p:spTgt spid="27666"/>
                                        </p:tgtEl>
                                        <p:attrNameLst>
                                          <p:attrName>style.visibility</p:attrName>
                                        </p:attrNameLst>
                                      </p:cBhvr>
                                      <p:to>
                                        <p:strVal val="visible"/>
                                      </p:to>
                                    </p:set>
                                    <p:animEffect transition="in" filter="randombar(horizontal)">
                                      <p:cBhvr>
                                        <p:cTn id="22" dur="500"/>
                                        <p:tgtEl>
                                          <p:spTgt spid="27666"/>
                                        </p:tgtEl>
                                      </p:cBhvr>
                                    </p:animEffect>
                                  </p:childTnLst>
                                </p:cTn>
                              </p:par>
                              <p:par>
                                <p:cTn id="23" presetID="14" presetClass="entr" presetSubtype="10" fill="hold" nodeType="withEffect">
                                  <p:stCondLst>
                                    <p:cond delay="0"/>
                                  </p:stCondLst>
                                  <p:childTnLst>
                                    <p:set>
                                      <p:cBhvr>
                                        <p:cTn id="24" dur="1" fill="hold">
                                          <p:stCondLst>
                                            <p:cond delay="0"/>
                                          </p:stCondLst>
                                        </p:cTn>
                                        <p:tgtEl>
                                          <p:spTgt spid="27667"/>
                                        </p:tgtEl>
                                        <p:attrNameLst>
                                          <p:attrName>style.visibility</p:attrName>
                                        </p:attrNameLst>
                                      </p:cBhvr>
                                      <p:to>
                                        <p:strVal val="visible"/>
                                      </p:to>
                                    </p:set>
                                    <p:animEffect transition="in" filter="randombar(horizontal)">
                                      <p:cBhvr>
                                        <p:cTn id="25" dur="500"/>
                                        <p:tgtEl>
                                          <p:spTgt spid="27667"/>
                                        </p:tgtEl>
                                      </p:cBhvr>
                                    </p:animEffect>
                                  </p:childTnLst>
                                </p:cTn>
                              </p:par>
                              <p:par>
                                <p:cTn id="26" presetID="14" presetClass="entr" presetSubtype="10" fill="hold" nodeType="withEffect">
                                  <p:stCondLst>
                                    <p:cond delay="0"/>
                                  </p:stCondLst>
                                  <p:childTnLst>
                                    <p:set>
                                      <p:cBhvr>
                                        <p:cTn id="27" dur="1" fill="hold">
                                          <p:stCondLst>
                                            <p:cond delay="0"/>
                                          </p:stCondLst>
                                        </p:cTn>
                                        <p:tgtEl>
                                          <p:spTgt spid="27665"/>
                                        </p:tgtEl>
                                        <p:attrNameLst>
                                          <p:attrName>style.visibility</p:attrName>
                                        </p:attrNameLst>
                                      </p:cBhvr>
                                      <p:to>
                                        <p:strVal val="visible"/>
                                      </p:to>
                                    </p:set>
                                    <p:animEffect transition="in" filter="randombar(horizontal)">
                                      <p:cBhvr>
                                        <p:cTn id="28" dur="500"/>
                                        <p:tgtEl>
                                          <p:spTgt spid="27665"/>
                                        </p:tgtEl>
                                      </p:cBhvr>
                                    </p:animEffect>
                                  </p:childTnLst>
                                </p:cTn>
                              </p:par>
                              <p:par>
                                <p:cTn id="29" presetID="14" presetClass="entr" presetSubtype="10" fill="hold" nodeType="withEffect">
                                  <p:stCondLst>
                                    <p:cond delay="0"/>
                                  </p:stCondLst>
                                  <p:childTnLst>
                                    <p:set>
                                      <p:cBhvr>
                                        <p:cTn id="30" dur="1" fill="hold">
                                          <p:stCondLst>
                                            <p:cond delay="0"/>
                                          </p:stCondLst>
                                        </p:cTn>
                                        <p:tgtEl>
                                          <p:spTgt spid="27669"/>
                                        </p:tgtEl>
                                        <p:attrNameLst>
                                          <p:attrName>style.visibility</p:attrName>
                                        </p:attrNameLst>
                                      </p:cBhvr>
                                      <p:to>
                                        <p:strVal val="visible"/>
                                      </p:to>
                                    </p:set>
                                    <p:animEffect transition="in" filter="randombar(horizontal)">
                                      <p:cBhvr>
                                        <p:cTn id="31" dur="500"/>
                                        <p:tgtEl>
                                          <p:spTgt spid="27669"/>
                                        </p:tgtEl>
                                      </p:cBhvr>
                                    </p:animEffect>
                                  </p:childTnLst>
                                </p:cTn>
                              </p:par>
                              <p:par>
                                <p:cTn id="32" presetID="14" presetClass="entr" presetSubtype="10" fill="hold" nodeType="withEffect">
                                  <p:stCondLst>
                                    <p:cond delay="0"/>
                                  </p:stCondLst>
                                  <p:childTnLst>
                                    <p:set>
                                      <p:cBhvr>
                                        <p:cTn id="33" dur="1" fill="hold">
                                          <p:stCondLst>
                                            <p:cond delay="0"/>
                                          </p:stCondLst>
                                        </p:cTn>
                                        <p:tgtEl>
                                          <p:spTgt spid="27668"/>
                                        </p:tgtEl>
                                        <p:attrNameLst>
                                          <p:attrName>style.visibility</p:attrName>
                                        </p:attrNameLst>
                                      </p:cBhvr>
                                      <p:to>
                                        <p:strVal val="visible"/>
                                      </p:to>
                                    </p:set>
                                    <p:animEffect transition="in" filter="randombar(horizontal)">
                                      <p:cBhvr>
                                        <p:cTn id="34" dur="500"/>
                                        <p:tgtEl>
                                          <p:spTgt spid="27668"/>
                                        </p:tgtEl>
                                      </p:cBhvr>
                                    </p:animEffect>
                                  </p:childTnLst>
                                </p:cTn>
                              </p:par>
                            </p:childTnLst>
                          </p:cTn>
                        </p:par>
                        <p:par>
                          <p:cTn id="35" fill="hold">
                            <p:stCondLst>
                              <p:cond delay="1500"/>
                            </p:stCondLst>
                            <p:childTnLst>
                              <p:par>
                                <p:cTn id="36" presetID="22" presetClass="entr" presetSubtype="1" fill="hold" nodeType="afterEffect">
                                  <p:stCondLst>
                                    <p:cond delay="0"/>
                                  </p:stCondLst>
                                  <p:childTnLst>
                                    <p:set>
                                      <p:cBhvr>
                                        <p:cTn id="37" dur="1" fill="hold">
                                          <p:stCondLst>
                                            <p:cond delay="0"/>
                                          </p:stCondLst>
                                        </p:cTn>
                                        <p:tgtEl>
                                          <p:spTgt spid="27670"/>
                                        </p:tgtEl>
                                        <p:attrNameLst>
                                          <p:attrName>style.visibility</p:attrName>
                                        </p:attrNameLst>
                                      </p:cBhvr>
                                      <p:to>
                                        <p:strVal val="visible"/>
                                      </p:to>
                                    </p:set>
                                    <p:animEffect transition="in" filter="wipe(up)">
                                      <p:cBhvr>
                                        <p:cTn id="38" dur="500"/>
                                        <p:tgtEl>
                                          <p:spTgt spid="27670"/>
                                        </p:tgtEl>
                                      </p:cBhvr>
                                    </p:animEffect>
                                  </p:childTnLst>
                                </p:cTn>
                              </p:par>
                            </p:childTnLst>
                          </p:cTn>
                        </p:par>
                        <p:par>
                          <p:cTn id="39" fill="hold">
                            <p:stCondLst>
                              <p:cond delay="2000"/>
                            </p:stCondLst>
                            <p:childTnLst>
                              <p:par>
                                <p:cTn id="40" presetID="14" presetClass="entr" presetSubtype="10" fill="hold" grpId="0" nodeType="afterEffect">
                                  <p:stCondLst>
                                    <p:cond delay="0"/>
                                  </p:stCondLst>
                                  <p:childTnLst>
                                    <p:set>
                                      <p:cBhvr>
                                        <p:cTn id="41" dur="1" fill="hold">
                                          <p:stCondLst>
                                            <p:cond delay="0"/>
                                          </p:stCondLst>
                                        </p:cTn>
                                        <p:tgtEl>
                                          <p:spTgt spid="27672"/>
                                        </p:tgtEl>
                                        <p:attrNameLst>
                                          <p:attrName>style.visibility</p:attrName>
                                        </p:attrNameLst>
                                      </p:cBhvr>
                                      <p:to>
                                        <p:strVal val="visible"/>
                                      </p:to>
                                    </p:set>
                                    <p:animEffect transition="in" filter="randombar(horizontal)">
                                      <p:cBhvr>
                                        <p:cTn id="42" dur="500"/>
                                        <p:tgtEl>
                                          <p:spTgt spid="27672"/>
                                        </p:tgtEl>
                                      </p:cBhvr>
                                    </p:animEffect>
                                  </p:childTnLst>
                                </p:cTn>
                              </p:par>
                            </p:childTnLst>
                          </p:cTn>
                        </p:par>
                        <p:par>
                          <p:cTn id="43" fill="hold">
                            <p:stCondLst>
                              <p:cond delay="2500"/>
                            </p:stCondLst>
                            <p:childTnLst>
                              <p:par>
                                <p:cTn id="44" presetID="14" presetClass="entr" presetSubtype="10" fill="hold" grpId="0" nodeType="afterEffect">
                                  <p:stCondLst>
                                    <p:cond delay="0"/>
                                  </p:stCondLst>
                                  <p:childTnLst>
                                    <p:set>
                                      <p:cBhvr>
                                        <p:cTn id="45" dur="1" fill="hold">
                                          <p:stCondLst>
                                            <p:cond delay="0"/>
                                          </p:stCondLst>
                                        </p:cTn>
                                        <p:tgtEl>
                                          <p:spTgt spid="27671"/>
                                        </p:tgtEl>
                                        <p:attrNameLst>
                                          <p:attrName>style.visibility</p:attrName>
                                        </p:attrNameLst>
                                      </p:cBhvr>
                                      <p:to>
                                        <p:strVal val="visible"/>
                                      </p:to>
                                    </p:set>
                                    <p:animEffect transition="in" filter="randombar(horizontal)">
                                      <p:cBhvr>
                                        <p:cTn id="46" dur="500"/>
                                        <p:tgtEl>
                                          <p:spTgt spid="27671"/>
                                        </p:tgtEl>
                                      </p:cBhvr>
                                    </p:animEffect>
                                  </p:childTnLst>
                                </p:cTn>
                              </p:par>
                            </p:childTnLst>
                          </p:cTn>
                        </p:par>
                        <p:par>
                          <p:cTn id="47" fill="hold">
                            <p:stCondLst>
                              <p:cond delay="3000"/>
                            </p:stCondLst>
                            <p:childTnLst>
                              <p:par>
                                <p:cTn id="48" presetID="14" presetClass="entr" presetSubtype="10" fill="hold" grpId="0" nodeType="afterEffect">
                                  <p:stCondLst>
                                    <p:cond delay="0"/>
                                  </p:stCondLst>
                                  <p:childTnLst>
                                    <p:set>
                                      <p:cBhvr>
                                        <p:cTn id="49" dur="1" fill="hold">
                                          <p:stCondLst>
                                            <p:cond delay="0"/>
                                          </p:stCondLst>
                                        </p:cTn>
                                        <p:tgtEl>
                                          <p:spTgt spid="27673"/>
                                        </p:tgtEl>
                                        <p:attrNameLst>
                                          <p:attrName>style.visibility</p:attrName>
                                        </p:attrNameLst>
                                      </p:cBhvr>
                                      <p:to>
                                        <p:strVal val="visible"/>
                                      </p:to>
                                    </p:set>
                                    <p:animEffect transition="in" filter="randombar(horizontal)">
                                      <p:cBhvr>
                                        <p:cTn id="50" dur="500"/>
                                        <p:tgtEl>
                                          <p:spTgt spid="27673"/>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27674"/>
                                        </p:tgtEl>
                                        <p:attrNameLst>
                                          <p:attrName>style.visibility</p:attrName>
                                        </p:attrNameLst>
                                      </p:cBhvr>
                                      <p:to>
                                        <p:strVal val="visible"/>
                                      </p:to>
                                    </p:set>
                                    <p:animEffect transition="in" filter="randombar(horizontal)">
                                      <p:cBhvr>
                                        <p:cTn id="55" dur="500"/>
                                        <p:tgtEl>
                                          <p:spTgt spid="27674"/>
                                        </p:tgtEl>
                                      </p:cBhvr>
                                    </p:animEffect>
                                  </p:childTnLst>
                                </p:cTn>
                              </p:par>
                            </p:childTnLst>
                          </p:cTn>
                        </p:par>
                        <p:par>
                          <p:cTn id="56" fill="hold">
                            <p:stCondLst>
                              <p:cond delay="500"/>
                            </p:stCondLst>
                            <p:childTnLst>
                              <p:par>
                                <p:cTn id="57" presetID="14" presetClass="entr" presetSubtype="10" fill="hold" nodeType="afterEffect">
                                  <p:stCondLst>
                                    <p:cond delay="0"/>
                                  </p:stCondLst>
                                  <p:childTnLst>
                                    <p:set>
                                      <p:cBhvr>
                                        <p:cTn id="58" dur="1" fill="hold">
                                          <p:stCondLst>
                                            <p:cond delay="0"/>
                                          </p:stCondLst>
                                        </p:cTn>
                                        <p:tgtEl>
                                          <p:spTgt spid="27675"/>
                                        </p:tgtEl>
                                        <p:attrNameLst>
                                          <p:attrName>style.visibility</p:attrName>
                                        </p:attrNameLst>
                                      </p:cBhvr>
                                      <p:to>
                                        <p:strVal val="visible"/>
                                      </p:to>
                                    </p:set>
                                    <p:animEffect transition="in" filter="randombar(horizontal)">
                                      <p:cBhvr>
                                        <p:cTn id="59" dur="500"/>
                                        <p:tgtEl>
                                          <p:spTgt spid="27675"/>
                                        </p:tgtEl>
                                      </p:cBhvr>
                                    </p:animEffect>
                                  </p:childTnLst>
                                </p:cTn>
                              </p:par>
                            </p:childTnLst>
                          </p:cTn>
                        </p:par>
                        <p:par>
                          <p:cTn id="60" fill="hold">
                            <p:stCondLst>
                              <p:cond delay="1000"/>
                            </p:stCondLst>
                            <p:childTnLst>
                              <p:par>
                                <p:cTn id="61" presetID="14" presetClass="entr" presetSubtype="10" fill="hold" grpId="0" nodeType="afterEffect">
                                  <p:stCondLst>
                                    <p:cond delay="0"/>
                                  </p:stCondLst>
                                  <p:childTnLst>
                                    <p:set>
                                      <p:cBhvr>
                                        <p:cTn id="62" dur="1" fill="hold">
                                          <p:stCondLst>
                                            <p:cond delay="0"/>
                                          </p:stCondLst>
                                        </p:cTn>
                                        <p:tgtEl>
                                          <p:spTgt spid="27676"/>
                                        </p:tgtEl>
                                        <p:attrNameLst>
                                          <p:attrName>style.visibility</p:attrName>
                                        </p:attrNameLst>
                                      </p:cBhvr>
                                      <p:to>
                                        <p:strVal val="visible"/>
                                      </p:to>
                                    </p:set>
                                    <p:animEffect transition="in" filter="randombar(horizontal)">
                                      <p:cBhvr>
                                        <p:cTn id="63" dur="500"/>
                                        <p:tgtEl>
                                          <p:spTgt spid="27676"/>
                                        </p:tgtEl>
                                      </p:cBhvr>
                                    </p:animEffect>
                                  </p:childTnLst>
                                </p:cTn>
                              </p:par>
                            </p:childTnLst>
                          </p:cTn>
                        </p:par>
                      </p:childTnLst>
                    </p:cTn>
                  </p:par>
                  <p:par>
                    <p:cTn id="64" fill="hold">
                      <p:stCondLst>
                        <p:cond delay="indefinite"/>
                      </p:stCondLst>
                      <p:childTnLst>
                        <p:par>
                          <p:cTn id="65" fill="hold">
                            <p:stCondLst>
                              <p:cond delay="0"/>
                            </p:stCondLst>
                            <p:childTnLst>
                              <p:par>
                                <p:cTn id="66" presetID="20" presetClass="entr" presetSubtype="0" fill="hold" nodeType="clickEffect">
                                  <p:stCondLst>
                                    <p:cond delay="0"/>
                                  </p:stCondLst>
                                  <p:childTnLst>
                                    <p:set>
                                      <p:cBhvr>
                                        <p:cTn id="67" dur="1" fill="hold">
                                          <p:stCondLst>
                                            <p:cond delay="0"/>
                                          </p:stCondLst>
                                        </p:cTn>
                                        <p:tgtEl>
                                          <p:spTgt spid="27662"/>
                                        </p:tgtEl>
                                        <p:attrNameLst>
                                          <p:attrName>style.visibility</p:attrName>
                                        </p:attrNameLst>
                                      </p:cBhvr>
                                      <p:to>
                                        <p:strVal val="visible"/>
                                      </p:to>
                                    </p:set>
                                    <p:animEffect transition="in" filter="wedge">
                                      <p:cBhvr>
                                        <p:cTn id="68" dur="500"/>
                                        <p:tgtEl>
                                          <p:spTgt spid="27662"/>
                                        </p:tgtEl>
                                      </p:cBhvr>
                                    </p:animEffect>
                                  </p:childTnLst>
                                </p:cTn>
                              </p:par>
                            </p:childTnLst>
                          </p:cTn>
                        </p:par>
                        <p:par>
                          <p:cTn id="69" fill="hold">
                            <p:stCondLst>
                              <p:cond delay="500"/>
                            </p:stCondLst>
                            <p:childTnLst>
                              <p:par>
                                <p:cTn id="70" presetID="20" presetClass="entr" presetSubtype="0" fill="hold" nodeType="afterEffect">
                                  <p:stCondLst>
                                    <p:cond delay="0"/>
                                  </p:stCondLst>
                                  <p:childTnLst>
                                    <p:set>
                                      <p:cBhvr>
                                        <p:cTn id="71" dur="1" fill="hold">
                                          <p:stCondLst>
                                            <p:cond delay="0"/>
                                          </p:stCondLst>
                                        </p:cTn>
                                        <p:tgtEl>
                                          <p:spTgt spid="27658"/>
                                        </p:tgtEl>
                                        <p:attrNameLst>
                                          <p:attrName>style.visibility</p:attrName>
                                        </p:attrNameLst>
                                      </p:cBhvr>
                                      <p:to>
                                        <p:strVal val="visible"/>
                                      </p:to>
                                    </p:set>
                                    <p:animEffect transition="in" filter="wedge">
                                      <p:cBhvr>
                                        <p:cTn id="72" dur="500"/>
                                        <p:tgtEl>
                                          <p:spTgt spid="27658"/>
                                        </p:tgtEl>
                                      </p:cBhvr>
                                    </p:animEffect>
                                  </p:childTnLst>
                                </p:cTn>
                              </p:par>
                            </p:childTnLst>
                          </p:cTn>
                        </p:par>
                        <p:par>
                          <p:cTn id="73" fill="hold">
                            <p:stCondLst>
                              <p:cond delay="1000"/>
                            </p:stCondLst>
                            <p:childTnLst>
                              <p:par>
                                <p:cTn id="74" presetID="20" presetClass="entr" presetSubtype="0" fill="hold" nodeType="afterEffect">
                                  <p:stCondLst>
                                    <p:cond delay="0"/>
                                  </p:stCondLst>
                                  <p:childTnLst>
                                    <p:set>
                                      <p:cBhvr>
                                        <p:cTn id="75" dur="1" fill="hold">
                                          <p:stCondLst>
                                            <p:cond delay="0"/>
                                          </p:stCondLst>
                                        </p:cTn>
                                        <p:tgtEl>
                                          <p:spTgt spid="27661"/>
                                        </p:tgtEl>
                                        <p:attrNameLst>
                                          <p:attrName>style.visibility</p:attrName>
                                        </p:attrNameLst>
                                      </p:cBhvr>
                                      <p:to>
                                        <p:strVal val="visible"/>
                                      </p:to>
                                    </p:set>
                                    <p:animEffect transition="in" filter="wedge">
                                      <p:cBhvr>
                                        <p:cTn id="76" dur="500"/>
                                        <p:tgtEl>
                                          <p:spTgt spid="27661"/>
                                        </p:tgtEl>
                                      </p:cBhvr>
                                    </p:animEffect>
                                  </p:childTnLst>
                                </p:cTn>
                              </p:par>
                            </p:childTnLst>
                          </p:cTn>
                        </p:par>
                        <p:par>
                          <p:cTn id="77" fill="hold">
                            <p:stCondLst>
                              <p:cond delay="1500"/>
                            </p:stCondLst>
                            <p:childTnLst>
                              <p:par>
                                <p:cTn id="78" presetID="20" presetClass="entr" presetSubtype="0" fill="hold" grpId="0" nodeType="afterEffect">
                                  <p:stCondLst>
                                    <p:cond delay="0"/>
                                  </p:stCondLst>
                                  <p:childTnLst>
                                    <p:set>
                                      <p:cBhvr>
                                        <p:cTn id="79" dur="1" fill="hold">
                                          <p:stCondLst>
                                            <p:cond delay="0"/>
                                          </p:stCondLst>
                                        </p:cTn>
                                        <p:tgtEl>
                                          <p:spTgt spid="27652"/>
                                        </p:tgtEl>
                                        <p:attrNameLst>
                                          <p:attrName>style.visibility</p:attrName>
                                        </p:attrNameLst>
                                      </p:cBhvr>
                                      <p:to>
                                        <p:strVal val="visible"/>
                                      </p:to>
                                    </p:set>
                                    <p:animEffect transition="in" filter="wedge">
                                      <p:cBhvr>
                                        <p:cTn id="80" dur="500"/>
                                        <p:tgtEl>
                                          <p:spTgt spid="27652"/>
                                        </p:tgtEl>
                                      </p:cBhvr>
                                    </p:animEffect>
                                  </p:childTnLst>
                                </p:cTn>
                              </p:par>
                            </p:childTnLst>
                          </p:cTn>
                        </p:par>
                        <p:par>
                          <p:cTn id="81" fill="hold">
                            <p:stCondLst>
                              <p:cond delay="2000"/>
                            </p:stCondLst>
                            <p:childTnLst>
                              <p:par>
                                <p:cTn id="82" presetID="20" presetClass="entr" presetSubtype="0" fill="hold" nodeType="afterEffect">
                                  <p:stCondLst>
                                    <p:cond delay="0"/>
                                  </p:stCondLst>
                                  <p:childTnLst>
                                    <p:set>
                                      <p:cBhvr>
                                        <p:cTn id="83" dur="1" fill="hold">
                                          <p:stCondLst>
                                            <p:cond delay="0"/>
                                          </p:stCondLst>
                                        </p:cTn>
                                        <p:tgtEl>
                                          <p:spTgt spid="27659"/>
                                        </p:tgtEl>
                                        <p:attrNameLst>
                                          <p:attrName>style.visibility</p:attrName>
                                        </p:attrNameLst>
                                      </p:cBhvr>
                                      <p:to>
                                        <p:strVal val="visible"/>
                                      </p:to>
                                    </p:set>
                                    <p:animEffect transition="in" filter="wedge">
                                      <p:cBhvr>
                                        <p:cTn id="84" dur="500"/>
                                        <p:tgtEl>
                                          <p:spTgt spid="27659"/>
                                        </p:tgtEl>
                                      </p:cBhvr>
                                    </p:animEffect>
                                  </p:childTnLst>
                                </p:cTn>
                              </p:par>
                            </p:childTnLst>
                          </p:cTn>
                        </p:par>
                        <p:par>
                          <p:cTn id="85" fill="hold">
                            <p:stCondLst>
                              <p:cond delay="2500"/>
                            </p:stCondLst>
                            <p:childTnLst>
                              <p:par>
                                <p:cTn id="86" presetID="20" presetClass="entr" presetSubtype="0" fill="hold" nodeType="afterEffect">
                                  <p:stCondLst>
                                    <p:cond delay="0"/>
                                  </p:stCondLst>
                                  <p:childTnLst>
                                    <p:set>
                                      <p:cBhvr>
                                        <p:cTn id="87" dur="1" fill="hold">
                                          <p:stCondLst>
                                            <p:cond delay="0"/>
                                          </p:stCondLst>
                                        </p:cTn>
                                        <p:tgtEl>
                                          <p:spTgt spid="27660"/>
                                        </p:tgtEl>
                                        <p:attrNameLst>
                                          <p:attrName>style.visibility</p:attrName>
                                        </p:attrNameLst>
                                      </p:cBhvr>
                                      <p:to>
                                        <p:strVal val="visible"/>
                                      </p:to>
                                    </p:set>
                                    <p:animEffect transition="in" filter="wedge">
                                      <p:cBhvr>
                                        <p:cTn id="88" dur="500"/>
                                        <p:tgtEl>
                                          <p:spTgt spid="27660"/>
                                        </p:tgtEl>
                                      </p:cBhvr>
                                    </p:animEffect>
                                  </p:childTnLst>
                                </p:cTn>
                              </p:par>
                              <p:par>
                                <p:cTn id="89" presetID="10" presetClass="entr" presetSubtype="0" fill="hold" nodeType="withEffect">
                                  <p:stCondLst>
                                    <p:cond delay="0"/>
                                  </p:stCondLst>
                                  <p:childTnLst>
                                    <p:set>
                                      <p:cBhvr>
                                        <p:cTn id="90" dur="1" fill="hold">
                                          <p:stCondLst>
                                            <p:cond delay="0"/>
                                          </p:stCondLst>
                                        </p:cTn>
                                        <p:tgtEl>
                                          <p:spTgt spid="27683"/>
                                        </p:tgtEl>
                                        <p:attrNameLst>
                                          <p:attrName>style.visibility</p:attrName>
                                        </p:attrNameLst>
                                      </p:cBhvr>
                                      <p:to>
                                        <p:strVal val="visible"/>
                                      </p:to>
                                    </p:set>
                                    <p:animEffect transition="in" filter="fade">
                                      <p:cBhvr>
                                        <p:cTn id="91" dur="500"/>
                                        <p:tgtEl>
                                          <p:spTgt spid="27683"/>
                                        </p:tgtEl>
                                      </p:cBhvr>
                                    </p:animEffect>
                                  </p:childTnLst>
                                </p:cTn>
                              </p:par>
                            </p:childTnLst>
                          </p:cTn>
                        </p:par>
                        <p:par>
                          <p:cTn id="92" fill="hold">
                            <p:stCondLst>
                              <p:cond delay="3000"/>
                            </p:stCondLst>
                            <p:childTnLst>
                              <p:par>
                                <p:cTn id="93" presetID="14" presetClass="entr" presetSubtype="10" fill="hold" grpId="0" nodeType="afterEffect">
                                  <p:stCondLst>
                                    <p:cond delay="0"/>
                                  </p:stCondLst>
                                  <p:childTnLst>
                                    <p:set>
                                      <p:cBhvr>
                                        <p:cTn id="94" dur="1" fill="hold">
                                          <p:stCondLst>
                                            <p:cond delay="0"/>
                                          </p:stCondLst>
                                        </p:cTn>
                                        <p:tgtEl>
                                          <p:spTgt spid="27684"/>
                                        </p:tgtEl>
                                        <p:attrNameLst>
                                          <p:attrName>style.visibility</p:attrName>
                                        </p:attrNameLst>
                                      </p:cBhvr>
                                      <p:to>
                                        <p:strVal val="visible"/>
                                      </p:to>
                                    </p:set>
                                    <p:animEffect transition="in" filter="randombar(horizontal)">
                                      <p:cBhvr>
                                        <p:cTn id="95" dur="500"/>
                                        <p:tgtEl>
                                          <p:spTgt spid="27684"/>
                                        </p:tgtEl>
                                      </p:cBhvr>
                                    </p:animEffect>
                                  </p:childTnLst>
                                </p:cTn>
                              </p:par>
                            </p:childTnLst>
                          </p:cTn>
                        </p:par>
                        <p:par>
                          <p:cTn id="96" fill="hold">
                            <p:stCondLst>
                              <p:cond delay="3500"/>
                            </p:stCondLst>
                            <p:childTnLst>
                              <p:par>
                                <p:cTn id="97" presetID="10" presetClass="entr" presetSubtype="0" fill="hold" nodeType="afterEffect">
                                  <p:stCondLst>
                                    <p:cond delay="0"/>
                                  </p:stCondLst>
                                  <p:childTnLst>
                                    <p:set>
                                      <p:cBhvr>
                                        <p:cTn id="98" dur="1" fill="hold">
                                          <p:stCondLst>
                                            <p:cond delay="0"/>
                                          </p:stCondLst>
                                        </p:cTn>
                                        <p:tgtEl>
                                          <p:spTgt spid="27678"/>
                                        </p:tgtEl>
                                        <p:attrNameLst>
                                          <p:attrName>style.visibility</p:attrName>
                                        </p:attrNameLst>
                                      </p:cBhvr>
                                      <p:to>
                                        <p:strVal val="visible"/>
                                      </p:to>
                                    </p:set>
                                    <p:animEffect transition="in" filter="fade">
                                      <p:cBhvr>
                                        <p:cTn id="99" dur="500"/>
                                        <p:tgtEl>
                                          <p:spTgt spid="27678"/>
                                        </p:tgtEl>
                                      </p:cBhvr>
                                    </p:animEffect>
                                  </p:childTnLst>
                                </p:cTn>
                              </p:par>
                              <p:par>
                                <p:cTn id="100" presetID="10" presetClass="entr" presetSubtype="0" fill="hold" nodeType="withEffect">
                                  <p:stCondLst>
                                    <p:cond delay="0"/>
                                  </p:stCondLst>
                                  <p:childTnLst>
                                    <p:set>
                                      <p:cBhvr>
                                        <p:cTn id="101" dur="1" fill="hold">
                                          <p:stCondLst>
                                            <p:cond delay="0"/>
                                          </p:stCondLst>
                                        </p:cTn>
                                        <p:tgtEl>
                                          <p:spTgt spid="27677"/>
                                        </p:tgtEl>
                                        <p:attrNameLst>
                                          <p:attrName>style.visibility</p:attrName>
                                        </p:attrNameLst>
                                      </p:cBhvr>
                                      <p:to>
                                        <p:strVal val="visible"/>
                                      </p:to>
                                    </p:set>
                                    <p:animEffect transition="in" filter="fade">
                                      <p:cBhvr>
                                        <p:cTn id="102" dur="500"/>
                                        <p:tgtEl>
                                          <p:spTgt spid="27677"/>
                                        </p:tgtEl>
                                      </p:cBhvr>
                                    </p:animEffect>
                                  </p:childTnLst>
                                </p:cTn>
                              </p:par>
                              <p:par>
                                <p:cTn id="103" presetID="10" presetClass="entr" presetSubtype="0" fill="hold" nodeType="withEffect">
                                  <p:stCondLst>
                                    <p:cond delay="0"/>
                                  </p:stCondLst>
                                  <p:childTnLst>
                                    <p:set>
                                      <p:cBhvr>
                                        <p:cTn id="104" dur="1" fill="hold">
                                          <p:stCondLst>
                                            <p:cond delay="0"/>
                                          </p:stCondLst>
                                        </p:cTn>
                                        <p:tgtEl>
                                          <p:spTgt spid="27681"/>
                                        </p:tgtEl>
                                        <p:attrNameLst>
                                          <p:attrName>style.visibility</p:attrName>
                                        </p:attrNameLst>
                                      </p:cBhvr>
                                      <p:to>
                                        <p:strVal val="visible"/>
                                      </p:to>
                                    </p:set>
                                    <p:animEffect transition="in" filter="fade">
                                      <p:cBhvr>
                                        <p:cTn id="105" dur="500"/>
                                        <p:tgtEl>
                                          <p:spTgt spid="27681"/>
                                        </p:tgtEl>
                                      </p:cBhvr>
                                    </p:animEffect>
                                  </p:childTnLst>
                                </p:cTn>
                              </p:par>
                              <p:par>
                                <p:cTn id="106" presetID="10" presetClass="entr" presetSubtype="0" fill="hold" nodeType="withEffect">
                                  <p:stCondLst>
                                    <p:cond delay="0"/>
                                  </p:stCondLst>
                                  <p:childTnLst>
                                    <p:set>
                                      <p:cBhvr>
                                        <p:cTn id="107" dur="1" fill="hold">
                                          <p:stCondLst>
                                            <p:cond delay="0"/>
                                          </p:stCondLst>
                                        </p:cTn>
                                        <p:tgtEl>
                                          <p:spTgt spid="27682"/>
                                        </p:tgtEl>
                                        <p:attrNameLst>
                                          <p:attrName>style.visibility</p:attrName>
                                        </p:attrNameLst>
                                      </p:cBhvr>
                                      <p:to>
                                        <p:strVal val="visible"/>
                                      </p:to>
                                    </p:set>
                                    <p:animEffect transition="in" filter="fade">
                                      <p:cBhvr>
                                        <p:cTn id="108" dur="500"/>
                                        <p:tgtEl>
                                          <p:spTgt spid="27682"/>
                                        </p:tgtEl>
                                      </p:cBhvr>
                                    </p:animEffect>
                                  </p:childTnLst>
                                </p:cTn>
                              </p:par>
                              <p:par>
                                <p:cTn id="109" presetID="10" presetClass="entr" presetSubtype="0" fill="hold" nodeType="withEffect">
                                  <p:stCondLst>
                                    <p:cond delay="0"/>
                                  </p:stCondLst>
                                  <p:childTnLst>
                                    <p:set>
                                      <p:cBhvr>
                                        <p:cTn id="110" dur="1" fill="hold">
                                          <p:stCondLst>
                                            <p:cond delay="0"/>
                                          </p:stCondLst>
                                        </p:cTn>
                                        <p:tgtEl>
                                          <p:spTgt spid="27679"/>
                                        </p:tgtEl>
                                        <p:attrNameLst>
                                          <p:attrName>style.visibility</p:attrName>
                                        </p:attrNameLst>
                                      </p:cBhvr>
                                      <p:to>
                                        <p:strVal val="visible"/>
                                      </p:to>
                                    </p:set>
                                    <p:animEffect transition="in" filter="fade">
                                      <p:cBhvr>
                                        <p:cTn id="111" dur="500"/>
                                        <p:tgtEl>
                                          <p:spTgt spid="27679"/>
                                        </p:tgtEl>
                                      </p:cBhvr>
                                    </p:animEffect>
                                  </p:childTnLst>
                                </p:cTn>
                              </p:par>
                              <p:par>
                                <p:cTn id="112" presetID="10" presetClass="entr" presetSubtype="0" fill="hold" nodeType="withEffect">
                                  <p:stCondLst>
                                    <p:cond delay="0"/>
                                  </p:stCondLst>
                                  <p:childTnLst>
                                    <p:set>
                                      <p:cBhvr>
                                        <p:cTn id="113" dur="1" fill="hold">
                                          <p:stCondLst>
                                            <p:cond delay="0"/>
                                          </p:stCondLst>
                                        </p:cTn>
                                        <p:tgtEl>
                                          <p:spTgt spid="27680"/>
                                        </p:tgtEl>
                                        <p:attrNameLst>
                                          <p:attrName>style.visibility</p:attrName>
                                        </p:attrNameLst>
                                      </p:cBhvr>
                                      <p:to>
                                        <p:strVal val="visible"/>
                                      </p:to>
                                    </p:set>
                                    <p:animEffect transition="in" filter="fade">
                                      <p:cBhvr>
                                        <p:cTn id="114" dur="500"/>
                                        <p:tgtEl>
                                          <p:spTgt spid="27680"/>
                                        </p:tgtEl>
                                      </p:cBhvr>
                                    </p:animEffect>
                                  </p:childTnLst>
                                </p:cTn>
                              </p:par>
                            </p:childTnLst>
                          </p:cTn>
                        </p:par>
                        <p:par>
                          <p:cTn id="115" fill="hold">
                            <p:stCondLst>
                              <p:cond delay="4000"/>
                            </p:stCondLst>
                            <p:childTnLst>
                              <p:par>
                                <p:cTn id="116" presetID="14" presetClass="entr" presetSubtype="10" fill="hold" nodeType="afterEffect">
                                  <p:stCondLst>
                                    <p:cond delay="0"/>
                                  </p:stCondLst>
                                  <p:childTnLst>
                                    <p:set>
                                      <p:cBhvr>
                                        <p:cTn id="117" dur="1" fill="hold">
                                          <p:stCondLst>
                                            <p:cond delay="0"/>
                                          </p:stCondLst>
                                        </p:cTn>
                                        <p:tgtEl>
                                          <p:spTgt spid="27687"/>
                                        </p:tgtEl>
                                        <p:attrNameLst>
                                          <p:attrName>style.visibility</p:attrName>
                                        </p:attrNameLst>
                                      </p:cBhvr>
                                      <p:to>
                                        <p:strVal val="visible"/>
                                      </p:to>
                                    </p:set>
                                    <p:animEffect transition="in" filter="randombar(horizontal)">
                                      <p:cBhvr>
                                        <p:cTn id="118" dur="500"/>
                                        <p:tgtEl>
                                          <p:spTgt spid="27687"/>
                                        </p:tgtEl>
                                      </p:cBhvr>
                                    </p:animEffect>
                                  </p:childTnLst>
                                </p:cTn>
                              </p:par>
                              <p:par>
                                <p:cTn id="119" presetID="14" presetClass="entr" presetSubtype="10" fill="hold" grpId="0" nodeType="withEffect">
                                  <p:stCondLst>
                                    <p:cond delay="0"/>
                                  </p:stCondLst>
                                  <p:childTnLst>
                                    <p:set>
                                      <p:cBhvr>
                                        <p:cTn id="120" dur="1" fill="hold">
                                          <p:stCondLst>
                                            <p:cond delay="0"/>
                                          </p:stCondLst>
                                        </p:cTn>
                                        <p:tgtEl>
                                          <p:spTgt spid="27686"/>
                                        </p:tgtEl>
                                        <p:attrNameLst>
                                          <p:attrName>style.visibility</p:attrName>
                                        </p:attrNameLst>
                                      </p:cBhvr>
                                      <p:to>
                                        <p:strVal val="visible"/>
                                      </p:to>
                                    </p:set>
                                    <p:animEffect transition="in" filter="randombar(horizontal)">
                                      <p:cBhvr>
                                        <p:cTn id="121" dur="500"/>
                                        <p:tgtEl>
                                          <p:spTgt spid="27686"/>
                                        </p:tgtEl>
                                      </p:cBhvr>
                                    </p:animEffect>
                                  </p:childTnLst>
                                </p:cTn>
                              </p:par>
                              <p:par>
                                <p:cTn id="122" presetID="14" presetClass="entr" presetSubtype="10" fill="hold" grpId="0" nodeType="withEffect">
                                  <p:stCondLst>
                                    <p:cond delay="0"/>
                                  </p:stCondLst>
                                  <p:childTnLst>
                                    <p:set>
                                      <p:cBhvr>
                                        <p:cTn id="123" dur="1" fill="hold">
                                          <p:stCondLst>
                                            <p:cond delay="0"/>
                                          </p:stCondLst>
                                        </p:cTn>
                                        <p:tgtEl>
                                          <p:spTgt spid="27685"/>
                                        </p:tgtEl>
                                        <p:attrNameLst>
                                          <p:attrName>style.visibility</p:attrName>
                                        </p:attrNameLst>
                                      </p:cBhvr>
                                      <p:to>
                                        <p:strVal val="visible"/>
                                      </p:to>
                                    </p:set>
                                    <p:animEffect transition="in" filter="randombar(horizontal)">
                                      <p:cBhvr>
                                        <p:cTn id="124" dur="500"/>
                                        <p:tgtEl>
                                          <p:spTgt spid="27685"/>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xit" presetSubtype="0" fill="hold" grpId="1" nodeType="clickEffect">
                                  <p:stCondLst>
                                    <p:cond delay="0"/>
                                  </p:stCondLst>
                                  <p:childTnLst>
                                    <p:animEffect transition="out" filter="fade">
                                      <p:cBhvr>
                                        <p:cTn id="128" dur="500"/>
                                        <p:tgtEl>
                                          <p:spTgt spid="27686"/>
                                        </p:tgtEl>
                                      </p:cBhvr>
                                    </p:animEffect>
                                    <p:set>
                                      <p:cBhvr>
                                        <p:cTn id="129" dur="1" fill="hold">
                                          <p:stCondLst>
                                            <p:cond delay="499"/>
                                          </p:stCondLst>
                                        </p:cTn>
                                        <p:tgtEl>
                                          <p:spTgt spid="27686"/>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500"/>
                                        <p:tgtEl>
                                          <p:spTgt spid="27687"/>
                                        </p:tgtEl>
                                      </p:cBhvr>
                                    </p:animEffect>
                                    <p:set>
                                      <p:cBhvr>
                                        <p:cTn id="132" dur="1" fill="hold">
                                          <p:stCondLst>
                                            <p:cond delay="499"/>
                                          </p:stCondLst>
                                        </p:cTn>
                                        <p:tgtEl>
                                          <p:spTgt spid="27687"/>
                                        </p:tgtEl>
                                        <p:attrNameLst>
                                          <p:attrName>style.visibility</p:attrName>
                                        </p:attrNameLst>
                                      </p:cBhvr>
                                      <p:to>
                                        <p:strVal val="hidden"/>
                                      </p:to>
                                    </p:set>
                                  </p:childTnLst>
                                </p:cTn>
                              </p:par>
                              <p:par>
                                <p:cTn id="133" presetID="10" presetClass="exit" presetSubtype="0" fill="hold" grpId="1" nodeType="withEffect">
                                  <p:stCondLst>
                                    <p:cond delay="0"/>
                                  </p:stCondLst>
                                  <p:childTnLst>
                                    <p:animEffect transition="out" filter="fade">
                                      <p:cBhvr>
                                        <p:cTn id="134" dur="500"/>
                                        <p:tgtEl>
                                          <p:spTgt spid="27685"/>
                                        </p:tgtEl>
                                      </p:cBhvr>
                                    </p:animEffect>
                                    <p:set>
                                      <p:cBhvr>
                                        <p:cTn id="135" dur="1" fill="hold">
                                          <p:stCondLst>
                                            <p:cond delay="499"/>
                                          </p:stCondLst>
                                        </p:cTn>
                                        <p:tgtEl>
                                          <p:spTgt spid="27685"/>
                                        </p:tgtEl>
                                        <p:attrNameLst>
                                          <p:attrName>style.visibility</p:attrName>
                                        </p:attrNameLst>
                                      </p:cBhvr>
                                      <p:to>
                                        <p:strVal val="hidden"/>
                                      </p:to>
                                    </p:set>
                                  </p:childTnLst>
                                </p:cTn>
                              </p:par>
                            </p:childTnLst>
                          </p:cTn>
                        </p:par>
                        <p:par>
                          <p:cTn id="136" fill="hold">
                            <p:stCondLst>
                              <p:cond delay="500"/>
                            </p:stCondLst>
                            <p:childTnLst>
                              <p:par>
                                <p:cTn id="137" presetID="22" presetClass="entr" presetSubtype="8" fill="hold" nodeType="afterEffect">
                                  <p:stCondLst>
                                    <p:cond delay="0"/>
                                  </p:stCondLst>
                                  <p:childTnLst>
                                    <p:set>
                                      <p:cBhvr>
                                        <p:cTn id="138" dur="1" fill="hold">
                                          <p:stCondLst>
                                            <p:cond delay="0"/>
                                          </p:stCondLst>
                                        </p:cTn>
                                        <p:tgtEl>
                                          <p:spTgt spid="27691"/>
                                        </p:tgtEl>
                                        <p:attrNameLst>
                                          <p:attrName>style.visibility</p:attrName>
                                        </p:attrNameLst>
                                      </p:cBhvr>
                                      <p:to>
                                        <p:strVal val="visible"/>
                                      </p:to>
                                    </p:set>
                                    <p:animEffect transition="in" filter="wipe(left)">
                                      <p:cBhvr>
                                        <p:cTn id="139" dur="500"/>
                                        <p:tgtEl>
                                          <p:spTgt spid="27691"/>
                                        </p:tgtEl>
                                      </p:cBhvr>
                                    </p:animEffect>
                                  </p:childTnLst>
                                </p:cTn>
                              </p:par>
                              <p:par>
                                <p:cTn id="140" presetID="22" presetClass="entr" presetSubtype="1" fill="hold" nodeType="withEffect">
                                  <p:stCondLst>
                                    <p:cond delay="0"/>
                                  </p:stCondLst>
                                  <p:childTnLst>
                                    <p:set>
                                      <p:cBhvr>
                                        <p:cTn id="141" dur="1" fill="hold">
                                          <p:stCondLst>
                                            <p:cond delay="0"/>
                                          </p:stCondLst>
                                        </p:cTn>
                                        <p:tgtEl>
                                          <p:spTgt spid="27688"/>
                                        </p:tgtEl>
                                        <p:attrNameLst>
                                          <p:attrName>style.visibility</p:attrName>
                                        </p:attrNameLst>
                                      </p:cBhvr>
                                      <p:to>
                                        <p:strVal val="visible"/>
                                      </p:to>
                                    </p:set>
                                    <p:animEffect transition="in" filter="wipe(up)">
                                      <p:cBhvr>
                                        <p:cTn id="142" dur="500"/>
                                        <p:tgtEl>
                                          <p:spTgt spid="27688"/>
                                        </p:tgtEl>
                                      </p:cBhvr>
                                    </p:animEffect>
                                  </p:childTnLst>
                                </p:cTn>
                              </p:par>
                              <p:par>
                                <p:cTn id="143" presetID="22" presetClass="entr" presetSubtype="8" fill="hold" nodeType="withEffect">
                                  <p:stCondLst>
                                    <p:cond delay="0"/>
                                  </p:stCondLst>
                                  <p:childTnLst>
                                    <p:set>
                                      <p:cBhvr>
                                        <p:cTn id="144" dur="1" fill="hold">
                                          <p:stCondLst>
                                            <p:cond delay="0"/>
                                          </p:stCondLst>
                                        </p:cTn>
                                        <p:tgtEl>
                                          <p:spTgt spid="27697"/>
                                        </p:tgtEl>
                                        <p:attrNameLst>
                                          <p:attrName>style.visibility</p:attrName>
                                        </p:attrNameLst>
                                      </p:cBhvr>
                                      <p:to>
                                        <p:strVal val="visible"/>
                                      </p:to>
                                    </p:set>
                                    <p:animEffect transition="in" filter="wipe(left)">
                                      <p:cBhvr>
                                        <p:cTn id="145" dur="500"/>
                                        <p:tgtEl>
                                          <p:spTgt spid="27697"/>
                                        </p:tgtEl>
                                      </p:cBhvr>
                                    </p:animEffect>
                                  </p:childTnLst>
                                </p:cTn>
                              </p:par>
                              <p:par>
                                <p:cTn id="146" presetID="22" presetClass="entr" presetSubtype="4" fill="hold" nodeType="withEffect">
                                  <p:stCondLst>
                                    <p:cond delay="0"/>
                                  </p:stCondLst>
                                  <p:childTnLst>
                                    <p:set>
                                      <p:cBhvr>
                                        <p:cTn id="147" dur="1" fill="hold">
                                          <p:stCondLst>
                                            <p:cond delay="0"/>
                                          </p:stCondLst>
                                        </p:cTn>
                                        <p:tgtEl>
                                          <p:spTgt spid="27700"/>
                                        </p:tgtEl>
                                        <p:attrNameLst>
                                          <p:attrName>style.visibility</p:attrName>
                                        </p:attrNameLst>
                                      </p:cBhvr>
                                      <p:to>
                                        <p:strVal val="visible"/>
                                      </p:to>
                                    </p:set>
                                    <p:animEffect transition="in" filter="wipe(down)">
                                      <p:cBhvr>
                                        <p:cTn id="148" dur="500"/>
                                        <p:tgtEl>
                                          <p:spTgt spid="27700"/>
                                        </p:tgtEl>
                                      </p:cBhvr>
                                    </p:animEffect>
                                  </p:childTnLst>
                                </p:cTn>
                              </p:par>
                              <p:par>
                                <p:cTn id="149" presetID="22" presetClass="entr" presetSubtype="8" fill="hold" nodeType="withEffect">
                                  <p:stCondLst>
                                    <p:cond delay="0"/>
                                  </p:stCondLst>
                                  <p:childTnLst>
                                    <p:set>
                                      <p:cBhvr>
                                        <p:cTn id="150" dur="1" fill="hold">
                                          <p:stCondLst>
                                            <p:cond delay="0"/>
                                          </p:stCondLst>
                                        </p:cTn>
                                        <p:tgtEl>
                                          <p:spTgt spid="27710"/>
                                        </p:tgtEl>
                                        <p:attrNameLst>
                                          <p:attrName>style.visibility</p:attrName>
                                        </p:attrNameLst>
                                      </p:cBhvr>
                                      <p:to>
                                        <p:strVal val="visible"/>
                                      </p:to>
                                    </p:set>
                                    <p:animEffect transition="in" filter="wipe(left)">
                                      <p:cBhvr>
                                        <p:cTn id="151" dur="500"/>
                                        <p:tgtEl>
                                          <p:spTgt spid="27710"/>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xit" presetSubtype="0" fill="hold" nodeType="clickEffect">
                                  <p:stCondLst>
                                    <p:cond delay="0"/>
                                  </p:stCondLst>
                                  <p:childTnLst>
                                    <p:animEffect transition="out" filter="fade">
                                      <p:cBhvr>
                                        <p:cTn id="155" dur="500"/>
                                        <p:tgtEl>
                                          <p:spTgt spid="27697"/>
                                        </p:tgtEl>
                                      </p:cBhvr>
                                    </p:animEffect>
                                    <p:set>
                                      <p:cBhvr>
                                        <p:cTn id="156" dur="1" fill="hold">
                                          <p:stCondLst>
                                            <p:cond delay="499"/>
                                          </p:stCondLst>
                                        </p:cTn>
                                        <p:tgtEl>
                                          <p:spTgt spid="27697"/>
                                        </p:tgtEl>
                                        <p:attrNameLst>
                                          <p:attrName>style.visibility</p:attrName>
                                        </p:attrNameLst>
                                      </p:cBhvr>
                                      <p:to>
                                        <p:strVal val="hidden"/>
                                      </p:to>
                                    </p:set>
                                  </p:childTnLst>
                                </p:cTn>
                              </p:par>
                              <p:par>
                                <p:cTn id="157" presetID="10" presetClass="exit" presetSubtype="0" fill="hold" nodeType="withEffect">
                                  <p:stCondLst>
                                    <p:cond delay="0"/>
                                  </p:stCondLst>
                                  <p:childTnLst>
                                    <p:animEffect transition="out" filter="fade">
                                      <p:cBhvr>
                                        <p:cTn id="158" dur="500"/>
                                        <p:tgtEl>
                                          <p:spTgt spid="27688"/>
                                        </p:tgtEl>
                                      </p:cBhvr>
                                    </p:animEffect>
                                    <p:set>
                                      <p:cBhvr>
                                        <p:cTn id="159" dur="1" fill="hold">
                                          <p:stCondLst>
                                            <p:cond delay="499"/>
                                          </p:stCondLst>
                                        </p:cTn>
                                        <p:tgtEl>
                                          <p:spTgt spid="27688"/>
                                        </p:tgtEl>
                                        <p:attrNameLst>
                                          <p:attrName>style.visibility</p:attrName>
                                        </p:attrNameLst>
                                      </p:cBhvr>
                                      <p:to>
                                        <p:strVal val="hidden"/>
                                      </p:to>
                                    </p:set>
                                  </p:childTnLst>
                                </p:cTn>
                              </p:par>
                              <p:par>
                                <p:cTn id="160" presetID="10" presetClass="exit" presetSubtype="0" fill="hold" nodeType="withEffect">
                                  <p:stCondLst>
                                    <p:cond delay="0"/>
                                  </p:stCondLst>
                                  <p:childTnLst>
                                    <p:animEffect transition="out" filter="fade">
                                      <p:cBhvr>
                                        <p:cTn id="161" dur="500"/>
                                        <p:tgtEl>
                                          <p:spTgt spid="27691"/>
                                        </p:tgtEl>
                                      </p:cBhvr>
                                    </p:animEffect>
                                    <p:set>
                                      <p:cBhvr>
                                        <p:cTn id="162" dur="1" fill="hold">
                                          <p:stCondLst>
                                            <p:cond delay="499"/>
                                          </p:stCondLst>
                                        </p:cTn>
                                        <p:tgtEl>
                                          <p:spTgt spid="27691"/>
                                        </p:tgtEl>
                                        <p:attrNameLst>
                                          <p:attrName>style.visibility</p:attrName>
                                        </p:attrNameLst>
                                      </p:cBhvr>
                                      <p:to>
                                        <p:strVal val="hidden"/>
                                      </p:to>
                                    </p:set>
                                  </p:childTnLst>
                                </p:cTn>
                              </p:par>
                              <p:par>
                                <p:cTn id="163" presetID="10" presetClass="exit" presetSubtype="0" fill="hold" nodeType="withEffect">
                                  <p:stCondLst>
                                    <p:cond delay="0"/>
                                  </p:stCondLst>
                                  <p:childTnLst>
                                    <p:animEffect transition="out" filter="fade">
                                      <p:cBhvr>
                                        <p:cTn id="164" dur="500"/>
                                        <p:tgtEl>
                                          <p:spTgt spid="27700"/>
                                        </p:tgtEl>
                                      </p:cBhvr>
                                    </p:animEffect>
                                    <p:set>
                                      <p:cBhvr>
                                        <p:cTn id="165" dur="1" fill="hold">
                                          <p:stCondLst>
                                            <p:cond delay="499"/>
                                          </p:stCondLst>
                                        </p:cTn>
                                        <p:tgtEl>
                                          <p:spTgt spid="27700"/>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2000"/>
                                        <p:tgtEl>
                                          <p:spTgt spid="27710"/>
                                        </p:tgtEl>
                                      </p:cBhvr>
                                    </p:animEffect>
                                    <p:set>
                                      <p:cBhvr>
                                        <p:cTn id="168" dur="1" fill="hold">
                                          <p:stCondLst>
                                            <p:cond delay="1999"/>
                                          </p:stCondLst>
                                        </p:cTn>
                                        <p:tgtEl>
                                          <p:spTgt spid="27710"/>
                                        </p:tgtEl>
                                        <p:attrNameLst>
                                          <p:attrName>style.visibility</p:attrName>
                                        </p:attrNameLst>
                                      </p:cBhvr>
                                      <p:to>
                                        <p:strVal val="hidden"/>
                                      </p:to>
                                    </p:set>
                                  </p:childTnLst>
                                </p:cTn>
                              </p:par>
                              <p:par>
                                <p:cTn id="169" presetID="56" presetClass="path" presetSubtype="0" accel="50000" decel="50000" fill="hold" nodeType="withEffect">
                                  <p:stCondLst>
                                    <p:cond delay="0"/>
                                  </p:stCondLst>
                                  <p:childTnLst>
                                    <p:animMotion origin="layout" path="M 4.72222E-6 -4.81481E-6 L 0.11822 0.07362 " pathEditMode="relative" rAng="0" ptsTypes="AA">
                                      <p:cBhvr>
                                        <p:cTn id="170" dur="2000" fill="hold"/>
                                        <p:tgtEl>
                                          <p:spTgt spid="27664"/>
                                        </p:tgtEl>
                                        <p:attrNameLst>
                                          <p:attrName>ppt_x</p:attrName>
                                          <p:attrName>ppt_y</p:attrName>
                                        </p:attrNameLst>
                                      </p:cBhvr>
                                      <p:rCtr x="5900" y="3700"/>
                                    </p:animMotion>
                                  </p:childTnLst>
                                </p:cTn>
                              </p:par>
                              <p:par>
                                <p:cTn id="171" presetID="56" presetClass="path" presetSubtype="0" accel="50000" decel="50000" fill="hold" nodeType="withEffect">
                                  <p:stCondLst>
                                    <p:cond delay="0"/>
                                  </p:stCondLst>
                                  <p:childTnLst>
                                    <p:animMotion origin="layout" path="M 0 -2.59259E-6 L 0.11823 0.01065 " pathEditMode="relative" rAng="0" ptsTypes="AA">
                                      <p:cBhvr>
                                        <p:cTn id="172" dur="2000" fill="hold"/>
                                        <p:tgtEl>
                                          <p:spTgt spid="27665"/>
                                        </p:tgtEl>
                                        <p:attrNameLst>
                                          <p:attrName>ppt_x</p:attrName>
                                          <p:attrName>ppt_y</p:attrName>
                                        </p:attrNameLst>
                                      </p:cBhvr>
                                      <p:rCtr x="5900" y="500"/>
                                    </p:animMotion>
                                  </p:childTnLst>
                                </p:cTn>
                              </p:par>
                              <p:par>
                                <p:cTn id="173" presetID="56" presetClass="path" presetSubtype="0" accel="50000" decel="50000" fill="hold" nodeType="withEffect">
                                  <p:stCondLst>
                                    <p:cond delay="0"/>
                                  </p:stCondLst>
                                  <p:childTnLst>
                                    <p:animMotion origin="layout" path="M -2.22222E-6 -2.96296E-6 L 0.04722 -0.02106 " pathEditMode="relative" rAng="0" ptsTypes="AA">
                                      <p:cBhvr>
                                        <p:cTn id="174" dur="2000" fill="hold"/>
                                        <p:tgtEl>
                                          <p:spTgt spid="27669"/>
                                        </p:tgtEl>
                                        <p:attrNameLst>
                                          <p:attrName>ppt_x</p:attrName>
                                          <p:attrName>ppt_y</p:attrName>
                                        </p:attrNameLst>
                                      </p:cBhvr>
                                      <p:rCtr x="2400" y="-700"/>
                                    </p:animMotion>
                                  </p:childTnLst>
                                </p:cTn>
                              </p:par>
                              <p:par>
                                <p:cTn id="175" presetID="56" presetClass="path" presetSubtype="0" accel="50000" decel="50000" fill="hold" nodeType="withEffect">
                                  <p:stCondLst>
                                    <p:cond delay="0"/>
                                  </p:stCondLst>
                                  <p:childTnLst>
                                    <p:animMotion origin="layout" path="M 5E-6 -4.07407E-6 L 0.03959 0.03172 " pathEditMode="relative" rAng="0" ptsTypes="AA">
                                      <p:cBhvr>
                                        <p:cTn id="176" dur="2000" fill="hold"/>
                                        <p:tgtEl>
                                          <p:spTgt spid="27667"/>
                                        </p:tgtEl>
                                        <p:attrNameLst>
                                          <p:attrName>ppt_x</p:attrName>
                                          <p:attrName>ppt_y</p:attrName>
                                        </p:attrNameLst>
                                      </p:cBhvr>
                                      <p:rCtr x="2000" y="1600"/>
                                    </p:animMotion>
                                  </p:childTnLst>
                                </p:cTn>
                              </p:par>
                              <p:par>
                                <p:cTn id="177" presetID="56" presetClass="path" presetSubtype="0" accel="50000" decel="50000" fill="hold" nodeType="withEffect">
                                  <p:stCondLst>
                                    <p:cond delay="0"/>
                                  </p:stCondLst>
                                  <p:childTnLst>
                                    <p:animMotion origin="layout" path="M -2.77778E-6 -4.81481E-6 L -0.0158 0.15764 " pathEditMode="relative" rAng="0" ptsTypes="AA">
                                      <p:cBhvr>
                                        <p:cTn id="178" dur="2000" fill="hold"/>
                                        <p:tgtEl>
                                          <p:spTgt spid="27666"/>
                                        </p:tgtEl>
                                        <p:attrNameLst>
                                          <p:attrName>ppt_x</p:attrName>
                                          <p:attrName>ppt_y</p:attrName>
                                        </p:attrNameLst>
                                      </p:cBhvr>
                                      <p:rCtr x="-400" y="7900"/>
                                    </p:animMotion>
                                  </p:childTnLst>
                                </p:cTn>
                              </p:par>
                              <p:par>
                                <p:cTn id="179" presetID="56" presetClass="path" presetSubtype="0" accel="50000" decel="50000" fill="hold" nodeType="withEffect">
                                  <p:stCondLst>
                                    <p:cond delay="0"/>
                                  </p:stCondLst>
                                  <p:childTnLst>
                                    <p:animMotion origin="layout" path="M 1.66667E-6 -4.81481E-6 L -0.06302 -0.13634 " pathEditMode="relative" rAng="0" ptsTypes="AA">
                                      <p:cBhvr>
                                        <p:cTn id="180" dur="2000" fill="hold"/>
                                        <p:tgtEl>
                                          <p:spTgt spid="27668"/>
                                        </p:tgtEl>
                                        <p:attrNameLst>
                                          <p:attrName>ppt_x</p:attrName>
                                          <p:attrName>ppt_y</p:attrName>
                                        </p:attrNameLst>
                                      </p:cBhvr>
                                      <p:rCtr x="-2800" y="-6400"/>
                                    </p:animMotion>
                                  </p:childTnLst>
                                </p:cTn>
                              </p:par>
                            </p:childTnLst>
                          </p:cTn>
                        </p:par>
                        <p:par>
                          <p:cTn id="181" fill="hold">
                            <p:stCondLst>
                              <p:cond delay="500"/>
                            </p:stCondLst>
                            <p:childTnLst>
                              <p:par>
                                <p:cTn id="182" presetID="1" presetClass="exit" presetSubtype="0" fill="hold" nodeType="afterEffect">
                                  <p:stCondLst>
                                    <p:cond delay="0"/>
                                  </p:stCondLst>
                                  <p:childTnLst>
                                    <p:set>
                                      <p:cBhvr>
                                        <p:cTn id="183" dur="1" fill="hold">
                                          <p:stCondLst>
                                            <p:cond delay="0"/>
                                          </p:stCondLst>
                                        </p:cTn>
                                        <p:tgtEl>
                                          <p:spTgt spid="27664"/>
                                        </p:tgtEl>
                                        <p:attrNameLst>
                                          <p:attrName>style.visibility</p:attrName>
                                        </p:attrNameLst>
                                      </p:cBhvr>
                                      <p:to>
                                        <p:strVal val="hidden"/>
                                      </p:to>
                                    </p:set>
                                  </p:childTnLst>
                                </p:cTn>
                              </p:par>
                              <p:par>
                                <p:cTn id="184" presetID="1" presetClass="exit" presetSubtype="0" fill="hold" nodeType="withEffect">
                                  <p:stCondLst>
                                    <p:cond delay="0"/>
                                  </p:stCondLst>
                                  <p:childTnLst>
                                    <p:set>
                                      <p:cBhvr>
                                        <p:cTn id="185" dur="1" fill="hold">
                                          <p:stCondLst>
                                            <p:cond delay="0"/>
                                          </p:stCondLst>
                                        </p:cTn>
                                        <p:tgtEl>
                                          <p:spTgt spid="27666"/>
                                        </p:tgtEl>
                                        <p:attrNameLst>
                                          <p:attrName>style.visibility</p:attrName>
                                        </p:attrNameLst>
                                      </p:cBhvr>
                                      <p:to>
                                        <p:strVal val="hidden"/>
                                      </p:to>
                                    </p:set>
                                  </p:childTnLst>
                                </p:cTn>
                              </p:par>
                              <p:par>
                                <p:cTn id="186" presetID="1" presetClass="exit" presetSubtype="0" fill="hold" nodeType="withEffect">
                                  <p:stCondLst>
                                    <p:cond delay="0"/>
                                  </p:stCondLst>
                                  <p:childTnLst>
                                    <p:set>
                                      <p:cBhvr>
                                        <p:cTn id="187" dur="1" fill="hold">
                                          <p:stCondLst>
                                            <p:cond delay="0"/>
                                          </p:stCondLst>
                                        </p:cTn>
                                        <p:tgtEl>
                                          <p:spTgt spid="27667"/>
                                        </p:tgtEl>
                                        <p:attrNameLst>
                                          <p:attrName>style.visibility</p:attrName>
                                        </p:attrNameLst>
                                      </p:cBhvr>
                                      <p:to>
                                        <p:strVal val="hidden"/>
                                      </p:to>
                                    </p:set>
                                  </p:childTnLst>
                                </p:cTn>
                              </p:par>
                              <p:par>
                                <p:cTn id="188" presetID="1" presetClass="exit" presetSubtype="0" fill="hold" nodeType="withEffect">
                                  <p:stCondLst>
                                    <p:cond delay="0"/>
                                  </p:stCondLst>
                                  <p:childTnLst>
                                    <p:set>
                                      <p:cBhvr>
                                        <p:cTn id="189" dur="1" fill="hold">
                                          <p:stCondLst>
                                            <p:cond delay="0"/>
                                          </p:stCondLst>
                                        </p:cTn>
                                        <p:tgtEl>
                                          <p:spTgt spid="27677"/>
                                        </p:tgtEl>
                                        <p:attrNameLst>
                                          <p:attrName>style.visibility</p:attrName>
                                        </p:attrNameLst>
                                      </p:cBhvr>
                                      <p:to>
                                        <p:strVal val="hidden"/>
                                      </p:to>
                                    </p:set>
                                  </p:childTnLst>
                                </p:cTn>
                              </p:par>
                              <p:par>
                                <p:cTn id="190" presetID="1" presetClass="exit" presetSubtype="0" fill="hold" nodeType="withEffect">
                                  <p:stCondLst>
                                    <p:cond delay="0"/>
                                  </p:stCondLst>
                                  <p:childTnLst>
                                    <p:set>
                                      <p:cBhvr>
                                        <p:cTn id="191" dur="1" fill="hold">
                                          <p:stCondLst>
                                            <p:cond delay="0"/>
                                          </p:stCondLst>
                                        </p:cTn>
                                        <p:tgtEl>
                                          <p:spTgt spid="27678"/>
                                        </p:tgtEl>
                                        <p:attrNameLst>
                                          <p:attrName>style.visibility</p:attrName>
                                        </p:attrNameLst>
                                      </p:cBhvr>
                                      <p:to>
                                        <p:strVal val="hidden"/>
                                      </p:to>
                                    </p:set>
                                  </p:childTnLst>
                                </p:cTn>
                              </p:par>
                              <p:par>
                                <p:cTn id="192" presetID="1" presetClass="exit" presetSubtype="0" fill="hold" nodeType="withEffect">
                                  <p:stCondLst>
                                    <p:cond delay="0"/>
                                  </p:stCondLst>
                                  <p:childTnLst>
                                    <p:set>
                                      <p:cBhvr>
                                        <p:cTn id="193" dur="1" fill="hold">
                                          <p:stCondLst>
                                            <p:cond delay="0"/>
                                          </p:stCondLst>
                                        </p:cTn>
                                        <p:tgtEl>
                                          <p:spTgt spid="27681"/>
                                        </p:tgtEl>
                                        <p:attrNameLst>
                                          <p:attrName>style.visibility</p:attrName>
                                        </p:attrNameLst>
                                      </p:cBhvr>
                                      <p:to>
                                        <p:strVal val="hidden"/>
                                      </p:to>
                                    </p:set>
                                  </p:childTnLst>
                                </p:cTn>
                              </p:par>
                              <p:par>
                                <p:cTn id="194" presetID="1" presetClass="exit" presetSubtype="0" fill="hold" nodeType="withEffect">
                                  <p:stCondLst>
                                    <p:cond delay="0"/>
                                  </p:stCondLst>
                                  <p:childTnLst>
                                    <p:set>
                                      <p:cBhvr>
                                        <p:cTn id="195" dur="1" fill="hold">
                                          <p:stCondLst>
                                            <p:cond delay="0"/>
                                          </p:stCondLst>
                                        </p:cTn>
                                        <p:tgtEl>
                                          <p:spTgt spid="27665"/>
                                        </p:tgtEl>
                                        <p:attrNameLst>
                                          <p:attrName>style.visibility</p:attrName>
                                        </p:attrNameLst>
                                      </p:cBhvr>
                                      <p:to>
                                        <p:strVal val="hidden"/>
                                      </p:to>
                                    </p:set>
                                  </p:childTnLst>
                                </p:cTn>
                              </p:par>
                              <p:par>
                                <p:cTn id="196" presetID="1" presetClass="exit" presetSubtype="0" fill="hold" nodeType="withEffect">
                                  <p:stCondLst>
                                    <p:cond delay="0"/>
                                  </p:stCondLst>
                                  <p:childTnLst>
                                    <p:set>
                                      <p:cBhvr>
                                        <p:cTn id="197" dur="1" fill="hold">
                                          <p:stCondLst>
                                            <p:cond delay="0"/>
                                          </p:stCondLst>
                                        </p:cTn>
                                        <p:tgtEl>
                                          <p:spTgt spid="27679"/>
                                        </p:tgtEl>
                                        <p:attrNameLst>
                                          <p:attrName>style.visibility</p:attrName>
                                        </p:attrNameLst>
                                      </p:cBhvr>
                                      <p:to>
                                        <p:strVal val="hidden"/>
                                      </p:to>
                                    </p:set>
                                  </p:childTnLst>
                                </p:cTn>
                              </p:par>
                              <p:par>
                                <p:cTn id="198" presetID="1" presetClass="exit" presetSubtype="0" fill="hold" nodeType="withEffect">
                                  <p:stCondLst>
                                    <p:cond delay="0"/>
                                  </p:stCondLst>
                                  <p:childTnLst>
                                    <p:set>
                                      <p:cBhvr>
                                        <p:cTn id="199" dur="1" fill="hold">
                                          <p:stCondLst>
                                            <p:cond delay="0"/>
                                          </p:stCondLst>
                                        </p:cTn>
                                        <p:tgtEl>
                                          <p:spTgt spid="27668"/>
                                        </p:tgtEl>
                                        <p:attrNameLst>
                                          <p:attrName>style.visibility</p:attrName>
                                        </p:attrNameLst>
                                      </p:cBhvr>
                                      <p:to>
                                        <p:strVal val="hidden"/>
                                      </p:to>
                                    </p:set>
                                  </p:childTnLst>
                                </p:cTn>
                              </p:par>
                              <p:par>
                                <p:cTn id="200" presetID="1" presetClass="exit" presetSubtype="0" fill="hold" nodeType="withEffect">
                                  <p:stCondLst>
                                    <p:cond delay="0"/>
                                  </p:stCondLst>
                                  <p:childTnLst>
                                    <p:set>
                                      <p:cBhvr>
                                        <p:cTn id="201" dur="1" fill="hold">
                                          <p:stCondLst>
                                            <p:cond delay="0"/>
                                          </p:stCondLst>
                                        </p:cTn>
                                        <p:tgtEl>
                                          <p:spTgt spid="27680"/>
                                        </p:tgtEl>
                                        <p:attrNameLst>
                                          <p:attrName>style.visibility</p:attrName>
                                        </p:attrNameLst>
                                      </p:cBhvr>
                                      <p:to>
                                        <p:strVal val="hidden"/>
                                      </p:to>
                                    </p:set>
                                  </p:childTnLst>
                                </p:cTn>
                              </p:par>
                              <p:par>
                                <p:cTn id="202" presetID="1" presetClass="exit" presetSubtype="0" fill="hold" nodeType="withEffect">
                                  <p:stCondLst>
                                    <p:cond delay="0"/>
                                  </p:stCondLst>
                                  <p:childTnLst>
                                    <p:set>
                                      <p:cBhvr>
                                        <p:cTn id="203" dur="1" fill="hold">
                                          <p:stCondLst>
                                            <p:cond delay="0"/>
                                          </p:stCondLst>
                                        </p:cTn>
                                        <p:tgtEl>
                                          <p:spTgt spid="27674"/>
                                        </p:tgtEl>
                                        <p:attrNameLst>
                                          <p:attrName>style.visibility</p:attrName>
                                        </p:attrNameLst>
                                      </p:cBhvr>
                                      <p:to>
                                        <p:strVal val="hidden"/>
                                      </p:to>
                                    </p:set>
                                  </p:childTnLst>
                                </p:cTn>
                              </p:par>
                              <p:par>
                                <p:cTn id="204" presetID="1" presetClass="exit" presetSubtype="0" fill="hold" nodeType="withEffect">
                                  <p:stCondLst>
                                    <p:cond delay="0"/>
                                  </p:stCondLst>
                                  <p:childTnLst>
                                    <p:set>
                                      <p:cBhvr>
                                        <p:cTn id="205" dur="1" fill="hold">
                                          <p:stCondLst>
                                            <p:cond delay="0"/>
                                          </p:stCondLst>
                                        </p:cTn>
                                        <p:tgtEl>
                                          <p:spTgt spid="27682"/>
                                        </p:tgtEl>
                                        <p:attrNameLst>
                                          <p:attrName>style.visibility</p:attrName>
                                        </p:attrNameLst>
                                      </p:cBhvr>
                                      <p:to>
                                        <p:strVal val="hidden"/>
                                      </p:to>
                                    </p:set>
                                  </p:childTnLst>
                                </p:cTn>
                              </p:par>
                              <p:par>
                                <p:cTn id="206" presetID="1" presetClass="exit" presetSubtype="0" fill="hold" nodeType="withEffect">
                                  <p:stCondLst>
                                    <p:cond delay="0"/>
                                  </p:stCondLst>
                                  <p:childTnLst>
                                    <p:set>
                                      <p:cBhvr>
                                        <p:cTn id="207" dur="1" fill="hold">
                                          <p:stCondLst>
                                            <p:cond delay="0"/>
                                          </p:stCondLst>
                                        </p:cTn>
                                        <p:tgtEl>
                                          <p:spTgt spid="27669"/>
                                        </p:tgtEl>
                                        <p:attrNameLst>
                                          <p:attrName>style.visibility</p:attrName>
                                        </p:attrNameLst>
                                      </p:cBhvr>
                                      <p:to>
                                        <p:strVal val="hidden"/>
                                      </p:to>
                                    </p:set>
                                  </p:childTnLst>
                                </p:cTn>
                              </p:par>
                              <p:par>
                                <p:cTn id="208" presetID="1" presetClass="entr" presetSubtype="0" fill="hold" grpId="0" nodeType="withEffect">
                                  <p:stCondLst>
                                    <p:cond delay="0"/>
                                  </p:stCondLst>
                                  <p:childTnLst>
                                    <p:set>
                                      <p:cBhvr>
                                        <p:cTn id="209" dur="1" fill="hold">
                                          <p:stCondLst>
                                            <p:cond delay="0"/>
                                          </p:stCondLst>
                                        </p:cTn>
                                        <p:tgtEl>
                                          <p:spTgt spid="27703"/>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27704"/>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27705"/>
                                        </p:tgtEl>
                                        <p:attrNameLst>
                                          <p:attrName>style.visibility</p:attrName>
                                        </p:attrNameLst>
                                      </p:cBhvr>
                                      <p:to>
                                        <p:strVal val="visible"/>
                                      </p:to>
                                    </p:set>
                                  </p:childTnLst>
                                </p:cTn>
                              </p:par>
                              <p:par>
                                <p:cTn id="214" presetID="1" presetClass="entr" presetSubtype="0" fill="hold" grpId="0" nodeType="withEffect">
                                  <p:stCondLst>
                                    <p:cond delay="0"/>
                                  </p:stCondLst>
                                  <p:childTnLst>
                                    <p:set>
                                      <p:cBhvr>
                                        <p:cTn id="215" dur="1" fill="hold">
                                          <p:stCondLst>
                                            <p:cond delay="0"/>
                                          </p:stCondLst>
                                        </p:cTn>
                                        <p:tgtEl>
                                          <p:spTgt spid="27706"/>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27707"/>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27708"/>
                                        </p:tgtEl>
                                        <p:attrNameLst>
                                          <p:attrName>style.visibility</p:attrName>
                                        </p:attrNameLst>
                                      </p:cBhvr>
                                      <p:to>
                                        <p:strVal val="visible"/>
                                      </p:to>
                                    </p:set>
                                  </p:childTnLst>
                                </p:cTn>
                              </p:par>
                            </p:childTnLst>
                          </p:cTn>
                        </p:par>
                        <p:par>
                          <p:cTn id="220" fill="hold">
                            <p:stCondLst>
                              <p:cond delay="500"/>
                            </p:stCondLst>
                            <p:childTnLst>
                              <p:par>
                                <p:cTn id="221" presetID="1" presetClass="entr" presetSubtype="0" fill="hold" nodeType="afterEffect">
                                  <p:stCondLst>
                                    <p:cond delay="0"/>
                                  </p:stCondLst>
                                  <p:childTnLst>
                                    <p:set>
                                      <p:cBhvr>
                                        <p:cTn id="222" dur="1" fill="hold">
                                          <p:stCondLst>
                                            <p:cond delay="0"/>
                                          </p:stCondLst>
                                        </p:cTn>
                                        <p:tgtEl>
                                          <p:spTgt spid="27709"/>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xit" presetSubtype="0" fill="hold" nodeType="clickEffect">
                                  <p:stCondLst>
                                    <p:cond delay="0"/>
                                  </p:stCondLst>
                                  <p:childTnLst>
                                    <p:set>
                                      <p:cBhvr>
                                        <p:cTn id="226" dur="1" fill="hold">
                                          <p:stCondLst>
                                            <p:cond delay="0"/>
                                          </p:stCondLst>
                                        </p:cTn>
                                        <p:tgtEl>
                                          <p:spTgt spid="27662"/>
                                        </p:tgtEl>
                                        <p:attrNameLst>
                                          <p:attrName>style.visibility</p:attrName>
                                        </p:attrNameLst>
                                      </p:cBhvr>
                                      <p:to>
                                        <p:strVal val="hidden"/>
                                      </p:to>
                                    </p:set>
                                  </p:childTnLst>
                                </p:cTn>
                              </p:par>
                              <p:par>
                                <p:cTn id="227" presetID="1" presetClass="exit" presetSubtype="0" fill="hold" nodeType="withEffect">
                                  <p:stCondLst>
                                    <p:cond delay="0"/>
                                  </p:stCondLst>
                                  <p:childTnLst>
                                    <p:set>
                                      <p:cBhvr>
                                        <p:cTn id="228" dur="1" fill="hold">
                                          <p:stCondLst>
                                            <p:cond delay="0"/>
                                          </p:stCondLst>
                                        </p:cTn>
                                        <p:tgtEl>
                                          <p:spTgt spid="27661"/>
                                        </p:tgtEl>
                                        <p:attrNameLst>
                                          <p:attrName>style.visibility</p:attrName>
                                        </p:attrNameLst>
                                      </p:cBhvr>
                                      <p:to>
                                        <p:strVal val="hidden"/>
                                      </p:to>
                                    </p:set>
                                  </p:childTnLst>
                                </p:cTn>
                              </p:par>
                              <p:par>
                                <p:cTn id="229" presetID="1" presetClass="exit" presetSubtype="0" fill="hold" nodeType="withEffect">
                                  <p:stCondLst>
                                    <p:cond delay="0"/>
                                  </p:stCondLst>
                                  <p:childTnLst>
                                    <p:set>
                                      <p:cBhvr>
                                        <p:cTn id="230" dur="1" fill="hold">
                                          <p:stCondLst>
                                            <p:cond delay="0"/>
                                          </p:stCondLst>
                                        </p:cTn>
                                        <p:tgtEl>
                                          <p:spTgt spid="27658"/>
                                        </p:tgtEl>
                                        <p:attrNameLst>
                                          <p:attrName>style.visibility</p:attrName>
                                        </p:attrNameLst>
                                      </p:cBhvr>
                                      <p:to>
                                        <p:strVal val="hidden"/>
                                      </p:to>
                                    </p:set>
                                  </p:childTnLst>
                                </p:cTn>
                              </p:par>
                              <p:par>
                                <p:cTn id="231" presetID="1" presetClass="exit" presetSubtype="0" fill="hold" grpId="1" nodeType="withEffect">
                                  <p:stCondLst>
                                    <p:cond delay="0"/>
                                  </p:stCondLst>
                                  <p:childTnLst>
                                    <p:set>
                                      <p:cBhvr>
                                        <p:cTn id="232" dur="1" fill="hold">
                                          <p:stCondLst>
                                            <p:cond delay="0"/>
                                          </p:stCondLst>
                                        </p:cTn>
                                        <p:tgtEl>
                                          <p:spTgt spid="27652"/>
                                        </p:tgtEl>
                                        <p:attrNameLst>
                                          <p:attrName>style.visibility</p:attrName>
                                        </p:attrNameLst>
                                      </p:cBhvr>
                                      <p:to>
                                        <p:strVal val="hidden"/>
                                      </p:to>
                                    </p:set>
                                  </p:childTnLst>
                                </p:cTn>
                              </p:par>
                              <p:par>
                                <p:cTn id="233" presetID="1" presetClass="exit" presetSubtype="0" fill="hold" nodeType="withEffect">
                                  <p:stCondLst>
                                    <p:cond delay="0"/>
                                  </p:stCondLst>
                                  <p:childTnLst>
                                    <p:set>
                                      <p:cBhvr>
                                        <p:cTn id="234" dur="1" fill="hold">
                                          <p:stCondLst>
                                            <p:cond delay="0"/>
                                          </p:stCondLst>
                                        </p:cTn>
                                        <p:tgtEl>
                                          <p:spTgt spid="27659"/>
                                        </p:tgtEl>
                                        <p:attrNameLst>
                                          <p:attrName>style.visibility</p:attrName>
                                        </p:attrNameLst>
                                      </p:cBhvr>
                                      <p:to>
                                        <p:strVal val="hidden"/>
                                      </p:to>
                                    </p:set>
                                  </p:childTnLst>
                                </p:cTn>
                              </p:par>
                              <p:par>
                                <p:cTn id="235" presetID="1" presetClass="exit" presetSubtype="0" fill="hold" nodeType="withEffect">
                                  <p:stCondLst>
                                    <p:cond delay="0"/>
                                  </p:stCondLst>
                                  <p:childTnLst>
                                    <p:set>
                                      <p:cBhvr>
                                        <p:cTn id="236" dur="1" fill="hold">
                                          <p:stCondLst>
                                            <p:cond delay="0"/>
                                          </p:stCondLst>
                                        </p:cTn>
                                        <p:tgtEl>
                                          <p:spTgt spid="27660"/>
                                        </p:tgtEl>
                                        <p:attrNameLst>
                                          <p:attrName>style.visibility</p:attrName>
                                        </p:attrNameLst>
                                      </p:cBhvr>
                                      <p:to>
                                        <p:strVal val="hidden"/>
                                      </p:to>
                                    </p:set>
                                  </p:childTnLst>
                                </p:cTn>
                              </p:par>
                            </p:childTnLst>
                          </p:cTn>
                        </p:par>
                        <p:par>
                          <p:cTn id="237" fill="hold">
                            <p:stCondLst>
                              <p:cond delay="0"/>
                            </p:stCondLst>
                            <p:childTnLst>
                              <p:par>
                                <p:cTn id="238" presetID="20" presetClass="entr" presetSubtype="0" fill="hold" grpId="0" nodeType="afterEffect">
                                  <p:stCondLst>
                                    <p:cond delay="0"/>
                                  </p:stCondLst>
                                  <p:childTnLst>
                                    <p:set>
                                      <p:cBhvr>
                                        <p:cTn id="239" dur="1" fill="hold">
                                          <p:stCondLst>
                                            <p:cond delay="0"/>
                                          </p:stCondLst>
                                        </p:cTn>
                                        <p:tgtEl>
                                          <p:spTgt spid="27657"/>
                                        </p:tgtEl>
                                        <p:attrNameLst>
                                          <p:attrName>style.visibility</p:attrName>
                                        </p:attrNameLst>
                                      </p:cBhvr>
                                      <p:to>
                                        <p:strVal val="visible"/>
                                      </p:to>
                                    </p:set>
                                    <p:animEffect transition="in" filter="wedge">
                                      <p:cBhvr>
                                        <p:cTn id="240" dur="500"/>
                                        <p:tgtEl>
                                          <p:spTgt spid="27657"/>
                                        </p:tgtEl>
                                      </p:cBhvr>
                                    </p:animEffect>
                                  </p:childTnLst>
                                </p:cTn>
                              </p:par>
                            </p:childTnLst>
                          </p:cTn>
                        </p:par>
                        <p:par>
                          <p:cTn id="241" fill="hold">
                            <p:stCondLst>
                              <p:cond delay="500"/>
                            </p:stCondLst>
                            <p:childTnLst>
                              <p:par>
                                <p:cTn id="242" presetID="20" presetClass="entr" presetSubtype="0" fill="hold" grpId="0" nodeType="afterEffect">
                                  <p:stCondLst>
                                    <p:cond delay="0"/>
                                  </p:stCondLst>
                                  <p:childTnLst>
                                    <p:set>
                                      <p:cBhvr>
                                        <p:cTn id="243" dur="1" fill="hold">
                                          <p:stCondLst>
                                            <p:cond delay="0"/>
                                          </p:stCondLst>
                                        </p:cTn>
                                        <p:tgtEl>
                                          <p:spTgt spid="27653"/>
                                        </p:tgtEl>
                                        <p:attrNameLst>
                                          <p:attrName>style.visibility</p:attrName>
                                        </p:attrNameLst>
                                      </p:cBhvr>
                                      <p:to>
                                        <p:strVal val="visible"/>
                                      </p:to>
                                    </p:set>
                                    <p:animEffect transition="in" filter="wedge">
                                      <p:cBhvr>
                                        <p:cTn id="244" dur="500"/>
                                        <p:tgtEl>
                                          <p:spTgt spid="27653"/>
                                        </p:tgtEl>
                                      </p:cBhvr>
                                    </p:animEffect>
                                  </p:childTnLst>
                                </p:cTn>
                              </p:par>
                            </p:childTnLst>
                          </p:cTn>
                        </p:par>
                        <p:par>
                          <p:cTn id="245" fill="hold">
                            <p:stCondLst>
                              <p:cond delay="1000"/>
                            </p:stCondLst>
                            <p:childTnLst>
                              <p:par>
                                <p:cTn id="246" presetID="20" presetClass="entr" presetSubtype="0" fill="hold" grpId="0" nodeType="afterEffect">
                                  <p:stCondLst>
                                    <p:cond delay="0"/>
                                  </p:stCondLst>
                                  <p:childTnLst>
                                    <p:set>
                                      <p:cBhvr>
                                        <p:cTn id="247" dur="1" fill="hold">
                                          <p:stCondLst>
                                            <p:cond delay="0"/>
                                          </p:stCondLst>
                                        </p:cTn>
                                        <p:tgtEl>
                                          <p:spTgt spid="27654"/>
                                        </p:tgtEl>
                                        <p:attrNameLst>
                                          <p:attrName>style.visibility</p:attrName>
                                        </p:attrNameLst>
                                      </p:cBhvr>
                                      <p:to>
                                        <p:strVal val="visible"/>
                                      </p:to>
                                    </p:set>
                                    <p:animEffect transition="in" filter="wedge">
                                      <p:cBhvr>
                                        <p:cTn id="248" dur="500"/>
                                        <p:tgtEl>
                                          <p:spTgt spid="27654"/>
                                        </p:tgtEl>
                                      </p:cBhvr>
                                    </p:animEffect>
                                  </p:childTnLst>
                                </p:cTn>
                              </p:par>
                            </p:childTnLst>
                          </p:cTn>
                        </p:par>
                        <p:par>
                          <p:cTn id="249" fill="hold">
                            <p:stCondLst>
                              <p:cond delay="1500"/>
                            </p:stCondLst>
                            <p:childTnLst>
                              <p:par>
                                <p:cTn id="250" presetID="20" presetClass="entr" presetSubtype="0" fill="hold" grpId="0" nodeType="afterEffect">
                                  <p:stCondLst>
                                    <p:cond delay="0"/>
                                  </p:stCondLst>
                                  <p:childTnLst>
                                    <p:set>
                                      <p:cBhvr>
                                        <p:cTn id="251" dur="1" fill="hold">
                                          <p:stCondLst>
                                            <p:cond delay="0"/>
                                          </p:stCondLst>
                                        </p:cTn>
                                        <p:tgtEl>
                                          <p:spTgt spid="27655"/>
                                        </p:tgtEl>
                                        <p:attrNameLst>
                                          <p:attrName>style.visibility</p:attrName>
                                        </p:attrNameLst>
                                      </p:cBhvr>
                                      <p:to>
                                        <p:strVal val="visible"/>
                                      </p:to>
                                    </p:set>
                                    <p:animEffect transition="in" filter="wedge">
                                      <p:cBhvr>
                                        <p:cTn id="252" dur="500"/>
                                        <p:tgtEl>
                                          <p:spTgt spid="27655"/>
                                        </p:tgtEl>
                                      </p:cBhvr>
                                    </p:animEffect>
                                  </p:childTnLst>
                                </p:cTn>
                              </p:par>
                            </p:childTnLst>
                          </p:cTn>
                        </p:par>
                        <p:par>
                          <p:cTn id="253" fill="hold">
                            <p:stCondLst>
                              <p:cond delay="2000"/>
                            </p:stCondLst>
                            <p:childTnLst>
                              <p:par>
                                <p:cTn id="254" presetID="20" presetClass="entr" presetSubtype="0" fill="hold" grpId="0" nodeType="afterEffect">
                                  <p:stCondLst>
                                    <p:cond delay="0"/>
                                  </p:stCondLst>
                                  <p:childTnLst>
                                    <p:set>
                                      <p:cBhvr>
                                        <p:cTn id="255" dur="1" fill="hold">
                                          <p:stCondLst>
                                            <p:cond delay="0"/>
                                          </p:stCondLst>
                                        </p:cTn>
                                        <p:tgtEl>
                                          <p:spTgt spid="27656"/>
                                        </p:tgtEl>
                                        <p:attrNameLst>
                                          <p:attrName>style.visibility</p:attrName>
                                        </p:attrNameLst>
                                      </p:cBhvr>
                                      <p:to>
                                        <p:strVal val="visible"/>
                                      </p:to>
                                    </p:set>
                                    <p:animEffect transition="in" filter="wedge">
                                      <p:cBhvr>
                                        <p:cTn id="256" dur="500"/>
                                        <p:tgtEl>
                                          <p:spTgt spid="27656"/>
                                        </p:tgtEl>
                                      </p:cBhvr>
                                    </p:animEffect>
                                  </p:childTnLst>
                                </p:cTn>
                              </p:par>
                            </p:childTnLst>
                          </p:cTn>
                        </p:par>
                        <p:par>
                          <p:cTn id="257" fill="hold">
                            <p:stCondLst>
                              <p:cond delay="2500"/>
                            </p:stCondLst>
                            <p:childTnLst>
                              <p:par>
                                <p:cTn id="258" presetID="20" presetClass="entr" presetSubtype="0" fill="hold" grpId="0" nodeType="afterEffect">
                                  <p:stCondLst>
                                    <p:cond delay="0"/>
                                  </p:stCondLst>
                                  <p:childTnLst>
                                    <p:set>
                                      <p:cBhvr>
                                        <p:cTn id="259" dur="1" fill="hold">
                                          <p:stCondLst>
                                            <p:cond delay="0"/>
                                          </p:stCondLst>
                                        </p:cTn>
                                        <p:tgtEl>
                                          <p:spTgt spid="27651"/>
                                        </p:tgtEl>
                                        <p:attrNameLst>
                                          <p:attrName>style.visibility</p:attrName>
                                        </p:attrNameLst>
                                      </p:cBhvr>
                                      <p:to>
                                        <p:strVal val="visible"/>
                                      </p:to>
                                    </p:set>
                                    <p:animEffect transition="in" filter="wedge">
                                      <p:cBhvr>
                                        <p:cTn id="260" dur="500"/>
                                        <p:tgtEl>
                                          <p:spTgt spid="27651"/>
                                        </p:tgtEl>
                                      </p:cBhvr>
                                    </p:animEffect>
                                  </p:childTnLst>
                                </p:cTn>
                              </p:par>
                              <p:par>
                                <p:cTn id="261" presetID="10" presetClass="entr" presetSubtype="0" fill="hold" nodeType="withEffect">
                                  <p:stCondLst>
                                    <p:cond delay="0"/>
                                  </p:stCondLst>
                                  <p:childTnLst>
                                    <p:set>
                                      <p:cBhvr>
                                        <p:cTn id="262" dur="1" fill="hold">
                                          <p:stCondLst>
                                            <p:cond delay="0"/>
                                          </p:stCondLst>
                                        </p:cTn>
                                        <p:tgtEl>
                                          <p:spTgt spid="27711"/>
                                        </p:tgtEl>
                                        <p:attrNameLst>
                                          <p:attrName>style.visibility</p:attrName>
                                        </p:attrNameLst>
                                      </p:cBhvr>
                                      <p:to>
                                        <p:strVal val="visible"/>
                                      </p:to>
                                    </p:set>
                                    <p:animEffect transition="in" filter="fade">
                                      <p:cBhvr>
                                        <p:cTn id="263" dur="500"/>
                                        <p:tgtEl>
                                          <p:spTgt spid="27711"/>
                                        </p:tgtEl>
                                      </p:cBhvr>
                                    </p:animEffect>
                                  </p:childTnLst>
                                </p:cTn>
                              </p:par>
                              <p:par>
                                <p:cTn id="264" presetID="10" presetClass="entr" presetSubtype="0" fill="hold" nodeType="withEffect">
                                  <p:stCondLst>
                                    <p:cond delay="0"/>
                                  </p:stCondLst>
                                  <p:childTnLst>
                                    <p:set>
                                      <p:cBhvr>
                                        <p:cTn id="265" dur="1" fill="hold">
                                          <p:stCondLst>
                                            <p:cond delay="0"/>
                                          </p:stCondLst>
                                        </p:cTn>
                                        <p:tgtEl>
                                          <p:spTgt spid="27712"/>
                                        </p:tgtEl>
                                        <p:attrNameLst>
                                          <p:attrName>style.visibility</p:attrName>
                                        </p:attrNameLst>
                                      </p:cBhvr>
                                      <p:to>
                                        <p:strVal val="visible"/>
                                      </p:to>
                                    </p:set>
                                    <p:animEffect transition="in" filter="fade">
                                      <p:cBhvr>
                                        <p:cTn id="266" dur="500"/>
                                        <p:tgtEl>
                                          <p:spTgt spid="27712"/>
                                        </p:tgtEl>
                                      </p:cBhvr>
                                    </p:animEffect>
                                  </p:childTnLst>
                                </p:cTn>
                              </p:par>
                              <p:par>
                                <p:cTn id="267" presetID="10" presetClass="entr" presetSubtype="0" fill="hold" nodeType="withEffect">
                                  <p:stCondLst>
                                    <p:cond delay="0"/>
                                  </p:stCondLst>
                                  <p:childTnLst>
                                    <p:set>
                                      <p:cBhvr>
                                        <p:cTn id="268" dur="1" fill="hold">
                                          <p:stCondLst>
                                            <p:cond delay="0"/>
                                          </p:stCondLst>
                                        </p:cTn>
                                        <p:tgtEl>
                                          <p:spTgt spid="27713"/>
                                        </p:tgtEl>
                                        <p:attrNameLst>
                                          <p:attrName>style.visibility</p:attrName>
                                        </p:attrNameLst>
                                      </p:cBhvr>
                                      <p:to>
                                        <p:strVal val="visible"/>
                                      </p:to>
                                    </p:set>
                                    <p:animEffect transition="in" filter="fade">
                                      <p:cBhvr>
                                        <p:cTn id="269" dur="500"/>
                                        <p:tgtEl>
                                          <p:spTgt spid="27713"/>
                                        </p:tgtEl>
                                      </p:cBhvr>
                                    </p:animEffect>
                                  </p:childTnLst>
                                </p:cTn>
                              </p:par>
                              <p:par>
                                <p:cTn id="270" presetID="10" presetClass="entr" presetSubtype="0" fill="hold" nodeType="withEffect">
                                  <p:stCondLst>
                                    <p:cond delay="0"/>
                                  </p:stCondLst>
                                  <p:childTnLst>
                                    <p:set>
                                      <p:cBhvr>
                                        <p:cTn id="271" dur="1" fill="hold">
                                          <p:stCondLst>
                                            <p:cond delay="0"/>
                                          </p:stCondLst>
                                        </p:cTn>
                                        <p:tgtEl>
                                          <p:spTgt spid="27714"/>
                                        </p:tgtEl>
                                        <p:attrNameLst>
                                          <p:attrName>style.visibility</p:attrName>
                                        </p:attrNameLst>
                                      </p:cBhvr>
                                      <p:to>
                                        <p:strVal val="visible"/>
                                      </p:to>
                                    </p:set>
                                    <p:animEffect transition="in" filter="fade">
                                      <p:cBhvr>
                                        <p:cTn id="272" dur="500"/>
                                        <p:tgtEl>
                                          <p:spTgt spid="27714"/>
                                        </p:tgtEl>
                                      </p:cBhvr>
                                    </p:animEffect>
                                  </p:childTnLst>
                                </p:cTn>
                              </p:par>
                              <p:par>
                                <p:cTn id="273" presetID="10" presetClass="entr" presetSubtype="0" fill="hold" nodeType="withEffect">
                                  <p:stCondLst>
                                    <p:cond delay="0"/>
                                  </p:stCondLst>
                                  <p:childTnLst>
                                    <p:set>
                                      <p:cBhvr>
                                        <p:cTn id="274" dur="1" fill="hold">
                                          <p:stCondLst>
                                            <p:cond delay="0"/>
                                          </p:stCondLst>
                                        </p:cTn>
                                        <p:tgtEl>
                                          <p:spTgt spid="27715"/>
                                        </p:tgtEl>
                                        <p:attrNameLst>
                                          <p:attrName>style.visibility</p:attrName>
                                        </p:attrNameLst>
                                      </p:cBhvr>
                                      <p:to>
                                        <p:strVal val="visible"/>
                                      </p:to>
                                    </p:set>
                                    <p:animEffect transition="in" filter="fade">
                                      <p:cBhvr>
                                        <p:cTn id="275" dur="500"/>
                                        <p:tgtEl>
                                          <p:spTgt spid="27715"/>
                                        </p:tgtEl>
                                      </p:cBhvr>
                                    </p:animEffect>
                                  </p:childTnLst>
                                </p:cTn>
                              </p:par>
                            </p:childTnLst>
                          </p:cTn>
                        </p:par>
                        <p:par>
                          <p:cTn id="276" fill="hold">
                            <p:stCondLst>
                              <p:cond delay="3000"/>
                            </p:stCondLst>
                            <p:childTnLst>
                              <p:par>
                                <p:cTn id="277" presetID="22" presetClass="entr" presetSubtype="8" fill="hold" nodeType="afterEffect">
                                  <p:stCondLst>
                                    <p:cond delay="0"/>
                                  </p:stCondLst>
                                  <p:childTnLst>
                                    <p:set>
                                      <p:cBhvr>
                                        <p:cTn id="278" dur="1" fill="hold">
                                          <p:stCondLst>
                                            <p:cond delay="0"/>
                                          </p:stCondLst>
                                        </p:cTn>
                                        <p:tgtEl>
                                          <p:spTgt spid="27719"/>
                                        </p:tgtEl>
                                        <p:attrNameLst>
                                          <p:attrName>style.visibility</p:attrName>
                                        </p:attrNameLst>
                                      </p:cBhvr>
                                      <p:to>
                                        <p:strVal val="visible"/>
                                      </p:to>
                                    </p:set>
                                    <p:animEffect transition="in" filter="wipe(left)">
                                      <p:cBhvr>
                                        <p:cTn id="279" dur="500"/>
                                        <p:tgtEl>
                                          <p:spTgt spid="27719"/>
                                        </p:tgtEl>
                                      </p:cBhvr>
                                    </p:animEffect>
                                  </p:childTnLst>
                                </p:cTn>
                              </p:par>
                              <p:par>
                                <p:cTn id="280" presetID="22" presetClass="entr" presetSubtype="8" fill="hold" nodeType="withEffect">
                                  <p:stCondLst>
                                    <p:cond delay="0"/>
                                  </p:stCondLst>
                                  <p:childTnLst>
                                    <p:set>
                                      <p:cBhvr>
                                        <p:cTn id="281" dur="1" fill="hold">
                                          <p:stCondLst>
                                            <p:cond delay="0"/>
                                          </p:stCondLst>
                                        </p:cTn>
                                        <p:tgtEl>
                                          <p:spTgt spid="27716"/>
                                        </p:tgtEl>
                                        <p:attrNameLst>
                                          <p:attrName>style.visibility</p:attrName>
                                        </p:attrNameLst>
                                      </p:cBhvr>
                                      <p:to>
                                        <p:strVal val="visible"/>
                                      </p:to>
                                    </p:set>
                                    <p:animEffect transition="in" filter="wipe(left)">
                                      <p:cBhvr>
                                        <p:cTn id="282" dur="500"/>
                                        <p:tgtEl>
                                          <p:spTgt spid="27716"/>
                                        </p:tgtEl>
                                      </p:cBhvr>
                                    </p:animEffect>
                                  </p:childTnLst>
                                </p:cTn>
                              </p:par>
                              <p:par>
                                <p:cTn id="283" presetID="22" presetClass="entr" presetSubtype="8" fill="hold" nodeType="withEffect">
                                  <p:stCondLst>
                                    <p:cond delay="0"/>
                                  </p:stCondLst>
                                  <p:childTnLst>
                                    <p:set>
                                      <p:cBhvr>
                                        <p:cTn id="284" dur="1" fill="hold">
                                          <p:stCondLst>
                                            <p:cond delay="0"/>
                                          </p:stCondLst>
                                        </p:cTn>
                                        <p:tgtEl>
                                          <p:spTgt spid="27723"/>
                                        </p:tgtEl>
                                        <p:attrNameLst>
                                          <p:attrName>style.visibility</p:attrName>
                                        </p:attrNameLst>
                                      </p:cBhvr>
                                      <p:to>
                                        <p:strVal val="visible"/>
                                      </p:to>
                                    </p:set>
                                    <p:animEffect transition="in" filter="wipe(left)">
                                      <p:cBhvr>
                                        <p:cTn id="285" dur="500"/>
                                        <p:tgtEl>
                                          <p:spTgt spid="27723"/>
                                        </p:tgtEl>
                                      </p:cBhvr>
                                    </p:animEffect>
                                  </p:childTnLst>
                                </p:cTn>
                              </p:par>
                              <p:par>
                                <p:cTn id="286" presetID="22" presetClass="entr" presetSubtype="1" fill="hold" nodeType="withEffect">
                                  <p:stCondLst>
                                    <p:cond delay="0"/>
                                  </p:stCondLst>
                                  <p:childTnLst>
                                    <p:set>
                                      <p:cBhvr>
                                        <p:cTn id="287" dur="1" fill="hold">
                                          <p:stCondLst>
                                            <p:cond delay="0"/>
                                          </p:stCondLst>
                                        </p:cTn>
                                        <p:tgtEl>
                                          <p:spTgt spid="27726"/>
                                        </p:tgtEl>
                                        <p:attrNameLst>
                                          <p:attrName>style.visibility</p:attrName>
                                        </p:attrNameLst>
                                      </p:cBhvr>
                                      <p:to>
                                        <p:strVal val="visible"/>
                                      </p:to>
                                    </p:set>
                                    <p:animEffect transition="in" filter="wipe(up)">
                                      <p:cBhvr>
                                        <p:cTn id="288" dur="500"/>
                                        <p:tgtEl>
                                          <p:spTgt spid="27726"/>
                                        </p:tgtEl>
                                      </p:cBhvr>
                                    </p:animEffect>
                                  </p:childTnLst>
                                </p:cTn>
                              </p:par>
                              <p:par>
                                <p:cTn id="289" presetID="22" presetClass="entr" presetSubtype="4" fill="hold" nodeType="withEffect">
                                  <p:stCondLst>
                                    <p:cond delay="0"/>
                                  </p:stCondLst>
                                  <p:childTnLst>
                                    <p:set>
                                      <p:cBhvr>
                                        <p:cTn id="290" dur="1" fill="hold">
                                          <p:stCondLst>
                                            <p:cond delay="0"/>
                                          </p:stCondLst>
                                        </p:cTn>
                                        <p:tgtEl>
                                          <p:spTgt spid="27729"/>
                                        </p:tgtEl>
                                        <p:attrNameLst>
                                          <p:attrName>style.visibility</p:attrName>
                                        </p:attrNameLst>
                                      </p:cBhvr>
                                      <p:to>
                                        <p:strVal val="visible"/>
                                      </p:to>
                                    </p:set>
                                    <p:animEffect transition="in" filter="wipe(down)">
                                      <p:cBhvr>
                                        <p:cTn id="291" dur="500"/>
                                        <p:tgtEl>
                                          <p:spTgt spid="27729"/>
                                        </p:tgtEl>
                                      </p:cBhvr>
                                    </p:animEffect>
                                  </p:childTnLst>
                                </p:cTn>
                              </p:par>
                              <p:par>
                                <p:cTn id="292" presetID="22" presetClass="entr" presetSubtype="4" fill="hold" nodeType="withEffect">
                                  <p:stCondLst>
                                    <p:cond delay="0"/>
                                  </p:stCondLst>
                                  <p:childTnLst>
                                    <p:set>
                                      <p:cBhvr>
                                        <p:cTn id="293" dur="1" fill="hold">
                                          <p:stCondLst>
                                            <p:cond delay="0"/>
                                          </p:stCondLst>
                                        </p:cTn>
                                        <p:tgtEl>
                                          <p:spTgt spid="27733"/>
                                        </p:tgtEl>
                                        <p:attrNameLst>
                                          <p:attrName>style.visibility</p:attrName>
                                        </p:attrNameLst>
                                      </p:cBhvr>
                                      <p:to>
                                        <p:strVal val="visible"/>
                                      </p:to>
                                    </p:set>
                                    <p:animEffect transition="in" filter="wipe(down)">
                                      <p:cBhvr>
                                        <p:cTn id="294" dur="500"/>
                                        <p:tgtEl>
                                          <p:spTgt spid="27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nimBg="1"/>
      <p:bldP spid="27652" grpId="0" animBg="1"/>
      <p:bldP spid="27652" grpId="1" animBg="1"/>
      <p:bldP spid="27653" grpId="0" animBg="1"/>
      <p:bldP spid="27654" grpId="0" animBg="1"/>
      <p:bldP spid="27655" grpId="0" animBg="1"/>
      <p:bldP spid="27656" grpId="0" animBg="1"/>
      <p:bldP spid="27657" grpId="0" animBg="1"/>
      <p:bldP spid="27663" grpId="0" bldLvl="0" animBg="1"/>
      <p:bldP spid="27671" grpId="0" animBg="1"/>
      <p:bldP spid="27672" grpId="0"/>
      <p:bldP spid="27673" grpId="0"/>
      <p:bldP spid="27676" grpId="0"/>
      <p:bldP spid="27684" grpId="0"/>
      <p:bldP spid="27685" grpId="0"/>
      <p:bldP spid="27685" grpId="1"/>
      <p:bldP spid="27686" grpId="0"/>
      <p:bldP spid="27686" grpId="1"/>
      <p:bldP spid="27703" grpId="0" animBg="1"/>
      <p:bldP spid="27704" grpId="0" animBg="1"/>
      <p:bldP spid="27705" grpId="0" animBg="1"/>
      <p:bldP spid="27706" grpId="0" animBg="1"/>
      <p:bldP spid="27707" grpId="0" animBg="1"/>
      <p:bldP spid="2770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矩形 28673"/>
          <p:cNvSpPr/>
          <p:nvPr/>
        </p:nvSpPr>
        <p:spPr>
          <a:xfrm>
            <a:off x="179388" y="477838"/>
            <a:ext cx="7743825" cy="639762"/>
          </a:xfrm>
          <a:prstGeom prst="rect">
            <a:avLst/>
          </a:prstGeom>
          <a:noFill/>
          <a:ln w="9525">
            <a:noFill/>
          </a:ln>
        </p:spPr>
        <p:txBody>
          <a:bodyPr wrap="none" anchor="t">
            <a:spAutoFit/>
          </a:bodyPr>
          <a:p>
            <a:pPr eaLnBrk="0" hangingPunct="0"/>
            <a:r>
              <a:rPr lang="zh-CN" altLang="en-US" sz="3600" b="1" dirty="0">
                <a:solidFill>
                  <a:schemeClr val="bg1"/>
                </a:solidFill>
                <a:latin typeface="Arial" panose="020B0604020202020204" pitchFamily="34" charset="0"/>
                <a:ea typeface="楷体_GB2312" pitchFamily="1" charset="-122"/>
              </a:rPr>
              <a:t>粒子群</a:t>
            </a:r>
            <a:r>
              <a:rPr lang="zh-CN" altLang="en-US" sz="3600" b="1" dirty="0">
                <a:solidFill>
                  <a:schemeClr val="bg1"/>
                </a:solidFill>
                <a:latin typeface="Times New Roman" panose="02020603050405020304" pitchFamily="2" charset="0"/>
                <a:ea typeface="楷体_GB2312" pitchFamily="1" charset="-122"/>
              </a:rPr>
              <a:t>算法的</a:t>
            </a:r>
            <a:r>
              <a:rPr lang="zh-CN" altLang="en-US" sz="3600" b="1" dirty="0">
                <a:solidFill>
                  <a:schemeClr val="bg1"/>
                </a:solidFill>
                <a:latin typeface="Arial" panose="020B0604020202020204" pitchFamily="34" charset="0"/>
                <a:ea typeface="楷体_GB2312" pitchFamily="1" charset="-122"/>
              </a:rPr>
              <a:t>构成要素</a:t>
            </a:r>
            <a:r>
              <a:rPr lang="zh-CN" altLang="en-US" sz="3600" b="1" dirty="0">
                <a:solidFill>
                  <a:srgbClr val="FFFF00"/>
                </a:solidFill>
                <a:latin typeface="Arial" panose="020B0604020202020204" pitchFamily="34" charset="0"/>
                <a:ea typeface="楷体_GB2312" pitchFamily="1" charset="-122"/>
              </a:rPr>
              <a:t> </a:t>
            </a:r>
            <a:r>
              <a:rPr lang="zh-CN" altLang="en-US" sz="3200" b="1" dirty="0">
                <a:solidFill>
                  <a:schemeClr val="bg1"/>
                </a:solidFill>
                <a:latin typeface="Adobe 楷体 Std R" charset="-122"/>
                <a:ea typeface="Adobe 楷体 Std R" charset="-122"/>
              </a:rPr>
              <a:t> -</a:t>
            </a:r>
            <a:r>
              <a:rPr lang="zh-CN" altLang="en-US" sz="3200" b="1" dirty="0">
                <a:solidFill>
                  <a:srgbClr val="FFFF00"/>
                </a:solidFill>
                <a:latin typeface="Adobe 楷体 Std R" charset="-122"/>
                <a:ea typeface="Adobe 楷体 Std R" charset="-122"/>
              </a:rPr>
              <a:t>群体大小 </a:t>
            </a:r>
            <a:r>
              <a:rPr lang="zh-CN" altLang="en-US" sz="3200" b="1" i="1" dirty="0">
                <a:solidFill>
                  <a:srgbClr val="FFFF00"/>
                </a:solidFill>
                <a:latin typeface="Adobe 楷体 Std R" charset="-122"/>
                <a:ea typeface="Adobe 楷体 Std R" charset="-122"/>
              </a:rPr>
              <a:t>m</a:t>
            </a:r>
            <a:r>
              <a:rPr lang="zh-CN" altLang="en-US" sz="3200" dirty="0">
                <a:solidFill>
                  <a:srgbClr val="FFFF00"/>
                </a:solidFill>
                <a:latin typeface="Adobe 楷体 Std R" charset="-122"/>
                <a:ea typeface="Adobe 楷体 Std R" charset="-122"/>
              </a:rPr>
              <a:t> </a:t>
            </a:r>
            <a:r>
              <a:rPr lang="zh-CN" altLang="en-US" sz="3200" b="1" dirty="0">
                <a:latin typeface="Adobe 楷体 Std R" charset="-122"/>
                <a:ea typeface="Adobe 楷体 Std R" charset="-122"/>
              </a:rPr>
              <a:t> </a:t>
            </a:r>
            <a:r>
              <a:rPr lang="zh-CN" altLang="en-US" sz="3200" b="1" dirty="0">
                <a:solidFill>
                  <a:schemeClr val="bg1"/>
                </a:solidFill>
                <a:latin typeface="Adobe 楷体 Std R" charset="-122"/>
                <a:ea typeface="Adobe 楷体 Std R" charset="-122"/>
              </a:rPr>
              <a:t>  </a:t>
            </a:r>
            <a:r>
              <a:rPr lang="zh-CN" altLang="en-US" sz="2800" b="1" dirty="0">
                <a:solidFill>
                  <a:srgbClr val="FFFF00"/>
                </a:solidFill>
                <a:latin typeface="Times New Roman" panose="02020603050405020304" pitchFamily="2" charset="0"/>
                <a:ea typeface="楷体_GB2312" pitchFamily="1" charset="-122"/>
              </a:rPr>
              <a:t> </a:t>
            </a:r>
            <a:endParaRPr lang="zh-CN" altLang="en-US" sz="2800" b="1" dirty="0">
              <a:solidFill>
                <a:srgbClr val="FFFF00"/>
              </a:solidFill>
              <a:latin typeface="Times New Roman" panose="02020603050405020304" pitchFamily="2" charset="0"/>
              <a:ea typeface="楷体_GB2312" pitchFamily="1" charset="-122"/>
            </a:endParaRPr>
          </a:p>
        </p:txBody>
      </p:sp>
      <p:sp>
        <p:nvSpPr>
          <p:cNvPr id="28675" name="矩形 28674"/>
          <p:cNvSpPr/>
          <p:nvPr/>
        </p:nvSpPr>
        <p:spPr>
          <a:xfrm>
            <a:off x="393700" y="1938338"/>
            <a:ext cx="3851275" cy="519112"/>
          </a:xfrm>
          <a:prstGeom prst="rect">
            <a:avLst/>
          </a:prstGeom>
          <a:noFill/>
          <a:ln w="9525">
            <a:noFill/>
          </a:ln>
        </p:spPr>
        <p:txBody>
          <a:bodyPr wrap="none" anchor="ctr">
            <a:spAutoFit/>
          </a:bodyPr>
          <a:p>
            <a:pPr eaLnBrk="0" hangingPunct="0"/>
            <a:r>
              <a:rPr lang="en-US" altLang="zh-CN" sz="2800" b="1" i="1">
                <a:latin typeface="Times New Roman" panose="02020603050405020304" pitchFamily="2" charset="0"/>
                <a:ea typeface="楷体_GB2312" pitchFamily="1" charset="-122"/>
              </a:rPr>
              <a:t>m </a:t>
            </a:r>
            <a:r>
              <a:rPr lang="zh-CN" altLang="en-US" sz="2800" b="1">
                <a:latin typeface="Times New Roman" panose="02020603050405020304" pitchFamily="2" charset="0"/>
                <a:ea typeface="楷体_GB2312" pitchFamily="1" charset="-122"/>
              </a:rPr>
              <a:t>是一个整型参数．</a:t>
            </a:r>
            <a:r>
              <a:rPr lang="zh-CN" altLang="en-US" sz="2800">
                <a:latin typeface="Times New Roman" panose="02020603050405020304" pitchFamily="2" charset="0"/>
                <a:ea typeface="楷体_GB2312" pitchFamily="1" charset="-122"/>
              </a:rPr>
              <a:t> </a:t>
            </a:r>
            <a:r>
              <a:rPr lang="zh-CN" altLang="en-US" sz="2800" b="1">
                <a:latin typeface="Times New Roman" panose="02020603050405020304" pitchFamily="2" charset="0"/>
                <a:ea typeface="楷体_GB2312" pitchFamily="1" charset="-122"/>
              </a:rPr>
              <a:t>  </a:t>
            </a:r>
            <a:r>
              <a:rPr lang="zh-CN" altLang="en-US" sz="2800" b="1">
                <a:solidFill>
                  <a:schemeClr val="bg1"/>
                </a:solidFill>
                <a:latin typeface="Times New Roman" panose="02020603050405020304" pitchFamily="2" charset="0"/>
                <a:ea typeface="楷体_GB2312" pitchFamily="1" charset="-122"/>
              </a:rPr>
              <a:t>  </a:t>
            </a:r>
            <a:endParaRPr lang="zh-CN" altLang="en-US" sz="2800" b="1">
              <a:solidFill>
                <a:schemeClr val="bg1"/>
              </a:solidFill>
              <a:latin typeface="Times New Roman" panose="02020603050405020304" pitchFamily="2" charset="0"/>
              <a:ea typeface="楷体_GB2312" pitchFamily="1" charset="-122"/>
            </a:endParaRPr>
          </a:p>
        </p:txBody>
      </p:sp>
      <p:sp>
        <p:nvSpPr>
          <p:cNvPr id="28676" name="矩形 28675"/>
          <p:cNvSpPr/>
          <p:nvPr/>
        </p:nvSpPr>
        <p:spPr>
          <a:xfrm>
            <a:off x="385763" y="2663825"/>
            <a:ext cx="1649412" cy="519113"/>
          </a:xfrm>
          <a:prstGeom prst="rect">
            <a:avLst/>
          </a:prstGeom>
          <a:noFill/>
          <a:ln w="9525">
            <a:noFill/>
          </a:ln>
        </p:spPr>
        <p:txBody>
          <a:bodyPr wrap="none" anchor="ctr">
            <a:spAutoFit/>
          </a:bodyPr>
          <a:p>
            <a:pPr eaLnBrk="0" hangingPunct="0"/>
            <a:r>
              <a:rPr lang="en-US" altLang="zh-CN" sz="2800" b="1" i="1">
                <a:latin typeface="Times New Roman" panose="02020603050405020304" pitchFamily="2" charset="0"/>
                <a:ea typeface="楷体_GB2312" pitchFamily="1" charset="-122"/>
              </a:rPr>
              <a:t>m</a:t>
            </a:r>
            <a:r>
              <a:rPr lang="en-US" altLang="zh-CN" sz="2800" b="1">
                <a:latin typeface="Times New Roman" panose="02020603050405020304" pitchFamily="2" charset="0"/>
                <a:ea typeface="楷体_GB2312" pitchFamily="1" charset="-122"/>
              </a:rPr>
              <a:t> </a:t>
            </a:r>
            <a:r>
              <a:rPr lang="zh-CN" altLang="en-US" sz="2800" b="1">
                <a:latin typeface="Times New Roman" panose="02020603050405020304" pitchFamily="2" charset="0"/>
                <a:ea typeface="楷体_GB2312" pitchFamily="1" charset="-122"/>
              </a:rPr>
              <a:t>很小</a:t>
            </a:r>
            <a:r>
              <a:rPr lang="en-US" altLang="zh-CN" sz="2800" b="1">
                <a:latin typeface="Times New Roman" panose="02020603050405020304" pitchFamily="2" charset="0"/>
                <a:ea typeface="楷体_GB2312" pitchFamily="1" charset="-122"/>
              </a:rPr>
              <a:t>:  </a:t>
            </a:r>
            <a:r>
              <a:rPr lang="en-US" altLang="zh-CN" sz="2800" b="1">
                <a:solidFill>
                  <a:schemeClr val="bg1"/>
                </a:solidFill>
                <a:latin typeface="Times New Roman" panose="02020603050405020304" pitchFamily="2" charset="0"/>
                <a:ea typeface="楷体_GB2312" pitchFamily="1" charset="-122"/>
              </a:rPr>
              <a:t> </a:t>
            </a:r>
            <a:endParaRPr lang="en-US" altLang="zh-CN" sz="2800" b="1">
              <a:solidFill>
                <a:schemeClr val="bg1"/>
              </a:solidFill>
              <a:latin typeface="Times New Roman" panose="02020603050405020304" pitchFamily="2" charset="0"/>
              <a:ea typeface="楷体_GB2312" pitchFamily="1" charset="-122"/>
            </a:endParaRPr>
          </a:p>
        </p:txBody>
      </p:sp>
      <p:sp>
        <p:nvSpPr>
          <p:cNvPr id="28677" name="矩形 28676"/>
          <p:cNvSpPr/>
          <p:nvPr/>
        </p:nvSpPr>
        <p:spPr>
          <a:xfrm>
            <a:off x="439738" y="3854450"/>
            <a:ext cx="1827212" cy="519113"/>
          </a:xfrm>
          <a:prstGeom prst="rect">
            <a:avLst/>
          </a:prstGeom>
          <a:noFill/>
          <a:ln w="9525">
            <a:noFill/>
          </a:ln>
        </p:spPr>
        <p:txBody>
          <a:bodyPr wrap="none" anchor="ctr">
            <a:spAutoFit/>
          </a:bodyPr>
          <a:p>
            <a:pPr eaLnBrk="0" hangingPunct="0"/>
            <a:r>
              <a:rPr lang="en-US" altLang="zh-CN" sz="2800" b="1" i="1">
                <a:latin typeface="Times New Roman" panose="02020603050405020304" pitchFamily="2" charset="0"/>
                <a:ea typeface="楷体_GB2312" pitchFamily="1" charset="-122"/>
              </a:rPr>
              <a:t>m </a:t>
            </a:r>
            <a:r>
              <a:rPr lang="zh-CN" altLang="en-US" sz="2800" b="1">
                <a:latin typeface="Times New Roman" panose="02020603050405020304" pitchFamily="2" charset="0"/>
                <a:ea typeface="楷体_GB2312" pitchFamily="1" charset="-122"/>
              </a:rPr>
              <a:t>很大</a:t>
            </a:r>
            <a:r>
              <a:rPr lang="en-US" altLang="zh-CN" sz="2800" b="1">
                <a:latin typeface="Times New Roman" panose="02020603050405020304" pitchFamily="2" charset="0"/>
                <a:ea typeface="楷体_GB2312" pitchFamily="1" charset="-122"/>
              </a:rPr>
              <a:t>:   </a:t>
            </a:r>
            <a:r>
              <a:rPr lang="en-US" altLang="zh-CN" sz="2800" b="1">
                <a:solidFill>
                  <a:schemeClr val="bg1"/>
                </a:solidFill>
                <a:latin typeface="Times New Roman" panose="02020603050405020304" pitchFamily="2" charset="0"/>
                <a:ea typeface="楷体_GB2312" pitchFamily="1" charset="-122"/>
              </a:rPr>
              <a:t>  </a:t>
            </a:r>
            <a:endParaRPr lang="en-US" altLang="zh-CN" sz="2800" b="1">
              <a:solidFill>
                <a:schemeClr val="bg1"/>
              </a:solidFill>
              <a:latin typeface="Times New Roman" panose="02020603050405020304" pitchFamily="2" charset="0"/>
              <a:ea typeface="楷体_GB2312" pitchFamily="1" charset="-122"/>
            </a:endParaRPr>
          </a:p>
        </p:txBody>
      </p:sp>
      <p:sp>
        <p:nvSpPr>
          <p:cNvPr id="28678" name="矩形 28677"/>
          <p:cNvSpPr/>
          <p:nvPr/>
        </p:nvSpPr>
        <p:spPr>
          <a:xfrm>
            <a:off x="836613" y="5049838"/>
            <a:ext cx="8435975" cy="519112"/>
          </a:xfrm>
          <a:prstGeom prst="rect">
            <a:avLst/>
          </a:prstGeom>
          <a:noFill/>
          <a:ln w="9525">
            <a:noFill/>
          </a:ln>
        </p:spPr>
        <p:txBody>
          <a:bodyPr wrap="none" anchor="ctr">
            <a:spAutoFit/>
          </a:bodyPr>
          <a:p>
            <a:pPr eaLnBrk="0" hangingPunct="0"/>
            <a:r>
              <a:rPr lang="zh-CN" altLang="en-US" sz="2800" b="1">
                <a:latin typeface="Times New Roman" panose="02020603050405020304" pitchFamily="2" charset="0"/>
                <a:ea typeface="楷体_GB2312" pitchFamily="1" charset="-122"/>
              </a:rPr>
              <a:t>当群体数目增长至一定水平时，再增长将</a:t>
            </a:r>
            <a:r>
              <a:rPr lang="zh-CN" altLang="en-US" sz="2800" b="1">
                <a:latin typeface="Arial" panose="020B0604020202020204" pitchFamily="34" charset="0"/>
                <a:ea typeface="楷体_GB2312" pitchFamily="1" charset="-122"/>
              </a:rPr>
              <a:t>不再有显</a:t>
            </a:r>
            <a:r>
              <a:rPr lang="zh-CN" altLang="en-US" sz="2800">
                <a:latin typeface="Arial" panose="020B0604020202020204" pitchFamily="34" charset="0"/>
                <a:ea typeface="楷体_GB2312" pitchFamily="1" charset="-122"/>
              </a:rPr>
              <a:t>    </a:t>
            </a:r>
            <a:endParaRPr lang="zh-CN" altLang="en-US" sz="2800">
              <a:latin typeface="Arial" panose="020B0604020202020204" pitchFamily="34" charset="0"/>
              <a:ea typeface="楷体_GB2312" pitchFamily="1" charset="-122"/>
            </a:endParaRPr>
          </a:p>
        </p:txBody>
      </p:sp>
      <p:sp>
        <p:nvSpPr>
          <p:cNvPr id="28679" name="矩形 28678"/>
          <p:cNvSpPr/>
          <p:nvPr/>
        </p:nvSpPr>
        <p:spPr>
          <a:xfrm>
            <a:off x="4481513" y="4452938"/>
            <a:ext cx="2684462" cy="519112"/>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但收敛速度慢．</a:t>
            </a:r>
            <a:endParaRPr lang="zh-CN" altLang="en-US" sz="2800" b="1">
              <a:solidFill>
                <a:schemeClr val="bg1"/>
              </a:solidFill>
              <a:latin typeface="Arial" panose="020B0604020202020204" pitchFamily="34" charset="0"/>
              <a:ea typeface="楷体_GB2312" pitchFamily="1" charset="-122"/>
            </a:endParaRPr>
          </a:p>
        </p:txBody>
      </p:sp>
      <p:sp>
        <p:nvSpPr>
          <p:cNvPr id="28680" name="矩形 28679"/>
          <p:cNvSpPr/>
          <p:nvPr/>
        </p:nvSpPr>
        <p:spPr>
          <a:xfrm>
            <a:off x="80963" y="5634038"/>
            <a:ext cx="1970087"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著的作用．</a:t>
            </a:r>
            <a:endParaRPr lang="zh-CN" altLang="en-US" sz="2800" b="1">
              <a:latin typeface="Arial" panose="020B0604020202020204" pitchFamily="34" charset="0"/>
              <a:ea typeface="楷体_GB2312" pitchFamily="1" charset="-122"/>
            </a:endParaRPr>
          </a:p>
        </p:txBody>
      </p:sp>
      <p:sp>
        <p:nvSpPr>
          <p:cNvPr id="28681" name="矩形 28680"/>
          <p:cNvSpPr/>
          <p:nvPr/>
        </p:nvSpPr>
        <p:spPr>
          <a:xfrm>
            <a:off x="1422400" y="3159125"/>
            <a:ext cx="4113213" cy="519113"/>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陷入局优的可能性很大．</a:t>
            </a:r>
            <a:endParaRPr lang="zh-CN" altLang="en-US" sz="2800" b="1">
              <a:latin typeface="Arial" panose="020B0604020202020204" pitchFamily="34" charset="0"/>
              <a:ea typeface="楷体_GB2312" pitchFamily="1" charset="-122"/>
            </a:endParaRPr>
          </a:p>
        </p:txBody>
      </p:sp>
      <p:sp>
        <p:nvSpPr>
          <p:cNvPr id="28682" name="矩形 28681"/>
          <p:cNvSpPr/>
          <p:nvPr/>
        </p:nvSpPr>
        <p:spPr>
          <a:xfrm>
            <a:off x="836613" y="4478338"/>
            <a:ext cx="3822700" cy="519112"/>
          </a:xfrm>
          <a:prstGeom prst="rect">
            <a:avLst/>
          </a:prstGeom>
          <a:noFill/>
          <a:ln w="9525">
            <a:noFill/>
          </a:ln>
        </p:spPr>
        <p:txBody>
          <a:bodyPr wrap="none" anchor="t">
            <a:spAutoFit/>
          </a:bodyPr>
          <a:p>
            <a:pPr eaLnBrk="0" hangingPunct="0"/>
            <a:r>
              <a:rPr lang="en-US" altLang="zh-CN" sz="2800" b="1">
                <a:latin typeface="Times New Roman" panose="02020603050405020304" pitchFamily="2" charset="0"/>
                <a:ea typeface="楷体_GB2312" pitchFamily="1" charset="-122"/>
              </a:rPr>
              <a:t> PSO</a:t>
            </a:r>
            <a:r>
              <a:rPr lang="zh-CN" altLang="en-US" sz="2800" b="1">
                <a:latin typeface="Times New Roman" panose="02020603050405020304" pitchFamily="2" charset="0"/>
                <a:ea typeface="楷体_GB2312" pitchFamily="1" charset="-122"/>
              </a:rPr>
              <a:t>的优化能力很好，</a:t>
            </a:r>
            <a:endParaRPr lang="zh-CN" altLang="en-US" sz="2800" b="1">
              <a:latin typeface="Times New Roman" panose="02020603050405020304" pitchFamily="2"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wipe(left)">
                                      <p:cBhvr>
                                        <p:cTn id="7" dur="500"/>
                                        <p:tgtEl>
                                          <p:spTgt spid="286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6"/>
                                        </p:tgtEl>
                                        <p:attrNameLst>
                                          <p:attrName>style.visibility</p:attrName>
                                        </p:attrNameLst>
                                      </p:cBhvr>
                                      <p:to>
                                        <p:strVal val="visible"/>
                                      </p:to>
                                    </p:set>
                                    <p:animEffect transition="in" filter="wipe(left)">
                                      <p:cBhvr>
                                        <p:cTn id="12" dur="500"/>
                                        <p:tgtEl>
                                          <p:spTgt spid="286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81"/>
                                        </p:tgtEl>
                                        <p:attrNameLst>
                                          <p:attrName>style.visibility</p:attrName>
                                        </p:attrNameLst>
                                      </p:cBhvr>
                                      <p:to>
                                        <p:strVal val="visible"/>
                                      </p:to>
                                    </p:set>
                                    <p:animEffect transition="in" filter="wipe(left)">
                                      <p:cBhvr>
                                        <p:cTn id="17" dur="500"/>
                                        <p:tgtEl>
                                          <p:spTgt spid="286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77"/>
                                        </p:tgtEl>
                                        <p:attrNameLst>
                                          <p:attrName>style.visibility</p:attrName>
                                        </p:attrNameLst>
                                      </p:cBhvr>
                                      <p:to>
                                        <p:strVal val="visible"/>
                                      </p:to>
                                    </p:set>
                                    <p:animEffect transition="in" filter="wipe(left)">
                                      <p:cBhvr>
                                        <p:cTn id="22" dur="500"/>
                                        <p:tgtEl>
                                          <p:spTgt spid="286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682"/>
                                        </p:tgtEl>
                                        <p:attrNameLst>
                                          <p:attrName>style.visibility</p:attrName>
                                        </p:attrNameLst>
                                      </p:cBhvr>
                                      <p:to>
                                        <p:strVal val="visible"/>
                                      </p:to>
                                    </p:set>
                                    <p:animEffect transition="in" filter="wipe(left)">
                                      <p:cBhvr>
                                        <p:cTn id="27" dur="500"/>
                                        <p:tgtEl>
                                          <p:spTgt spid="2868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679"/>
                                        </p:tgtEl>
                                        <p:attrNameLst>
                                          <p:attrName>style.visibility</p:attrName>
                                        </p:attrNameLst>
                                      </p:cBhvr>
                                      <p:to>
                                        <p:strVal val="visible"/>
                                      </p:to>
                                    </p:set>
                                    <p:animEffect transition="in" filter="wipe(left)">
                                      <p:cBhvr>
                                        <p:cTn id="32" dur="500"/>
                                        <p:tgtEl>
                                          <p:spTgt spid="2867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678"/>
                                        </p:tgtEl>
                                        <p:attrNameLst>
                                          <p:attrName>style.visibility</p:attrName>
                                        </p:attrNameLst>
                                      </p:cBhvr>
                                      <p:to>
                                        <p:strVal val="visible"/>
                                      </p:to>
                                    </p:set>
                                    <p:animEffect transition="in" filter="wipe(left)">
                                      <p:cBhvr>
                                        <p:cTn id="37" dur="500"/>
                                        <p:tgtEl>
                                          <p:spTgt spid="28678"/>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8680"/>
                                        </p:tgtEl>
                                        <p:attrNameLst>
                                          <p:attrName>style.visibility</p:attrName>
                                        </p:attrNameLst>
                                      </p:cBhvr>
                                      <p:to>
                                        <p:strVal val="visible"/>
                                      </p:to>
                                    </p:set>
                                    <p:animEffect transition="in" filter="wipe(left)">
                                      <p:cBhvr>
                                        <p:cTn id="41" dur="5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8676" grpId="0"/>
      <p:bldP spid="28677" grpId="0"/>
      <p:bldP spid="28678" grpId="0"/>
      <p:bldP spid="28679" grpId="0"/>
      <p:bldP spid="28680" grpId="0"/>
      <p:bldP spid="28681" grpId="0"/>
      <p:bldP spid="2868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圆角矩形标注 29697" descr="紫色网格"/>
          <p:cNvSpPr/>
          <p:nvPr/>
        </p:nvSpPr>
        <p:spPr>
          <a:xfrm>
            <a:off x="5613400" y="3763963"/>
            <a:ext cx="3600450" cy="2744787"/>
          </a:xfrm>
          <a:prstGeom prst="wedgeRoundRectCallout">
            <a:avLst>
              <a:gd name="adj1" fmla="val -75440"/>
              <a:gd name="adj2" fmla="val -45894"/>
              <a:gd name="adj3" fmla="val 16667"/>
            </a:avLst>
          </a:prstGeom>
          <a:blipFill rotWithShape="1">
            <a:blip r:embed="rId1"/>
          </a:blipFill>
          <a:ln w="38100" cap="flat" cmpd="sng">
            <a:solidFill>
              <a:srgbClr val="00FF00"/>
            </a:solidFill>
            <a:prstDash val="solid"/>
            <a:miter/>
            <a:headEnd type="none" w="med" len="med"/>
            <a:tailEnd type="none" w="med" len="med"/>
          </a:ln>
        </p:spPr>
        <p:txBody>
          <a:bodyPr/>
          <a:p>
            <a:pPr algn="ctr" eaLnBrk="0" hangingPunct="0"/>
            <a:endParaRPr sz="2800">
              <a:latin typeface="Arial" panose="020B0604020202020204" pitchFamily="34" charset="0"/>
              <a:ea typeface="楷体_GB2312" pitchFamily="1" charset="-122"/>
            </a:endParaRPr>
          </a:p>
        </p:txBody>
      </p:sp>
      <p:sp>
        <p:nvSpPr>
          <p:cNvPr id="29699" name="矩形 29698"/>
          <p:cNvSpPr/>
          <p:nvPr/>
        </p:nvSpPr>
        <p:spPr>
          <a:xfrm>
            <a:off x="179388" y="476250"/>
            <a:ext cx="56737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 -</a:t>
            </a:r>
            <a:r>
              <a:rPr lang="zh-CN" altLang="en-US" sz="2800" b="1" dirty="0">
                <a:solidFill>
                  <a:schemeClr val="bg1"/>
                </a:solidFill>
                <a:latin typeface="Times New Roman" panose="02020603050405020304" pitchFamily="2" charset="0"/>
                <a:ea typeface="楷体_GB2312" pitchFamily="1" charset="-122"/>
              </a:rPr>
              <a:t>权重因子</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grpSp>
        <p:nvGrpSpPr>
          <p:cNvPr id="29700" name="组合 29699"/>
          <p:cNvGrpSpPr/>
          <p:nvPr/>
        </p:nvGrpSpPr>
        <p:grpSpPr>
          <a:xfrm>
            <a:off x="341630" y="1651000"/>
            <a:ext cx="7913688" cy="525463"/>
            <a:chOff x="0" y="-2"/>
            <a:chExt cx="4985" cy="331"/>
          </a:xfrm>
        </p:grpSpPr>
        <p:sp>
          <p:nvSpPr>
            <p:cNvPr id="29701" name="矩形 29700"/>
            <p:cNvSpPr/>
            <p:nvPr/>
          </p:nvSpPr>
          <p:spPr>
            <a:xfrm>
              <a:off x="0" y="0"/>
              <a:ext cx="4985" cy="327"/>
            </a:xfrm>
            <a:prstGeom prst="rect">
              <a:avLst/>
            </a:prstGeom>
            <a:noFill/>
            <a:ln w="9525">
              <a:noFill/>
            </a:ln>
          </p:spPr>
          <p:txBody>
            <a:bodyPr wrap="none" anchor="ctr">
              <a:spAutoFit/>
            </a:bodyPr>
            <a:p>
              <a:pPr eaLnBrk="0" hangingPunct="0"/>
              <a:r>
                <a:rPr lang="zh-CN" altLang="en-US" sz="2800" b="1" dirty="0">
                  <a:latin typeface="Times New Roman" panose="02020603050405020304" pitchFamily="2" charset="0"/>
                  <a:ea typeface="楷体_GB2312" pitchFamily="1" charset="-122"/>
                </a:rPr>
                <a:t>  权重因子：惯性因子    、学习因子           </a:t>
              </a:r>
              <a:r>
                <a:rPr lang="zh-CN" altLang="en-US" sz="2800" dirty="0">
                  <a:latin typeface="Times New Roman" panose="02020603050405020304" pitchFamily="2" charset="0"/>
                  <a:ea typeface="楷体_GB2312" pitchFamily="1" charset="-122"/>
                </a:rPr>
                <a:t> </a:t>
              </a:r>
              <a:r>
                <a:rPr lang="zh-CN" altLang="en-US" sz="2800" b="1" dirty="0">
                  <a:latin typeface="Times New Roman" panose="02020603050405020304" pitchFamily="2" charset="0"/>
                  <a:ea typeface="楷体_GB2312" pitchFamily="1" charset="-122"/>
                </a:rPr>
                <a:t>     </a:t>
              </a:r>
              <a:endParaRPr lang="zh-CN" altLang="en-US" sz="2800" b="1" dirty="0">
                <a:latin typeface="Times New Roman" panose="02020603050405020304" pitchFamily="2" charset="0"/>
                <a:ea typeface="楷体_GB2312" pitchFamily="1" charset="-122"/>
              </a:endParaRPr>
            </a:p>
          </p:txBody>
        </p:sp>
        <p:graphicFrame>
          <p:nvGraphicFramePr>
            <p:cNvPr id="29702" name="对象 29701"/>
            <p:cNvGraphicFramePr>
              <a:graphicFrameLocks noChangeAspect="1"/>
            </p:cNvGraphicFramePr>
            <p:nvPr/>
          </p:nvGraphicFramePr>
          <p:xfrm>
            <a:off x="2275" y="0"/>
            <a:ext cx="325" cy="329"/>
          </p:xfrm>
          <a:graphic>
            <a:graphicData uri="http://schemas.openxmlformats.org/presentationml/2006/ole">
              <mc:AlternateContent xmlns:mc="http://schemas.openxmlformats.org/markup-compatibility/2006">
                <mc:Choice xmlns:v="urn:schemas-microsoft-com:vml" Requires="v">
                  <p:oleObj spid="_x0000_s3128" name="" r:id="rId2" imgW="3657600" imgH="3352800" progId="Equation.DSMT4">
                    <p:embed/>
                  </p:oleObj>
                </mc:Choice>
                <mc:Fallback>
                  <p:oleObj name="" r:id="rId2" imgW="3657600" imgH="3352800" progId="Equation.DSMT4">
                    <p:embed/>
                    <p:pic>
                      <p:nvPicPr>
                        <p:cNvPr id="0" name="图片 3127"/>
                        <p:cNvPicPr/>
                        <p:nvPr/>
                      </p:nvPicPr>
                      <p:blipFill>
                        <a:blip r:embed="rId3">
                          <a:lum bright="100000"/>
                        </a:blip>
                        <a:stretch>
                          <a:fillRect/>
                        </a:stretch>
                      </p:blipFill>
                      <p:spPr>
                        <a:xfrm>
                          <a:off x="2275" y="0"/>
                          <a:ext cx="325" cy="329"/>
                        </a:xfrm>
                        <a:prstGeom prst="rect">
                          <a:avLst/>
                        </a:prstGeom>
                        <a:solidFill>
                          <a:schemeClr val="accent2"/>
                        </a:solidFill>
                        <a:ln w="38100">
                          <a:noFill/>
                          <a:miter/>
                        </a:ln>
                      </p:spPr>
                    </p:pic>
                  </p:oleObj>
                </mc:Fallback>
              </mc:AlternateContent>
            </a:graphicData>
          </a:graphic>
        </p:graphicFrame>
        <p:graphicFrame>
          <p:nvGraphicFramePr>
            <p:cNvPr id="29703" name="对象 29702"/>
            <p:cNvGraphicFramePr>
              <a:graphicFrameLocks noChangeAspect="1"/>
            </p:cNvGraphicFramePr>
            <p:nvPr/>
          </p:nvGraphicFramePr>
          <p:xfrm>
            <a:off x="3638" y="-2"/>
            <a:ext cx="292" cy="329"/>
          </p:xfrm>
          <a:graphic>
            <a:graphicData uri="http://schemas.openxmlformats.org/presentationml/2006/ole">
              <mc:AlternateContent xmlns:mc="http://schemas.openxmlformats.org/markup-compatibility/2006">
                <mc:Choice xmlns:v="urn:schemas-microsoft-com:vml" Requires="v">
                  <p:oleObj spid="_x0000_s3124" name="" r:id="rId4" imgW="178435" imgH="229235" progId="Equation.DSMT4">
                    <p:embed/>
                  </p:oleObj>
                </mc:Choice>
                <mc:Fallback>
                  <p:oleObj name="" r:id="rId4" imgW="178435" imgH="229235" progId="Equation.DSMT4">
                    <p:embed/>
                    <p:pic>
                      <p:nvPicPr>
                        <p:cNvPr id="0" name="图片 3123"/>
                        <p:cNvPicPr/>
                        <p:nvPr/>
                      </p:nvPicPr>
                      <p:blipFill>
                        <a:blip r:embed="rId5">
                          <a:lum bright="100000"/>
                        </a:blip>
                        <a:stretch>
                          <a:fillRect/>
                        </a:stretch>
                      </p:blipFill>
                      <p:spPr>
                        <a:xfrm>
                          <a:off x="3638" y="-2"/>
                          <a:ext cx="292" cy="329"/>
                        </a:xfrm>
                        <a:prstGeom prst="rect">
                          <a:avLst/>
                        </a:prstGeom>
                        <a:solidFill>
                          <a:schemeClr val="accent2"/>
                        </a:solidFill>
                        <a:ln w="38100">
                          <a:noFill/>
                          <a:miter/>
                        </a:ln>
                      </p:spPr>
                    </p:pic>
                  </p:oleObj>
                </mc:Fallback>
              </mc:AlternateContent>
            </a:graphicData>
          </a:graphic>
        </p:graphicFrame>
        <p:graphicFrame>
          <p:nvGraphicFramePr>
            <p:cNvPr id="29704" name="对象 29703"/>
            <p:cNvGraphicFramePr>
              <a:graphicFrameLocks noChangeAspect="1"/>
            </p:cNvGraphicFramePr>
            <p:nvPr/>
          </p:nvGraphicFramePr>
          <p:xfrm>
            <a:off x="4107" y="-2"/>
            <a:ext cx="334" cy="329"/>
          </p:xfrm>
          <a:graphic>
            <a:graphicData uri="http://schemas.openxmlformats.org/presentationml/2006/ole">
              <mc:AlternateContent xmlns:mc="http://schemas.openxmlformats.org/markup-compatibility/2006">
                <mc:Choice xmlns:v="urn:schemas-microsoft-com:vml" Requires="v">
                  <p:oleObj spid="_x0000_s3123" name="" r:id="rId6" imgW="203835" imgH="229870" progId="Equation.DSMT4">
                    <p:embed/>
                  </p:oleObj>
                </mc:Choice>
                <mc:Fallback>
                  <p:oleObj name="" r:id="rId6" imgW="203835" imgH="229870" progId="Equation.DSMT4">
                    <p:embed/>
                    <p:pic>
                      <p:nvPicPr>
                        <p:cNvPr id="0" name="图片 3122"/>
                        <p:cNvPicPr/>
                        <p:nvPr/>
                      </p:nvPicPr>
                      <p:blipFill>
                        <a:blip r:embed="rId7">
                          <a:lum bright="100000"/>
                        </a:blip>
                        <a:stretch>
                          <a:fillRect/>
                        </a:stretch>
                      </p:blipFill>
                      <p:spPr>
                        <a:xfrm>
                          <a:off x="4107" y="-2"/>
                          <a:ext cx="334" cy="329"/>
                        </a:xfrm>
                        <a:prstGeom prst="rect">
                          <a:avLst/>
                        </a:prstGeom>
                        <a:solidFill>
                          <a:schemeClr val="accent2"/>
                        </a:solidFill>
                        <a:ln w="38100">
                          <a:noFill/>
                          <a:miter/>
                        </a:ln>
                      </p:spPr>
                    </p:pic>
                  </p:oleObj>
                </mc:Fallback>
              </mc:AlternateContent>
            </a:graphicData>
          </a:graphic>
        </p:graphicFrame>
      </p:grpSp>
      <p:sp>
        <p:nvSpPr>
          <p:cNvPr id="29705" name="矩形 29704"/>
          <p:cNvSpPr/>
          <p:nvPr/>
        </p:nvSpPr>
        <p:spPr>
          <a:xfrm>
            <a:off x="6683375" y="5203825"/>
            <a:ext cx="2552700" cy="914400"/>
          </a:xfrm>
          <a:prstGeom prst="rect">
            <a:avLst/>
          </a:prstGeom>
          <a:noFill/>
          <a:ln w="9525">
            <a:noFill/>
          </a:ln>
        </p:spPr>
        <p:txBody>
          <a:bodyPr wrap="square" anchor="ctr">
            <a:spAutoFit/>
          </a:bodyPr>
          <a:p>
            <a:pPr eaLnBrk="0" hangingPunct="0"/>
            <a:r>
              <a:rPr lang="zh-CN" altLang="en-US" sz="2600" b="1">
                <a:solidFill>
                  <a:srgbClr val="FFFF00"/>
                </a:solidFill>
                <a:latin typeface="Arial" panose="020B0604020202020204" pitchFamily="34" charset="0"/>
                <a:ea typeface="楷体_GB2312" pitchFamily="1" charset="-122"/>
              </a:rPr>
              <a:t>失去对粒子本身</a:t>
            </a:r>
            <a:endParaRPr lang="zh-CN" altLang="en-US" sz="2600" b="1">
              <a:solidFill>
                <a:srgbClr val="FFFF00"/>
              </a:solidFill>
              <a:latin typeface="Arial" panose="020B0604020202020204" pitchFamily="34" charset="0"/>
              <a:ea typeface="楷体_GB2312" pitchFamily="1" charset="-122"/>
            </a:endParaRPr>
          </a:p>
          <a:p>
            <a:pPr eaLnBrk="0" hangingPunct="0"/>
            <a:r>
              <a:rPr lang="zh-CN" altLang="en-US" sz="2800" b="1">
                <a:solidFill>
                  <a:srgbClr val="FFFF00"/>
                </a:solidFill>
                <a:latin typeface="Arial" panose="020B0604020202020204" pitchFamily="34" charset="0"/>
                <a:ea typeface="楷体_GB2312" pitchFamily="1" charset="-122"/>
              </a:rPr>
              <a:t>的</a:t>
            </a:r>
            <a:r>
              <a:rPr lang="zh-CN" altLang="en-US" sz="2600" b="1">
                <a:solidFill>
                  <a:srgbClr val="FFFF00"/>
                </a:solidFill>
                <a:latin typeface="Arial" panose="020B0604020202020204" pitchFamily="34" charset="0"/>
                <a:ea typeface="楷体_GB2312" pitchFamily="1" charset="-122"/>
              </a:rPr>
              <a:t>速度的记忆</a:t>
            </a:r>
            <a:r>
              <a:rPr lang="zh-CN" altLang="en-US" sz="2600">
                <a:solidFill>
                  <a:schemeClr val="bg1"/>
                </a:solidFill>
                <a:latin typeface="Arial" panose="020B0604020202020204" pitchFamily="34" charset="0"/>
                <a:ea typeface="楷体_GB2312" pitchFamily="1" charset="-122"/>
              </a:rPr>
              <a:t> </a:t>
            </a:r>
            <a:r>
              <a:rPr lang="zh-CN" altLang="en-US" sz="2600" b="1">
                <a:solidFill>
                  <a:schemeClr val="bg1"/>
                </a:solidFill>
                <a:latin typeface="楷体_GB2312" pitchFamily="1" charset="-122"/>
                <a:ea typeface="楷体_GB2312" pitchFamily="1" charset="-122"/>
              </a:rPr>
              <a:t>     </a:t>
            </a:r>
            <a:endParaRPr lang="zh-CN" altLang="en-US" sz="2600" b="1">
              <a:solidFill>
                <a:schemeClr val="bg1"/>
              </a:solidFill>
              <a:latin typeface="楷体_GB2312" pitchFamily="1" charset="-122"/>
              <a:ea typeface="楷体_GB2312" pitchFamily="1" charset="-122"/>
            </a:endParaRPr>
          </a:p>
        </p:txBody>
      </p:sp>
      <p:graphicFrame>
        <p:nvGraphicFramePr>
          <p:cNvPr id="29706" name="对象 29705"/>
          <p:cNvGraphicFramePr>
            <a:graphicFrameLocks noChangeAspect="1"/>
          </p:cNvGraphicFramePr>
          <p:nvPr/>
        </p:nvGraphicFramePr>
        <p:xfrm>
          <a:off x="5978525" y="4684713"/>
          <a:ext cx="666750" cy="452437"/>
        </p:xfrm>
        <a:graphic>
          <a:graphicData uri="http://schemas.openxmlformats.org/presentationml/2006/ole">
            <mc:AlternateContent xmlns:mc="http://schemas.openxmlformats.org/markup-compatibility/2006">
              <mc:Choice xmlns:v="urn:schemas-microsoft-com:vml" Requires="v">
                <p:oleObj spid="_x0000_s3125" name="" r:id="rId8" imgW="8534400" imgH="4267200" progId="Equation.DSMT4">
                  <p:embed/>
                </p:oleObj>
              </mc:Choice>
              <mc:Fallback>
                <p:oleObj name="" r:id="rId8" imgW="8534400" imgH="4267200" progId="Equation.DSMT4">
                  <p:embed/>
                  <p:pic>
                    <p:nvPicPr>
                      <p:cNvPr id="0" name="图片 3124"/>
                      <p:cNvPicPr/>
                      <p:nvPr/>
                    </p:nvPicPr>
                    <p:blipFill>
                      <a:blip r:embed="rId9">
                        <a:lum bright="100000"/>
                      </a:blip>
                      <a:stretch>
                        <a:fillRect/>
                      </a:stretch>
                    </p:blipFill>
                    <p:spPr>
                      <a:xfrm>
                        <a:off x="5978525" y="4684713"/>
                        <a:ext cx="666750" cy="452437"/>
                      </a:xfrm>
                      <a:prstGeom prst="rect">
                        <a:avLst/>
                      </a:prstGeom>
                      <a:noFill/>
                      <a:ln w="38100">
                        <a:noFill/>
                        <a:miter/>
                      </a:ln>
                    </p:spPr>
                  </p:pic>
                </p:oleObj>
              </mc:Fallback>
            </mc:AlternateContent>
          </a:graphicData>
        </a:graphic>
      </p:graphicFrame>
      <p:sp>
        <p:nvSpPr>
          <p:cNvPr id="29707" name="矩形 29706"/>
          <p:cNvSpPr/>
          <p:nvPr/>
        </p:nvSpPr>
        <p:spPr>
          <a:xfrm>
            <a:off x="269875" y="4910138"/>
            <a:ext cx="3322638"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社会经验部分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29708" name="矩形 29707"/>
          <p:cNvSpPr/>
          <p:nvPr/>
        </p:nvSpPr>
        <p:spPr>
          <a:xfrm>
            <a:off x="250825" y="3473450"/>
            <a:ext cx="4572000"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前次迭代中自身的速度</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endParaRPr lang="zh-CN" altLang="en-US" sz="2800" b="1">
              <a:latin typeface="楷体_GB2312" pitchFamily="1" charset="-122"/>
              <a:ea typeface="楷体_GB2312" pitchFamily="1" charset="-122"/>
            </a:endParaRPr>
          </a:p>
        </p:txBody>
      </p:sp>
      <p:sp>
        <p:nvSpPr>
          <p:cNvPr id="29709" name="矩形 29708"/>
          <p:cNvSpPr/>
          <p:nvPr/>
        </p:nvSpPr>
        <p:spPr>
          <a:xfrm>
            <a:off x="250825" y="4157663"/>
            <a:ext cx="3143250"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自我认知部分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29710" name="矩形 29709"/>
          <p:cNvSpPr/>
          <p:nvPr/>
        </p:nvSpPr>
        <p:spPr>
          <a:xfrm>
            <a:off x="6683375" y="4684713"/>
            <a:ext cx="3581400" cy="519112"/>
          </a:xfrm>
          <a:prstGeom prst="rect">
            <a:avLst/>
          </a:prstGeom>
          <a:noFill/>
          <a:ln w="9525">
            <a:noFill/>
          </a:ln>
        </p:spPr>
        <p:txBody>
          <a:bodyPr wrap="none" anchor="ctr">
            <a:spAutoFit/>
          </a:bodyPr>
          <a:p>
            <a:pPr eaLnBrk="0" hangingPunct="0"/>
            <a:r>
              <a:rPr lang="zh-CN" altLang="en-US" sz="2800" b="1">
                <a:solidFill>
                  <a:srgbClr val="FFFF00"/>
                </a:solidFill>
                <a:latin typeface="楷体_GB2312" pitchFamily="1" charset="-122"/>
                <a:ea typeface="楷体_GB2312" pitchFamily="1" charset="-122"/>
              </a:rPr>
              <a:t>基本粒子群算法     </a:t>
            </a:r>
            <a:endParaRPr lang="zh-CN" altLang="en-US" sz="2800" b="1">
              <a:solidFill>
                <a:srgbClr val="FFFF00"/>
              </a:solidFill>
              <a:latin typeface="楷体_GB2312" pitchFamily="1" charset="-122"/>
              <a:ea typeface="楷体_GB2312" pitchFamily="1" charset="-122"/>
            </a:endParaRPr>
          </a:p>
        </p:txBody>
      </p:sp>
      <p:sp>
        <p:nvSpPr>
          <p:cNvPr id="29711" name="矩形 29710"/>
          <p:cNvSpPr/>
          <p:nvPr/>
        </p:nvSpPr>
        <p:spPr>
          <a:xfrm>
            <a:off x="993775" y="2865438"/>
            <a:ext cx="6894513"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粒子的速度更新主要由三部分组成：</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pSp>
        <p:nvGrpSpPr>
          <p:cNvPr id="29712" name="组合 29711"/>
          <p:cNvGrpSpPr/>
          <p:nvPr/>
        </p:nvGrpSpPr>
        <p:grpSpPr>
          <a:xfrm>
            <a:off x="6318250" y="4116388"/>
            <a:ext cx="2608262" cy="522287"/>
            <a:chOff x="11" y="170"/>
            <a:chExt cx="1643" cy="329"/>
          </a:xfrm>
        </p:grpSpPr>
        <p:sp>
          <p:nvSpPr>
            <p:cNvPr id="29713" name="矩形 29712"/>
            <p:cNvSpPr/>
            <p:nvPr/>
          </p:nvSpPr>
          <p:spPr>
            <a:xfrm>
              <a:off x="11" y="172"/>
              <a:ext cx="1643" cy="327"/>
            </a:xfrm>
            <a:prstGeom prst="rect">
              <a:avLst/>
            </a:prstGeom>
            <a:noFill/>
            <a:ln w="9525">
              <a:noFill/>
            </a:ln>
          </p:spPr>
          <p:txBody>
            <a:bodyPr wrap="none" anchor="ctr">
              <a:spAutoFit/>
            </a:bodyPr>
            <a:p>
              <a:pPr eaLnBrk="0" hangingPunct="0"/>
              <a:r>
                <a:rPr lang="zh-CN" altLang="en-US" sz="2800" b="1">
                  <a:solidFill>
                    <a:srgbClr val="FFFF00"/>
                  </a:solidFill>
                  <a:latin typeface="Arial" panose="020B0604020202020204" pitchFamily="34" charset="0"/>
                  <a:ea typeface="楷体_GB2312" pitchFamily="1" charset="-122"/>
                </a:rPr>
                <a:t>惯性因子</a:t>
              </a:r>
              <a:r>
                <a:rPr lang="zh-CN" altLang="en-US" sz="2800">
                  <a:solidFill>
                    <a:srgbClr val="FFFF00"/>
                  </a:solidFill>
                  <a:latin typeface="Arial" panose="020B0604020202020204" pitchFamily="34" charset="0"/>
                  <a:ea typeface="楷体_GB2312" pitchFamily="1" charset="-122"/>
                </a:rPr>
                <a:t> </a:t>
              </a:r>
              <a:r>
                <a:rPr lang="zh-CN" altLang="en-US" sz="2800" b="1">
                  <a:solidFill>
                    <a:srgbClr val="FFFF00"/>
                  </a:solidFill>
                  <a:latin typeface="楷体_GB2312" pitchFamily="1" charset="-122"/>
                  <a:ea typeface="楷体_GB2312" pitchFamily="1" charset="-122"/>
                </a:rPr>
                <a:t>     </a:t>
              </a:r>
              <a:endParaRPr lang="zh-CN" altLang="en-US" sz="2800" b="1">
                <a:solidFill>
                  <a:srgbClr val="FFFF00"/>
                </a:solidFill>
                <a:latin typeface="楷体_GB2312" pitchFamily="1" charset="-122"/>
                <a:ea typeface="楷体_GB2312" pitchFamily="1" charset="-122"/>
              </a:endParaRPr>
            </a:p>
          </p:txBody>
        </p:sp>
        <p:graphicFrame>
          <p:nvGraphicFramePr>
            <p:cNvPr id="29714" name="对象 29713"/>
            <p:cNvGraphicFramePr>
              <a:graphicFrameLocks noChangeAspect="1"/>
            </p:cNvGraphicFramePr>
            <p:nvPr/>
          </p:nvGraphicFramePr>
          <p:xfrm>
            <a:off x="935" y="170"/>
            <a:ext cx="219" cy="329"/>
          </p:xfrm>
          <a:graphic>
            <a:graphicData uri="http://schemas.openxmlformats.org/presentationml/2006/ole">
              <mc:AlternateContent xmlns:mc="http://schemas.openxmlformats.org/markup-compatibility/2006">
                <mc:Choice xmlns:v="urn:schemas-microsoft-com:vml" Requires="v">
                  <p:oleObj spid="_x0000_s3127" name="" r:id="rId10" imgW="6705600" imgH="3352800" progId="Equation.DSMT4">
                    <p:embed/>
                  </p:oleObj>
                </mc:Choice>
                <mc:Fallback>
                  <p:oleObj name="" r:id="rId10" imgW="6705600" imgH="3352800" progId="Equation.DSMT4">
                    <p:embed/>
                    <p:pic>
                      <p:nvPicPr>
                        <p:cNvPr id="0" name="图片 3126"/>
                        <p:cNvPicPr/>
                        <p:nvPr/>
                      </p:nvPicPr>
                      <p:blipFill>
                        <a:blip r:embed="rId11">
                          <a:lum bright="100000"/>
                        </a:blip>
                        <a:stretch>
                          <a:fillRect/>
                        </a:stretch>
                      </p:blipFill>
                      <p:spPr>
                        <a:xfrm>
                          <a:off x="935" y="170"/>
                          <a:ext cx="219" cy="329"/>
                        </a:xfrm>
                        <a:prstGeom prst="rect">
                          <a:avLst/>
                        </a:prstGeom>
                        <a:noFill/>
                        <a:ln w="38100">
                          <a:noFill/>
                          <a:miter/>
                        </a:ln>
                      </p:spPr>
                    </p:pic>
                  </p:oleObj>
                </mc:Fallback>
              </mc:AlternateContent>
            </a:graphicData>
          </a:graphic>
        </p:graphicFrame>
      </p:grpSp>
      <p:graphicFrame>
        <p:nvGraphicFramePr>
          <p:cNvPr id="29715" name="对象 29714"/>
          <p:cNvGraphicFramePr>
            <a:graphicFrameLocks noChangeAspect="1"/>
          </p:cNvGraphicFramePr>
          <p:nvPr/>
        </p:nvGraphicFramePr>
        <p:xfrm>
          <a:off x="3952875" y="3398838"/>
          <a:ext cx="692150" cy="593725"/>
        </p:xfrm>
        <a:graphic>
          <a:graphicData uri="http://schemas.openxmlformats.org/presentationml/2006/ole">
            <mc:AlternateContent xmlns:mc="http://schemas.openxmlformats.org/markup-compatibility/2006">
              <mc:Choice xmlns:v="urn:schemas-microsoft-com:vml" Requires="v">
                <p:oleObj spid="_x0000_s3129" name="" r:id="rId12" imgW="6400800" imgH="5486400" progId="Equation.KSEE3">
                  <p:embed/>
                </p:oleObj>
              </mc:Choice>
              <mc:Fallback>
                <p:oleObj name="" r:id="rId12" imgW="6400800" imgH="5486400" progId="Equation.KSEE3">
                  <p:embed/>
                  <p:pic>
                    <p:nvPicPr>
                      <p:cNvPr id="0" name="图片 3128"/>
                      <p:cNvPicPr/>
                      <p:nvPr/>
                    </p:nvPicPr>
                    <p:blipFill>
                      <a:blip r:embed="rId13"/>
                      <a:stretch>
                        <a:fillRect/>
                      </a:stretch>
                    </p:blipFill>
                    <p:spPr>
                      <a:xfrm>
                        <a:off x="3952875" y="3398838"/>
                        <a:ext cx="692150" cy="593725"/>
                      </a:xfrm>
                      <a:prstGeom prst="rect">
                        <a:avLst/>
                      </a:prstGeom>
                      <a:solidFill>
                        <a:schemeClr val="accent2"/>
                      </a:solidFill>
                      <a:ln w="38100">
                        <a:noFill/>
                        <a:miter/>
                      </a:ln>
                    </p:spPr>
                  </p:pic>
                </p:oleObj>
              </mc:Fallback>
            </mc:AlternateContent>
          </a:graphicData>
        </a:graphic>
      </p:graphicFrame>
      <p:graphicFrame>
        <p:nvGraphicFramePr>
          <p:cNvPr id="29716" name="对象 29715"/>
          <p:cNvGraphicFramePr>
            <a:graphicFrameLocks noChangeAspect="1"/>
          </p:cNvGraphicFramePr>
          <p:nvPr/>
        </p:nvGraphicFramePr>
        <p:xfrm>
          <a:off x="5865813" y="5429250"/>
          <a:ext cx="714375" cy="452438"/>
        </p:xfrm>
        <a:graphic>
          <a:graphicData uri="http://schemas.openxmlformats.org/presentationml/2006/ole">
            <mc:AlternateContent xmlns:mc="http://schemas.openxmlformats.org/markup-compatibility/2006">
              <mc:Choice xmlns:v="urn:schemas-microsoft-com:vml" Requires="v">
                <p:oleObj spid="_x0000_s3130" name="" r:id="rId14" imgW="9144000" imgH="4267200" progId="Equation.DSMT4">
                  <p:embed/>
                </p:oleObj>
              </mc:Choice>
              <mc:Fallback>
                <p:oleObj name="" r:id="rId14" imgW="9144000" imgH="4267200" progId="Equation.DSMT4">
                  <p:embed/>
                  <p:pic>
                    <p:nvPicPr>
                      <p:cNvPr id="0" name="图片 3129"/>
                      <p:cNvPicPr/>
                      <p:nvPr/>
                    </p:nvPicPr>
                    <p:blipFill>
                      <a:blip r:embed="rId15">
                        <a:lum bright="100000"/>
                      </a:blip>
                      <a:stretch>
                        <a:fillRect/>
                      </a:stretch>
                    </p:blipFill>
                    <p:spPr>
                      <a:xfrm>
                        <a:off x="5865813" y="5429250"/>
                        <a:ext cx="714375" cy="452438"/>
                      </a:xfrm>
                      <a:prstGeom prst="rect">
                        <a:avLst/>
                      </a:prstGeom>
                      <a:noFill/>
                      <a:ln w="38100">
                        <a:noFill/>
                        <a:miter/>
                      </a:ln>
                    </p:spPr>
                  </p:pic>
                </p:oleObj>
              </mc:Fallback>
            </mc:AlternateContent>
          </a:graphicData>
        </a:graphic>
      </p:graphicFrame>
      <p:graphicFrame>
        <p:nvGraphicFramePr>
          <p:cNvPr id="29717" name="对象 29716"/>
          <p:cNvGraphicFramePr>
            <a:graphicFrameLocks noChangeAspect="1"/>
          </p:cNvGraphicFramePr>
          <p:nvPr/>
        </p:nvGraphicFramePr>
        <p:xfrm>
          <a:off x="769620" y="2205355"/>
          <a:ext cx="7058025" cy="552450"/>
        </p:xfrm>
        <a:graphic>
          <a:graphicData uri="http://schemas.openxmlformats.org/presentationml/2006/ole">
            <mc:AlternateContent xmlns:mc="http://schemas.openxmlformats.org/markup-compatibility/2006">
              <mc:Choice xmlns:v="urn:schemas-microsoft-com:vml" Requires="v">
                <p:oleObj spid="_x0000_s3126" name="" r:id="rId16" imgW="3084830" imgH="241300" progId="Equation.DSMT4">
                  <p:embed/>
                </p:oleObj>
              </mc:Choice>
              <mc:Fallback>
                <p:oleObj name="" r:id="rId16" imgW="3084830" imgH="241300" progId="Equation.DSMT4">
                  <p:embed/>
                  <p:pic>
                    <p:nvPicPr>
                      <p:cNvPr id="0" name="图片 3125"/>
                      <p:cNvPicPr/>
                      <p:nvPr/>
                    </p:nvPicPr>
                    <p:blipFill>
                      <a:blip r:embed="rId17"/>
                      <a:stretch>
                        <a:fillRect/>
                      </a:stretch>
                    </p:blipFill>
                    <p:spPr>
                      <a:xfrm>
                        <a:off x="769620" y="2205355"/>
                        <a:ext cx="7058025" cy="552450"/>
                      </a:xfrm>
                      <a:prstGeom prst="rect">
                        <a:avLst/>
                      </a:prstGeom>
                      <a:noFill/>
                      <a:ln w="38100">
                        <a:noFill/>
                        <a:miter/>
                      </a:ln>
                    </p:spPr>
                  </p:pic>
                </p:oleObj>
              </mc:Fallback>
            </mc:AlternateContent>
          </a:graphicData>
        </a:graphic>
      </p:graphicFrame>
      <p:graphicFrame>
        <p:nvGraphicFramePr>
          <p:cNvPr id="29718" name="对象 29717"/>
          <p:cNvGraphicFramePr>
            <a:graphicFrameLocks noChangeAspect="1"/>
          </p:cNvGraphicFramePr>
          <p:nvPr/>
        </p:nvGraphicFramePr>
        <p:xfrm>
          <a:off x="2511425" y="4119563"/>
          <a:ext cx="2968625" cy="627062"/>
        </p:xfrm>
        <a:graphic>
          <a:graphicData uri="http://schemas.openxmlformats.org/presentationml/2006/ole">
            <mc:AlternateContent xmlns:mc="http://schemas.openxmlformats.org/markup-compatibility/2006">
              <mc:Choice xmlns:v="urn:schemas-microsoft-com:vml" Requires="v">
                <p:oleObj spid="_x0000_s3131" name="" r:id="rId18" imgW="27432000" imgH="5791200" progId="Equation.KSEE3">
                  <p:embed/>
                </p:oleObj>
              </mc:Choice>
              <mc:Fallback>
                <p:oleObj name="" r:id="rId18" imgW="27432000" imgH="5791200" progId="Equation.KSEE3">
                  <p:embed/>
                  <p:pic>
                    <p:nvPicPr>
                      <p:cNvPr id="0" name="图片 3130"/>
                      <p:cNvPicPr/>
                      <p:nvPr/>
                    </p:nvPicPr>
                    <p:blipFill>
                      <a:blip r:embed="rId19"/>
                      <a:stretch>
                        <a:fillRect/>
                      </a:stretch>
                    </p:blipFill>
                    <p:spPr>
                      <a:xfrm>
                        <a:off x="2511425" y="4119563"/>
                        <a:ext cx="2968625" cy="627062"/>
                      </a:xfrm>
                      <a:prstGeom prst="rect">
                        <a:avLst/>
                      </a:prstGeom>
                      <a:solidFill>
                        <a:schemeClr val="accent2">
                          <a:alpha val="100000"/>
                        </a:schemeClr>
                      </a:solidFill>
                      <a:ln w="38100">
                        <a:noFill/>
                        <a:miter/>
                      </a:ln>
                    </p:spPr>
                  </p:pic>
                </p:oleObj>
              </mc:Fallback>
            </mc:AlternateContent>
          </a:graphicData>
        </a:graphic>
      </p:graphicFrame>
      <p:graphicFrame>
        <p:nvGraphicFramePr>
          <p:cNvPr id="29719" name="对象 29718"/>
          <p:cNvGraphicFramePr>
            <a:graphicFrameLocks noChangeAspect="1"/>
          </p:cNvGraphicFramePr>
          <p:nvPr/>
        </p:nvGraphicFramePr>
        <p:xfrm>
          <a:off x="2466975" y="4910138"/>
          <a:ext cx="2970213" cy="627062"/>
        </p:xfrm>
        <a:graphic>
          <a:graphicData uri="http://schemas.openxmlformats.org/presentationml/2006/ole">
            <mc:AlternateContent xmlns:mc="http://schemas.openxmlformats.org/markup-compatibility/2006">
              <mc:Choice xmlns:v="urn:schemas-microsoft-com:vml" Requires="v">
                <p:oleObj spid="_x0000_s3132" name="" r:id="rId20" imgW="27432000" imgH="5791200" progId="Equation.KSEE3">
                  <p:embed/>
                </p:oleObj>
              </mc:Choice>
              <mc:Fallback>
                <p:oleObj name="" r:id="rId20" imgW="27432000" imgH="5791200" progId="Equation.KSEE3">
                  <p:embed/>
                  <p:pic>
                    <p:nvPicPr>
                      <p:cNvPr id="0" name="图片 3131"/>
                      <p:cNvPicPr/>
                      <p:nvPr/>
                    </p:nvPicPr>
                    <p:blipFill>
                      <a:blip r:embed="rId21"/>
                      <a:stretch>
                        <a:fillRect/>
                      </a:stretch>
                    </p:blipFill>
                    <p:spPr>
                      <a:xfrm>
                        <a:off x="2466975" y="4910138"/>
                        <a:ext cx="2970213" cy="627062"/>
                      </a:xfrm>
                      <a:prstGeom prst="rect">
                        <a:avLst/>
                      </a:prstGeom>
                      <a:solidFill>
                        <a:schemeClr val="accent2">
                          <a:alpha val="100000"/>
                        </a:schemeClr>
                      </a:solid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left)">
                                      <p:cBhvr>
                                        <p:cTn id="7" dur="500"/>
                                        <p:tgtEl>
                                          <p:spTgt spid="297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9717"/>
                                        </p:tgtEl>
                                        <p:attrNameLst>
                                          <p:attrName>style.visibility</p:attrName>
                                        </p:attrNameLst>
                                      </p:cBhvr>
                                      <p:to>
                                        <p:strVal val="visible"/>
                                      </p:to>
                                    </p:set>
                                    <p:anim calcmode="lin" valueType="num">
                                      <p:cBhvr additive="base">
                                        <p:cTn id="12" dur="500" fill="hold"/>
                                        <p:tgtEl>
                                          <p:spTgt spid="29717"/>
                                        </p:tgtEl>
                                        <p:attrNameLst>
                                          <p:attrName>ppt_x</p:attrName>
                                        </p:attrNameLst>
                                      </p:cBhvr>
                                      <p:tavLst>
                                        <p:tav tm="0">
                                          <p:val>
                                            <p:strVal val="#ppt_x"/>
                                          </p:val>
                                        </p:tav>
                                        <p:tav tm="100000">
                                          <p:val>
                                            <p:strVal val="#ppt_x"/>
                                          </p:val>
                                        </p:tav>
                                      </p:tavLst>
                                    </p:anim>
                                    <p:anim calcmode="lin" valueType="num">
                                      <p:cBhvr additive="base">
                                        <p:cTn id="13" dur="500" fill="hold"/>
                                        <p:tgtEl>
                                          <p:spTgt spid="2971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9711"/>
                                        </p:tgtEl>
                                        <p:attrNameLst>
                                          <p:attrName>style.visibility</p:attrName>
                                        </p:attrNameLst>
                                      </p:cBhvr>
                                      <p:to>
                                        <p:strVal val="visible"/>
                                      </p:to>
                                    </p:set>
                                    <p:animEffect transition="in" filter="wipe(left)">
                                      <p:cBhvr>
                                        <p:cTn id="18" dur="500"/>
                                        <p:tgtEl>
                                          <p:spTgt spid="297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9708"/>
                                        </p:tgtEl>
                                        <p:attrNameLst>
                                          <p:attrName>style.visibility</p:attrName>
                                        </p:attrNameLst>
                                      </p:cBhvr>
                                      <p:to>
                                        <p:strVal val="visible"/>
                                      </p:to>
                                    </p:set>
                                    <p:animEffect transition="in" filter="wipe(left)">
                                      <p:cBhvr>
                                        <p:cTn id="23" dur="500"/>
                                        <p:tgtEl>
                                          <p:spTgt spid="2970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9715"/>
                                        </p:tgtEl>
                                        <p:attrNameLst>
                                          <p:attrName>style.visibility</p:attrName>
                                        </p:attrNameLst>
                                      </p:cBhvr>
                                      <p:to>
                                        <p:strVal val="visible"/>
                                      </p:to>
                                    </p:set>
                                    <p:anim calcmode="lin" valueType="num">
                                      <p:cBhvr additive="base">
                                        <p:cTn id="28" dur="500" fill="hold"/>
                                        <p:tgtEl>
                                          <p:spTgt spid="29715"/>
                                        </p:tgtEl>
                                        <p:attrNameLst>
                                          <p:attrName>ppt_x</p:attrName>
                                        </p:attrNameLst>
                                      </p:cBhvr>
                                      <p:tavLst>
                                        <p:tav tm="0">
                                          <p:val>
                                            <p:strVal val="#ppt_x"/>
                                          </p:val>
                                        </p:tav>
                                        <p:tav tm="100000">
                                          <p:val>
                                            <p:strVal val="#ppt_x"/>
                                          </p:val>
                                        </p:tav>
                                      </p:tavLst>
                                    </p:anim>
                                    <p:anim calcmode="lin" valueType="num">
                                      <p:cBhvr additive="base">
                                        <p:cTn id="29" dur="500" fill="hold"/>
                                        <p:tgtEl>
                                          <p:spTgt spid="2971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9709"/>
                                        </p:tgtEl>
                                        <p:attrNameLst>
                                          <p:attrName>style.visibility</p:attrName>
                                        </p:attrNameLst>
                                      </p:cBhvr>
                                      <p:to>
                                        <p:strVal val="visible"/>
                                      </p:to>
                                    </p:set>
                                    <p:animEffect transition="in" filter="wipe(left)">
                                      <p:cBhvr>
                                        <p:cTn id="34" dur="500"/>
                                        <p:tgtEl>
                                          <p:spTgt spid="29709"/>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9718"/>
                                        </p:tgtEl>
                                        <p:attrNameLst>
                                          <p:attrName>style.visibility</p:attrName>
                                        </p:attrNameLst>
                                      </p:cBhvr>
                                      <p:to>
                                        <p:strVal val="visible"/>
                                      </p:to>
                                    </p:set>
                                    <p:anim calcmode="lin" valueType="num">
                                      <p:cBhvr additive="base">
                                        <p:cTn id="39" dur="500" fill="hold"/>
                                        <p:tgtEl>
                                          <p:spTgt spid="29718"/>
                                        </p:tgtEl>
                                        <p:attrNameLst>
                                          <p:attrName>ppt_x</p:attrName>
                                        </p:attrNameLst>
                                      </p:cBhvr>
                                      <p:tavLst>
                                        <p:tav tm="0">
                                          <p:val>
                                            <p:strVal val="#ppt_x"/>
                                          </p:val>
                                        </p:tav>
                                        <p:tav tm="100000">
                                          <p:val>
                                            <p:strVal val="#ppt_x"/>
                                          </p:val>
                                        </p:tav>
                                      </p:tavLst>
                                    </p:anim>
                                    <p:anim calcmode="lin" valueType="num">
                                      <p:cBhvr additive="base">
                                        <p:cTn id="40" dur="500" fill="hold"/>
                                        <p:tgtEl>
                                          <p:spTgt spid="2971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9707"/>
                                        </p:tgtEl>
                                        <p:attrNameLst>
                                          <p:attrName>style.visibility</p:attrName>
                                        </p:attrNameLst>
                                      </p:cBhvr>
                                      <p:to>
                                        <p:strVal val="visible"/>
                                      </p:to>
                                    </p:set>
                                    <p:animEffect transition="in" filter="wipe(left)">
                                      <p:cBhvr>
                                        <p:cTn id="45" dur="500"/>
                                        <p:tgtEl>
                                          <p:spTgt spid="29707"/>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29719"/>
                                        </p:tgtEl>
                                        <p:attrNameLst>
                                          <p:attrName>style.visibility</p:attrName>
                                        </p:attrNameLst>
                                      </p:cBhvr>
                                      <p:to>
                                        <p:strVal val="visible"/>
                                      </p:to>
                                    </p:set>
                                    <p:anim calcmode="lin" valueType="num">
                                      <p:cBhvr additive="base">
                                        <p:cTn id="50" dur="500" fill="hold"/>
                                        <p:tgtEl>
                                          <p:spTgt spid="29719"/>
                                        </p:tgtEl>
                                        <p:attrNameLst>
                                          <p:attrName>ppt_x</p:attrName>
                                        </p:attrNameLst>
                                      </p:cBhvr>
                                      <p:tavLst>
                                        <p:tav tm="0">
                                          <p:val>
                                            <p:strVal val="#ppt_x"/>
                                          </p:val>
                                        </p:tav>
                                        <p:tav tm="100000">
                                          <p:val>
                                            <p:strVal val="#ppt_x"/>
                                          </p:val>
                                        </p:tav>
                                      </p:tavLst>
                                    </p:anim>
                                    <p:anim calcmode="lin" valueType="num">
                                      <p:cBhvr additive="base">
                                        <p:cTn id="51" dur="500" fill="hold"/>
                                        <p:tgtEl>
                                          <p:spTgt spid="29719"/>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9698"/>
                                        </p:tgtEl>
                                        <p:attrNameLst>
                                          <p:attrName>style.visibility</p:attrName>
                                        </p:attrNameLst>
                                      </p:cBhvr>
                                      <p:to>
                                        <p:strVal val="visible"/>
                                      </p:to>
                                    </p:set>
                                    <p:animEffect transition="in" filter="wipe(left)">
                                      <p:cBhvr>
                                        <p:cTn id="56" dur="500"/>
                                        <p:tgtEl>
                                          <p:spTgt spid="2969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9712"/>
                                        </p:tgtEl>
                                        <p:attrNameLst>
                                          <p:attrName>style.visibility</p:attrName>
                                        </p:attrNameLst>
                                      </p:cBhvr>
                                      <p:to>
                                        <p:strVal val="visible"/>
                                      </p:to>
                                    </p:set>
                                    <p:animEffect transition="in" filter="wipe(left)">
                                      <p:cBhvr>
                                        <p:cTn id="61" dur="500"/>
                                        <p:tgtEl>
                                          <p:spTgt spid="297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9706"/>
                                        </p:tgtEl>
                                        <p:attrNameLst>
                                          <p:attrName>style.visibility</p:attrName>
                                        </p:attrNameLst>
                                      </p:cBhvr>
                                      <p:to>
                                        <p:strVal val="visible"/>
                                      </p:to>
                                    </p:set>
                                    <p:animEffect transition="in" filter="wipe(left)">
                                      <p:cBhvr>
                                        <p:cTn id="66" dur="500"/>
                                        <p:tgtEl>
                                          <p:spTgt spid="2970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9710"/>
                                        </p:tgtEl>
                                        <p:attrNameLst>
                                          <p:attrName>style.visibility</p:attrName>
                                        </p:attrNameLst>
                                      </p:cBhvr>
                                      <p:to>
                                        <p:strVal val="visible"/>
                                      </p:to>
                                    </p:set>
                                    <p:animEffect transition="in" filter="wipe(left)">
                                      <p:cBhvr>
                                        <p:cTn id="71" dur="500"/>
                                        <p:tgtEl>
                                          <p:spTgt spid="2971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9716"/>
                                        </p:tgtEl>
                                        <p:attrNameLst>
                                          <p:attrName>style.visibility</p:attrName>
                                        </p:attrNameLst>
                                      </p:cBhvr>
                                      <p:to>
                                        <p:strVal val="visible"/>
                                      </p:to>
                                    </p:set>
                                    <p:animEffect transition="in" filter="wipe(left)">
                                      <p:cBhvr>
                                        <p:cTn id="76" dur="500"/>
                                        <p:tgtEl>
                                          <p:spTgt spid="2971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9705"/>
                                        </p:tgtEl>
                                        <p:attrNameLst>
                                          <p:attrName>style.visibility</p:attrName>
                                        </p:attrNameLst>
                                      </p:cBhvr>
                                      <p:to>
                                        <p:strVal val="visible"/>
                                      </p:to>
                                    </p:set>
                                    <p:animEffect transition="in" filter="wipe(left)">
                                      <p:cBhvr>
                                        <p:cTn id="81" dur="500"/>
                                        <p:tgtEl>
                                          <p:spTgt spid="29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ldLvl="0" animBg="1"/>
      <p:bldP spid="29705" grpId="0"/>
      <p:bldP spid="29707" grpId="0"/>
      <p:bldP spid="29708" grpId="0"/>
      <p:bldP spid="29709" grpId="0"/>
      <p:bldP spid="29710" grpId="0"/>
      <p:bldP spid="297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矩形 31745"/>
          <p:cNvSpPr/>
          <p:nvPr/>
        </p:nvSpPr>
        <p:spPr>
          <a:xfrm>
            <a:off x="179388" y="476250"/>
            <a:ext cx="5575300"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a:t>
            </a:r>
            <a:r>
              <a:rPr lang="zh-CN" altLang="en-US" sz="2800" b="1" dirty="0">
                <a:solidFill>
                  <a:schemeClr val="bg1"/>
                </a:solidFill>
                <a:latin typeface="Times New Roman" panose="02020603050405020304" pitchFamily="2" charset="0"/>
                <a:ea typeface="楷体_GB2312" pitchFamily="1" charset="-122"/>
              </a:rPr>
              <a:t>权重因子</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31747" name="圆角矩形标注 31746" descr="紫色网格"/>
          <p:cNvSpPr/>
          <p:nvPr/>
        </p:nvSpPr>
        <p:spPr>
          <a:xfrm>
            <a:off x="5467350" y="3124200"/>
            <a:ext cx="3824288" cy="3105150"/>
          </a:xfrm>
          <a:prstGeom prst="wedgeRoundRectCallout">
            <a:avLst>
              <a:gd name="adj1" fmla="val -102056"/>
              <a:gd name="adj2" fmla="val -12782"/>
              <a:gd name="adj3" fmla="val 16667"/>
            </a:avLst>
          </a:prstGeom>
          <a:blipFill rotWithShape="1">
            <a:blip r:embed="rId1"/>
          </a:blipFill>
          <a:ln w="38100" cap="flat" cmpd="sng">
            <a:solidFill>
              <a:srgbClr val="00FF00"/>
            </a:solidFill>
            <a:prstDash val="solid"/>
            <a:miter/>
            <a:headEnd type="none" w="med" len="med"/>
            <a:tailEnd type="none" w="med" len="med"/>
          </a:ln>
        </p:spPr>
        <p:txBody>
          <a:bodyPr vert="horz" wrap="square" anchor="t"/>
          <a:p>
            <a:pPr algn="ctr" eaLnBrk="0" hangingPunct="0"/>
            <a:endParaRPr sz="2800">
              <a:latin typeface="Arial" panose="020B0604020202020204" pitchFamily="34" charset="0"/>
              <a:ea typeface="楷体_GB2312" pitchFamily="1" charset="-122"/>
            </a:endParaRPr>
          </a:p>
        </p:txBody>
      </p:sp>
      <p:grpSp>
        <p:nvGrpSpPr>
          <p:cNvPr id="31748" name="组合 31747"/>
          <p:cNvGrpSpPr/>
          <p:nvPr/>
        </p:nvGrpSpPr>
        <p:grpSpPr>
          <a:xfrm>
            <a:off x="269875" y="1790700"/>
            <a:ext cx="7913688" cy="522288"/>
            <a:chOff x="0" y="338"/>
            <a:chExt cx="4985" cy="329"/>
          </a:xfrm>
        </p:grpSpPr>
        <p:sp>
          <p:nvSpPr>
            <p:cNvPr id="31749" name="矩形 31748"/>
            <p:cNvSpPr/>
            <p:nvPr/>
          </p:nvSpPr>
          <p:spPr>
            <a:xfrm>
              <a:off x="0" y="340"/>
              <a:ext cx="4985" cy="327"/>
            </a:xfrm>
            <a:prstGeom prst="rect">
              <a:avLst/>
            </a:prstGeom>
            <a:noFill/>
            <a:ln w="9525">
              <a:noFill/>
            </a:ln>
          </p:spPr>
          <p:txBody>
            <a:bodyPr wrap="none" anchor="ctr">
              <a:spAutoFit/>
            </a:bodyPr>
            <a:p>
              <a:pPr eaLnBrk="0" hangingPunct="0"/>
              <a:r>
                <a:rPr lang="zh-CN" altLang="en-US" sz="2800" b="1" dirty="0">
                  <a:latin typeface="Times New Roman" panose="02020603050405020304" pitchFamily="2" charset="0"/>
                  <a:ea typeface="楷体_GB2312" pitchFamily="1" charset="-122"/>
                </a:rPr>
                <a:t>　权重因子：惯性因子    、学习因子           </a:t>
              </a:r>
              <a:r>
                <a:rPr lang="zh-CN" altLang="en-US" sz="2800" dirty="0">
                  <a:latin typeface="Times New Roman" panose="02020603050405020304" pitchFamily="2" charset="0"/>
                  <a:ea typeface="楷体_GB2312" pitchFamily="1" charset="-122"/>
                </a:rPr>
                <a:t> </a:t>
              </a:r>
              <a:r>
                <a:rPr lang="zh-CN" altLang="en-US" sz="2800" b="1" dirty="0">
                  <a:latin typeface="Times New Roman" panose="02020603050405020304" pitchFamily="2" charset="0"/>
                  <a:ea typeface="楷体_GB2312" pitchFamily="1" charset="-122"/>
                </a:rPr>
                <a:t>     </a:t>
              </a:r>
              <a:endParaRPr lang="zh-CN" altLang="en-US" sz="2800" b="1" dirty="0">
                <a:latin typeface="Times New Roman" panose="02020603050405020304" pitchFamily="2" charset="0"/>
                <a:ea typeface="楷体_GB2312" pitchFamily="1" charset="-122"/>
              </a:endParaRPr>
            </a:p>
          </p:txBody>
        </p:sp>
        <p:graphicFrame>
          <p:nvGraphicFramePr>
            <p:cNvPr id="31750" name="对象 31749"/>
            <p:cNvGraphicFramePr>
              <a:graphicFrameLocks noChangeAspect="1"/>
            </p:cNvGraphicFramePr>
            <p:nvPr/>
          </p:nvGraphicFramePr>
          <p:xfrm>
            <a:off x="2316" y="338"/>
            <a:ext cx="352" cy="329"/>
          </p:xfrm>
          <a:graphic>
            <a:graphicData uri="http://schemas.openxmlformats.org/presentationml/2006/ole">
              <mc:AlternateContent xmlns:mc="http://schemas.openxmlformats.org/markup-compatibility/2006">
                <mc:Choice xmlns:v="urn:schemas-microsoft-com:vml" Requires="v">
                  <p:oleObj spid="_x0000_s3142" name="" r:id="rId2" imgW="3657600" imgH="3352800" progId="Equation.DSMT4">
                    <p:embed/>
                  </p:oleObj>
                </mc:Choice>
                <mc:Fallback>
                  <p:oleObj name="" r:id="rId2" imgW="3657600" imgH="3352800" progId="Equation.DSMT4">
                    <p:embed/>
                    <p:pic>
                      <p:nvPicPr>
                        <p:cNvPr id="0" name="图片 3141"/>
                        <p:cNvPicPr/>
                        <p:nvPr/>
                      </p:nvPicPr>
                      <p:blipFill>
                        <a:blip r:embed="rId3">
                          <a:lum bright="100000"/>
                        </a:blip>
                        <a:stretch>
                          <a:fillRect/>
                        </a:stretch>
                      </p:blipFill>
                      <p:spPr>
                        <a:xfrm>
                          <a:off x="2316" y="338"/>
                          <a:ext cx="352" cy="329"/>
                        </a:xfrm>
                        <a:prstGeom prst="rect">
                          <a:avLst/>
                        </a:prstGeom>
                        <a:solidFill>
                          <a:schemeClr val="accent2"/>
                        </a:solidFill>
                        <a:ln w="38100">
                          <a:noFill/>
                          <a:miter/>
                        </a:ln>
                      </p:spPr>
                    </p:pic>
                  </p:oleObj>
                </mc:Fallback>
              </mc:AlternateContent>
            </a:graphicData>
          </a:graphic>
        </p:graphicFrame>
        <p:graphicFrame>
          <p:nvGraphicFramePr>
            <p:cNvPr id="31751" name="对象 31750"/>
            <p:cNvGraphicFramePr>
              <a:graphicFrameLocks noChangeAspect="1"/>
            </p:cNvGraphicFramePr>
            <p:nvPr/>
          </p:nvGraphicFramePr>
          <p:xfrm>
            <a:off x="3708" y="338"/>
            <a:ext cx="292" cy="329"/>
          </p:xfrm>
          <a:graphic>
            <a:graphicData uri="http://schemas.openxmlformats.org/presentationml/2006/ole">
              <mc:AlternateContent xmlns:mc="http://schemas.openxmlformats.org/markup-compatibility/2006">
                <mc:Choice xmlns:v="urn:schemas-microsoft-com:vml" Requires="v">
                  <p:oleObj spid="_x0000_s3134" name="" r:id="rId4" imgW="178435" imgH="229235" progId="Equation.DSMT4">
                    <p:embed/>
                  </p:oleObj>
                </mc:Choice>
                <mc:Fallback>
                  <p:oleObj name="" r:id="rId4" imgW="178435" imgH="229235" progId="Equation.DSMT4">
                    <p:embed/>
                    <p:pic>
                      <p:nvPicPr>
                        <p:cNvPr id="0" name="图片 3133"/>
                        <p:cNvPicPr/>
                        <p:nvPr/>
                      </p:nvPicPr>
                      <p:blipFill>
                        <a:blip r:embed="rId5">
                          <a:lum bright="100000"/>
                        </a:blip>
                        <a:stretch>
                          <a:fillRect/>
                        </a:stretch>
                      </p:blipFill>
                      <p:spPr>
                        <a:xfrm>
                          <a:off x="3708" y="338"/>
                          <a:ext cx="292" cy="329"/>
                        </a:xfrm>
                        <a:prstGeom prst="rect">
                          <a:avLst/>
                        </a:prstGeom>
                        <a:solidFill>
                          <a:schemeClr val="accent2"/>
                        </a:solidFill>
                        <a:ln w="38100">
                          <a:noFill/>
                          <a:miter/>
                        </a:ln>
                      </p:spPr>
                    </p:pic>
                  </p:oleObj>
                </mc:Fallback>
              </mc:AlternateContent>
            </a:graphicData>
          </a:graphic>
        </p:graphicFrame>
        <p:graphicFrame>
          <p:nvGraphicFramePr>
            <p:cNvPr id="31752" name="对象 31751"/>
            <p:cNvGraphicFramePr>
              <a:graphicFrameLocks noChangeAspect="1"/>
            </p:cNvGraphicFramePr>
            <p:nvPr/>
          </p:nvGraphicFramePr>
          <p:xfrm>
            <a:off x="4156" y="338"/>
            <a:ext cx="334" cy="329"/>
          </p:xfrm>
          <a:graphic>
            <a:graphicData uri="http://schemas.openxmlformats.org/presentationml/2006/ole">
              <mc:AlternateContent xmlns:mc="http://schemas.openxmlformats.org/markup-compatibility/2006">
                <mc:Choice xmlns:v="urn:schemas-microsoft-com:vml" Requires="v">
                  <p:oleObj spid="_x0000_s3144" name="" r:id="rId6" imgW="203835" imgH="229870" progId="Equation.DSMT4">
                    <p:embed/>
                  </p:oleObj>
                </mc:Choice>
                <mc:Fallback>
                  <p:oleObj name="" r:id="rId6" imgW="203835" imgH="229870" progId="Equation.DSMT4">
                    <p:embed/>
                    <p:pic>
                      <p:nvPicPr>
                        <p:cNvPr id="0" name="图片 3143"/>
                        <p:cNvPicPr/>
                        <p:nvPr/>
                      </p:nvPicPr>
                      <p:blipFill>
                        <a:blip r:embed="rId7">
                          <a:lum bright="100000"/>
                        </a:blip>
                        <a:stretch>
                          <a:fillRect/>
                        </a:stretch>
                      </p:blipFill>
                      <p:spPr>
                        <a:xfrm>
                          <a:off x="4156" y="338"/>
                          <a:ext cx="334" cy="329"/>
                        </a:xfrm>
                        <a:prstGeom prst="rect">
                          <a:avLst/>
                        </a:prstGeom>
                        <a:solidFill>
                          <a:schemeClr val="accent2"/>
                        </a:solidFill>
                        <a:ln w="38100">
                          <a:noFill/>
                          <a:miter/>
                        </a:ln>
                      </p:spPr>
                    </p:pic>
                  </p:oleObj>
                </mc:Fallback>
              </mc:AlternateContent>
            </a:graphicData>
          </a:graphic>
        </p:graphicFrame>
      </p:grpSp>
      <p:sp>
        <p:nvSpPr>
          <p:cNvPr id="31753" name="矩形 31752"/>
          <p:cNvSpPr/>
          <p:nvPr/>
        </p:nvSpPr>
        <p:spPr>
          <a:xfrm>
            <a:off x="269875" y="4910138"/>
            <a:ext cx="3322638"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社会经验部分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1754" name="矩形 31753"/>
          <p:cNvSpPr/>
          <p:nvPr/>
        </p:nvSpPr>
        <p:spPr>
          <a:xfrm>
            <a:off x="250825" y="3473450"/>
            <a:ext cx="4572000"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前次迭代中自身的速度</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endParaRPr lang="zh-CN" altLang="en-US" sz="2800" b="1">
              <a:latin typeface="楷体_GB2312" pitchFamily="1" charset="-122"/>
              <a:ea typeface="楷体_GB2312" pitchFamily="1" charset="-122"/>
            </a:endParaRPr>
          </a:p>
        </p:txBody>
      </p:sp>
      <p:sp>
        <p:nvSpPr>
          <p:cNvPr id="31755" name="矩形 31754"/>
          <p:cNvSpPr/>
          <p:nvPr/>
        </p:nvSpPr>
        <p:spPr>
          <a:xfrm>
            <a:off x="250825" y="4157663"/>
            <a:ext cx="3143250"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自我认知部分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1756" name="矩形 31755"/>
          <p:cNvSpPr/>
          <p:nvPr/>
        </p:nvSpPr>
        <p:spPr>
          <a:xfrm>
            <a:off x="993775" y="2865438"/>
            <a:ext cx="6894513"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粒子的速度更新主要由三部分组成：</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31757" name="对象 31756"/>
          <p:cNvGraphicFramePr>
            <a:graphicFrameLocks noChangeAspect="1"/>
          </p:cNvGraphicFramePr>
          <p:nvPr/>
        </p:nvGraphicFramePr>
        <p:xfrm>
          <a:off x="3952875" y="3398838"/>
          <a:ext cx="692150" cy="593725"/>
        </p:xfrm>
        <a:graphic>
          <a:graphicData uri="http://schemas.openxmlformats.org/presentationml/2006/ole">
            <mc:AlternateContent xmlns:mc="http://schemas.openxmlformats.org/markup-compatibility/2006">
              <mc:Choice xmlns:v="urn:schemas-microsoft-com:vml" Requires="v">
                <p:oleObj spid="_x0000_s3138" name="" r:id="rId8" imgW="6400800" imgH="5486400" progId="Equation.KSEE3">
                  <p:embed/>
                </p:oleObj>
              </mc:Choice>
              <mc:Fallback>
                <p:oleObj name="" r:id="rId8" imgW="6400800" imgH="5486400" progId="Equation.KSEE3">
                  <p:embed/>
                  <p:pic>
                    <p:nvPicPr>
                      <p:cNvPr id="0" name="图片 3137"/>
                      <p:cNvPicPr/>
                      <p:nvPr/>
                    </p:nvPicPr>
                    <p:blipFill>
                      <a:blip r:embed="rId9"/>
                      <a:stretch>
                        <a:fillRect/>
                      </a:stretch>
                    </p:blipFill>
                    <p:spPr>
                      <a:xfrm>
                        <a:off x="3952875" y="3398838"/>
                        <a:ext cx="692150" cy="593725"/>
                      </a:xfrm>
                      <a:prstGeom prst="rect">
                        <a:avLst/>
                      </a:prstGeom>
                      <a:solidFill>
                        <a:schemeClr val="accent2"/>
                      </a:solidFill>
                      <a:ln w="38100">
                        <a:noFill/>
                        <a:miter/>
                      </a:ln>
                    </p:spPr>
                  </p:pic>
                </p:oleObj>
              </mc:Fallback>
            </mc:AlternateContent>
          </a:graphicData>
        </a:graphic>
      </p:graphicFrame>
      <p:graphicFrame>
        <p:nvGraphicFramePr>
          <p:cNvPr id="31758" name="对象 31757"/>
          <p:cNvGraphicFramePr>
            <a:graphicFrameLocks noChangeAspect="1"/>
          </p:cNvGraphicFramePr>
          <p:nvPr/>
        </p:nvGraphicFramePr>
        <p:xfrm>
          <a:off x="703580" y="2313305"/>
          <a:ext cx="7058025" cy="552450"/>
        </p:xfrm>
        <a:graphic>
          <a:graphicData uri="http://schemas.openxmlformats.org/presentationml/2006/ole">
            <mc:AlternateContent xmlns:mc="http://schemas.openxmlformats.org/markup-compatibility/2006">
              <mc:Choice xmlns:v="urn:schemas-microsoft-com:vml" Requires="v">
                <p:oleObj spid="_x0000_s3135" name="" r:id="rId10" imgW="3084830" imgH="241300" progId="Equation.DSMT4">
                  <p:embed/>
                </p:oleObj>
              </mc:Choice>
              <mc:Fallback>
                <p:oleObj name="" r:id="rId10" imgW="3084830" imgH="241300" progId="Equation.DSMT4">
                  <p:embed/>
                  <p:pic>
                    <p:nvPicPr>
                      <p:cNvPr id="0" name="图片 3134"/>
                      <p:cNvPicPr/>
                      <p:nvPr/>
                    </p:nvPicPr>
                    <p:blipFill>
                      <a:blip r:embed="rId11"/>
                      <a:stretch>
                        <a:fillRect/>
                      </a:stretch>
                    </p:blipFill>
                    <p:spPr>
                      <a:xfrm>
                        <a:off x="703580" y="2313305"/>
                        <a:ext cx="7058025" cy="552450"/>
                      </a:xfrm>
                      <a:prstGeom prst="rect">
                        <a:avLst/>
                      </a:prstGeom>
                      <a:noFill/>
                      <a:ln w="38100">
                        <a:noFill/>
                        <a:miter/>
                      </a:ln>
                    </p:spPr>
                  </p:pic>
                </p:oleObj>
              </mc:Fallback>
            </mc:AlternateContent>
          </a:graphicData>
        </a:graphic>
      </p:graphicFrame>
      <p:graphicFrame>
        <p:nvGraphicFramePr>
          <p:cNvPr id="31759" name="对象 31758"/>
          <p:cNvGraphicFramePr>
            <a:graphicFrameLocks noChangeAspect="1"/>
          </p:cNvGraphicFramePr>
          <p:nvPr/>
        </p:nvGraphicFramePr>
        <p:xfrm>
          <a:off x="2511425" y="4119563"/>
          <a:ext cx="2968625" cy="627062"/>
        </p:xfrm>
        <a:graphic>
          <a:graphicData uri="http://schemas.openxmlformats.org/presentationml/2006/ole">
            <mc:AlternateContent xmlns:mc="http://schemas.openxmlformats.org/markup-compatibility/2006">
              <mc:Choice xmlns:v="urn:schemas-microsoft-com:vml" Requires="v">
                <p:oleObj spid="_x0000_s3133" name="" r:id="rId12" imgW="27432000" imgH="5791200" progId="Equation.KSEE3">
                  <p:embed/>
                </p:oleObj>
              </mc:Choice>
              <mc:Fallback>
                <p:oleObj name="" r:id="rId12" imgW="27432000" imgH="5791200" progId="Equation.KSEE3">
                  <p:embed/>
                  <p:pic>
                    <p:nvPicPr>
                      <p:cNvPr id="0" name="图片 3132"/>
                      <p:cNvPicPr/>
                      <p:nvPr/>
                    </p:nvPicPr>
                    <p:blipFill>
                      <a:blip r:embed="rId13"/>
                      <a:stretch>
                        <a:fillRect/>
                      </a:stretch>
                    </p:blipFill>
                    <p:spPr>
                      <a:xfrm>
                        <a:off x="2511425" y="4119563"/>
                        <a:ext cx="2968625" cy="627062"/>
                      </a:xfrm>
                      <a:prstGeom prst="rect">
                        <a:avLst/>
                      </a:prstGeom>
                      <a:solidFill>
                        <a:schemeClr val="accent2">
                          <a:alpha val="100000"/>
                        </a:schemeClr>
                      </a:solidFill>
                      <a:ln w="38100">
                        <a:noFill/>
                        <a:miter/>
                      </a:ln>
                    </p:spPr>
                  </p:pic>
                </p:oleObj>
              </mc:Fallback>
            </mc:AlternateContent>
          </a:graphicData>
        </a:graphic>
      </p:graphicFrame>
      <p:graphicFrame>
        <p:nvGraphicFramePr>
          <p:cNvPr id="31760" name="对象 31759"/>
          <p:cNvGraphicFramePr>
            <a:graphicFrameLocks noChangeAspect="1"/>
          </p:cNvGraphicFramePr>
          <p:nvPr/>
        </p:nvGraphicFramePr>
        <p:xfrm>
          <a:off x="2466975" y="4910138"/>
          <a:ext cx="2970213" cy="627062"/>
        </p:xfrm>
        <a:graphic>
          <a:graphicData uri="http://schemas.openxmlformats.org/presentationml/2006/ole">
            <mc:AlternateContent xmlns:mc="http://schemas.openxmlformats.org/markup-compatibility/2006">
              <mc:Choice xmlns:v="urn:schemas-microsoft-com:vml" Requires="v">
                <p:oleObj spid="_x0000_s3137" name="" r:id="rId14" imgW="27432000" imgH="5791200" progId="Equation.KSEE3">
                  <p:embed/>
                </p:oleObj>
              </mc:Choice>
              <mc:Fallback>
                <p:oleObj name="" r:id="rId14" imgW="27432000" imgH="5791200" progId="Equation.KSEE3">
                  <p:embed/>
                  <p:pic>
                    <p:nvPicPr>
                      <p:cNvPr id="0" name="图片 3136"/>
                      <p:cNvPicPr/>
                      <p:nvPr/>
                    </p:nvPicPr>
                    <p:blipFill>
                      <a:blip r:embed="rId15"/>
                      <a:stretch>
                        <a:fillRect/>
                      </a:stretch>
                    </p:blipFill>
                    <p:spPr>
                      <a:xfrm>
                        <a:off x="2466975" y="4910138"/>
                        <a:ext cx="2970213" cy="627062"/>
                      </a:xfrm>
                      <a:prstGeom prst="rect">
                        <a:avLst/>
                      </a:prstGeom>
                      <a:solidFill>
                        <a:schemeClr val="accent2">
                          <a:alpha val="100000"/>
                        </a:schemeClr>
                      </a:solidFill>
                      <a:ln w="38100">
                        <a:noFill/>
                        <a:miter/>
                      </a:ln>
                    </p:spPr>
                  </p:pic>
                </p:oleObj>
              </mc:Fallback>
            </mc:AlternateContent>
          </a:graphicData>
        </a:graphic>
      </p:graphicFrame>
      <p:grpSp>
        <p:nvGrpSpPr>
          <p:cNvPr id="31761" name="组合 31760"/>
          <p:cNvGrpSpPr/>
          <p:nvPr/>
        </p:nvGrpSpPr>
        <p:grpSpPr>
          <a:xfrm>
            <a:off x="6156325" y="3224213"/>
            <a:ext cx="2428875" cy="533400"/>
            <a:chOff x="0" y="0"/>
            <a:chExt cx="1530" cy="336"/>
          </a:xfrm>
        </p:grpSpPr>
        <p:sp>
          <p:nvSpPr>
            <p:cNvPr id="31762" name="矩形 31761"/>
            <p:cNvSpPr/>
            <p:nvPr/>
          </p:nvSpPr>
          <p:spPr>
            <a:xfrm>
              <a:off x="0" y="9"/>
              <a:ext cx="1530" cy="327"/>
            </a:xfrm>
            <a:prstGeom prst="rect">
              <a:avLst/>
            </a:prstGeom>
            <a:noFill/>
            <a:ln w="9525">
              <a:noFill/>
            </a:ln>
          </p:spPr>
          <p:txBody>
            <a:bodyPr vert="horz" wrap="none" anchor="ctr">
              <a:spAutoFit/>
            </a:bodyPr>
            <a:p>
              <a:pPr eaLnBrk="0" hangingPunct="0"/>
              <a:r>
                <a:rPr lang="zh-CN" altLang="en-US" sz="2800" b="1">
                  <a:solidFill>
                    <a:srgbClr val="FFFF00"/>
                  </a:solidFill>
                  <a:latin typeface="Arial" panose="020B0604020202020204" pitchFamily="34" charset="0"/>
                  <a:ea typeface="楷体_GB2312" pitchFamily="1" charset="-122"/>
                </a:rPr>
                <a:t>学习因子</a:t>
              </a:r>
              <a:r>
                <a:rPr lang="zh-CN" altLang="en-US" sz="2800">
                  <a:solidFill>
                    <a:srgbClr val="FFFF00"/>
                  </a:solidFill>
                  <a:latin typeface="Arial" panose="020B0604020202020204" pitchFamily="34" charset="0"/>
                  <a:ea typeface="楷体_GB2312" pitchFamily="1" charset="-122"/>
                </a:rPr>
                <a:t> </a:t>
              </a:r>
              <a:r>
                <a:rPr lang="zh-CN" altLang="en-US" sz="2800" b="1">
                  <a:solidFill>
                    <a:srgbClr val="FFFF00"/>
                  </a:solidFill>
                  <a:latin typeface="楷体_GB2312" pitchFamily="1" charset="-122"/>
                  <a:ea typeface="楷体_GB2312" pitchFamily="1" charset="-122"/>
                </a:rPr>
                <a:t>    </a:t>
              </a:r>
              <a:endParaRPr lang="zh-CN" altLang="en-US" sz="2800" b="1">
                <a:solidFill>
                  <a:srgbClr val="FFFF00"/>
                </a:solidFill>
                <a:latin typeface="楷体_GB2312" pitchFamily="1" charset="-122"/>
                <a:ea typeface="楷体_GB2312" pitchFamily="1" charset="-122"/>
              </a:endParaRPr>
            </a:p>
          </p:txBody>
        </p:sp>
        <p:graphicFrame>
          <p:nvGraphicFramePr>
            <p:cNvPr id="31763" name="对象 31762"/>
            <p:cNvGraphicFramePr>
              <a:graphicFrameLocks noChangeAspect="1"/>
            </p:cNvGraphicFramePr>
            <p:nvPr/>
          </p:nvGraphicFramePr>
          <p:xfrm>
            <a:off x="964" y="0"/>
            <a:ext cx="201" cy="329"/>
          </p:xfrm>
          <a:graphic>
            <a:graphicData uri="http://schemas.openxmlformats.org/presentationml/2006/ole">
              <mc:AlternateContent xmlns:mc="http://schemas.openxmlformats.org/markup-compatibility/2006">
                <mc:Choice xmlns:v="urn:schemas-microsoft-com:vml" Requires="v">
                  <p:oleObj spid="_x0000_s3143" name="" r:id="rId16" imgW="140335" imgH="229870" progId="Equation.DSMT4">
                    <p:embed/>
                  </p:oleObj>
                </mc:Choice>
                <mc:Fallback>
                  <p:oleObj name="" r:id="rId16" imgW="140335" imgH="229870" progId="Equation.DSMT4">
                    <p:embed/>
                    <p:pic>
                      <p:nvPicPr>
                        <p:cNvPr id="0" name="图片 3142"/>
                        <p:cNvPicPr/>
                        <p:nvPr/>
                      </p:nvPicPr>
                      <p:blipFill>
                        <a:blip r:embed="rId17">
                          <a:lum bright="100000"/>
                        </a:blip>
                        <a:stretch>
                          <a:fillRect/>
                        </a:stretch>
                      </p:blipFill>
                      <p:spPr>
                        <a:xfrm>
                          <a:off x="964" y="0"/>
                          <a:ext cx="201" cy="329"/>
                        </a:xfrm>
                        <a:prstGeom prst="rect">
                          <a:avLst/>
                        </a:prstGeom>
                        <a:noFill/>
                        <a:ln w="38100">
                          <a:noFill/>
                          <a:miter/>
                        </a:ln>
                      </p:spPr>
                    </p:pic>
                  </p:oleObj>
                </mc:Fallback>
              </mc:AlternateContent>
            </a:graphicData>
          </a:graphic>
        </p:graphicFrame>
      </p:grpSp>
      <p:graphicFrame>
        <p:nvGraphicFramePr>
          <p:cNvPr id="31764" name="对象 31763"/>
          <p:cNvGraphicFramePr>
            <a:graphicFrameLocks noChangeAspect="1"/>
          </p:cNvGraphicFramePr>
          <p:nvPr/>
        </p:nvGraphicFramePr>
        <p:xfrm>
          <a:off x="5543550" y="3757613"/>
          <a:ext cx="869950" cy="522287"/>
        </p:xfrm>
        <a:graphic>
          <a:graphicData uri="http://schemas.openxmlformats.org/presentationml/2006/ole">
            <mc:AlternateContent xmlns:mc="http://schemas.openxmlformats.org/markup-compatibility/2006">
              <mc:Choice xmlns:v="urn:schemas-microsoft-com:vml" Requires="v">
                <p:oleObj spid="_x0000_s3139" name="" r:id="rId18" imgW="382270" imgH="229235" progId="Equation.DSMT4">
                  <p:embed/>
                </p:oleObj>
              </mc:Choice>
              <mc:Fallback>
                <p:oleObj name="" r:id="rId18" imgW="382270" imgH="229235" progId="Equation.DSMT4">
                  <p:embed/>
                  <p:pic>
                    <p:nvPicPr>
                      <p:cNvPr id="0" name="图片 3138"/>
                      <p:cNvPicPr/>
                      <p:nvPr/>
                    </p:nvPicPr>
                    <p:blipFill>
                      <a:blip r:embed="rId19">
                        <a:lum bright="100000"/>
                      </a:blip>
                      <a:stretch>
                        <a:fillRect/>
                      </a:stretch>
                    </p:blipFill>
                    <p:spPr>
                      <a:xfrm>
                        <a:off x="5543550" y="3757613"/>
                        <a:ext cx="869950" cy="522287"/>
                      </a:xfrm>
                      <a:prstGeom prst="rect">
                        <a:avLst/>
                      </a:prstGeom>
                      <a:noFill/>
                      <a:ln w="38100">
                        <a:noFill/>
                        <a:miter/>
                      </a:ln>
                    </p:spPr>
                  </p:pic>
                </p:oleObj>
              </mc:Fallback>
            </mc:AlternateContent>
          </a:graphicData>
        </a:graphic>
      </p:graphicFrame>
      <p:sp>
        <p:nvSpPr>
          <p:cNvPr id="31765" name="矩形 31764"/>
          <p:cNvSpPr/>
          <p:nvPr/>
        </p:nvSpPr>
        <p:spPr>
          <a:xfrm>
            <a:off x="5865813" y="4279900"/>
            <a:ext cx="3140075" cy="519113"/>
          </a:xfrm>
          <a:prstGeom prst="rect">
            <a:avLst/>
          </a:prstGeom>
          <a:noFill/>
          <a:ln w="9525">
            <a:noFill/>
          </a:ln>
        </p:spPr>
        <p:txBody>
          <a:bodyPr vert="horz" wrap="none" anchor="ctr">
            <a:spAutoFit/>
          </a:bodyPr>
          <a:p>
            <a:pPr eaLnBrk="0" hangingPunct="0"/>
            <a:r>
              <a:rPr lang="zh-CN" altLang="en-US" sz="2800" b="1">
                <a:solidFill>
                  <a:srgbClr val="FFFF00"/>
                </a:solidFill>
                <a:latin typeface="Arial" panose="020B0604020202020204" pitchFamily="34" charset="0"/>
                <a:ea typeface="楷体_GB2312" pitchFamily="1" charset="-122"/>
              </a:rPr>
              <a:t>无私型粒子群算法</a:t>
            </a:r>
            <a:r>
              <a:rPr lang="zh-CN" altLang="en-US" sz="2800">
                <a:solidFill>
                  <a:srgbClr val="FFFF00"/>
                </a:solidFill>
                <a:latin typeface="Arial" panose="020B0604020202020204" pitchFamily="34" charset="0"/>
                <a:ea typeface="楷体_GB2312" pitchFamily="1" charset="-122"/>
              </a:rPr>
              <a:t> </a:t>
            </a:r>
            <a:endParaRPr lang="zh-CN" altLang="en-US" sz="2800">
              <a:solidFill>
                <a:srgbClr val="FFFF00"/>
              </a:solidFill>
              <a:latin typeface="Arial" panose="020B0604020202020204" pitchFamily="34" charset="0"/>
              <a:ea typeface="楷体_GB2312" pitchFamily="1" charset="-122"/>
            </a:endParaRPr>
          </a:p>
        </p:txBody>
      </p:sp>
      <p:sp>
        <p:nvSpPr>
          <p:cNvPr id="31766" name="矩形 31765"/>
          <p:cNvSpPr/>
          <p:nvPr/>
        </p:nvSpPr>
        <p:spPr>
          <a:xfrm>
            <a:off x="5753100" y="4908550"/>
            <a:ext cx="3230563" cy="457200"/>
          </a:xfrm>
          <a:prstGeom prst="rect">
            <a:avLst/>
          </a:prstGeom>
          <a:noFill/>
          <a:ln w="9525">
            <a:noFill/>
          </a:ln>
        </p:spPr>
        <p:txBody>
          <a:bodyPr vert="horz" wrap="none" anchor="ctr">
            <a:spAutoFit/>
          </a:bodyPr>
          <a:p>
            <a:pPr eaLnBrk="0" hangingPunct="0"/>
            <a:r>
              <a:rPr lang="en-US" altLang="zh-CN" sz="2400" b="1">
                <a:solidFill>
                  <a:srgbClr val="00FFFF"/>
                </a:solidFill>
                <a:latin typeface="Arial" panose="020B0604020202020204" pitchFamily="34" charset="0"/>
                <a:ea typeface="楷体_GB2312" pitchFamily="1" charset="-122"/>
              </a:rPr>
              <a:t>“</a:t>
            </a:r>
            <a:r>
              <a:rPr lang="zh-CN" altLang="en-US" sz="2400" b="1">
                <a:solidFill>
                  <a:srgbClr val="00FFFF"/>
                </a:solidFill>
                <a:latin typeface="Arial" panose="020B0604020202020204" pitchFamily="34" charset="0"/>
                <a:ea typeface="楷体_GB2312" pitchFamily="1" charset="-122"/>
              </a:rPr>
              <a:t>只有社会，没有自我”</a:t>
            </a:r>
            <a:endParaRPr lang="zh-CN" altLang="en-US" sz="2400" b="1">
              <a:solidFill>
                <a:srgbClr val="00FFFF"/>
              </a:solidFill>
              <a:latin typeface="楷体_GB2312" pitchFamily="1" charset="-122"/>
              <a:ea typeface="楷体_GB2312" pitchFamily="1" charset="-122"/>
            </a:endParaRPr>
          </a:p>
        </p:txBody>
      </p:sp>
      <p:sp>
        <p:nvSpPr>
          <p:cNvPr id="31767" name="矩形 31766"/>
          <p:cNvSpPr/>
          <p:nvPr/>
        </p:nvSpPr>
        <p:spPr>
          <a:xfrm>
            <a:off x="5737225" y="5365750"/>
            <a:ext cx="3554413" cy="822325"/>
          </a:xfrm>
          <a:prstGeom prst="rect">
            <a:avLst/>
          </a:prstGeom>
          <a:noFill/>
          <a:ln w="9525">
            <a:noFill/>
          </a:ln>
        </p:spPr>
        <p:txBody>
          <a:bodyPr vert="horz" wrap="none" anchor="ctr">
            <a:spAutoFit/>
          </a:bodyPr>
          <a:p>
            <a:pPr eaLnBrk="0" hangingPunct="0"/>
            <a:r>
              <a:rPr lang="zh-CN" altLang="en-US" sz="2400" b="1">
                <a:solidFill>
                  <a:srgbClr val="FFFF00"/>
                </a:solidFill>
                <a:latin typeface="Arial" panose="020B0604020202020204" pitchFamily="34" charset="0"/>
                <a:ea typeface="楷体_GB2312" pitchFamily="1" charset="-122"/>
              </a:rPr>
              <a:t>迅速丧失群体多样性，</a:t>
            </a:r>
            <a:endParaRPr lang="zh-CN" altLang="en-US" sz="2400" b="1">
              <a:solidFill>
                <a:srgbClr val="FFFF00"/>
              </a:solidFill>
              <a:latin typeface="Arial" panose="020B0604020202020204" pitchFamily="34" charset="0"/>
              <a:ea typeface="楷体_GB2312" pitchFamily="1" charset="-122"/>
            </a:endParaRPr>
          </a:p>
          <a:p>
            <a:pPr eaLnBrk="0" hangingPunct="0"/>
            <a:r>
              <a:rPr lang="zh-CN" altLang="en-US" sz="2400" b="1">
                <a:solidFill>
                  <a:srgbClr val="FFFF00"/>
                </a:solidFill>
                <a:latin typeface="Arial" panose="020B0604020202020204" pitchFamily="34" charset="0"/>
                <a:ea typeface="楷体_GB2312" pitchFamily="1" charset="-122"/>
              </a:rPr>
              <a:t>易陷入局优而无法跳出．</a:t>
            </a:r>
            <a:endParaRPr lang="zh-CN" altLang="en-US" sz="2400" b="1">
              <a:solidFill>
                <a:srgbClr val="FFFF00"/>
              </a:solidFill>
              <a:latin typeface="Arial" panose="020B0604020202020204" pitchFamily="34"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wipe(left)">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761"/>
                                        </p:tgtEl>
                                        <p:attrNameLst>
                                          <p:attrName>style.visibility</p:attrName>
                                        </p:attrNameLst>
                                      </p:cBhvr>
                                      <p:to>
                                        <p:strVal val="visible"/>
                                      </p:to>
                                    </p:set>
                                    <p:animEffect transition="in" filter="wipe(left)">
                                      <p:cBhvr>
                                        <p:cTn id="12" dur="500"/>
                                        <p:tgtEl>
                                          <p:spTgt spid="317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764"/>
                                        </p:tgtEl>
                                        <p:attrNameLst>
                                          <p:attrName>style.visibility</p:attrName>
                                        </p:attrNameLst>
                                      </p:cBhvr>
                                      <p:to>
                                        <p:strVal val="visible"/>
                                      </p:to>
                                    </p:set>
                                    <p:animEffect transition="in" filter="wipe(left)">
                                      <p:cBhvr>
                                        <p:cTn id="17" dur="500"/>
                                        <p:tgtEl>
                                          <p:spTgt spid="317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765"/>
                                        </p:tgtEl>
                                        <p:attrNameLst>
                                          <p:attrName>style.visibility</p:attrName>
                                        </p:attrNameLst>
                                      </p:cBhvr>
                                      <p:to>
                                        <p:strVal val="visible"/>
                                      </p:to>
                                    </p:set>
                                    <p:animEffect transition="in" filter="wipe(left)">
                                      <p:cBhvr>
                                        <p:cTn id="22" dur="500"/>
                                        <p:tgtEl>
                                          <p:spTgt spid="3176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766"/>
                                        </p:tgtEl>
                                        <p:attrNameLst>
                                          <p:attrName>style.visibility</p:attrName>
                                        </p:attrNameLst>
                                      </p:cBhvr>
                                      <p:to>
                                        <p:strVal val="visible"/>
                                      </p:to>
                                    </p:set>
                                    <p:animEffect transition="in" filter="wipe(left)">
                                      <p:cBhvr>
                                        <p:cTn id="27" dur="500"/>
                                        <p:tgtEl>
                                          <p:spTgt spid="317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767"/>
                                        </p:tgtEl>
                                        <p:attrNameLst>
                                          <p:attrName>style.visibility</p:attrName>
                                        </p:attrNameLst>
                                      </p:cBhvr>
                                      <p:to>
                                        <p:strVal val="visible"/>
                                      </p:to>
                                    </p:set>
                                    <p:animEffect transition="in" filter="wipe(left)">
                                      <p:cBhvr>
                                        <p:cTn id="32" dur="500"/>
                                        <p:tgtEl>
                                          <p:spTgt spid="31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5" grpId="0"/>
      <p:bldP spid="31766" grpId="0"/>
      <p:bldP spid="31767" grpId="0"/>
      <p:bldP spid="31747"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圆角矩形标注 33793" descr="紫色网格"/>
          <p:cNvSpPr/>
          <p:nvPr/>
        </p:nvSpPr>
        <p:spPr>
          <a:xfrm>
            <a:off x="5480050" y="3246438"/>
            <a:ext cx="4051300" cy="3105150"/>
          </a:xfrm>
          <a:prstGeom prst="wedgeRoundRectCallout">
            <a:avLst>
              <a:gd name="adj1" fmla="val -92083"/>
              <a:gd name="adj2" fmla="val 10069"/>
              <a:gd name="adj3" fmla="val 16667"/>
            </a:avLst>
          </a:prstGeom>
          <a:blipFill rotWithShape="1">
            <a:blip r:embed="rId1"/>
          </a:blipFill>
          <a:ln w="38100" cap="flat" cmpd="sng">
            <a:solidFill>
              <a:srgbClr val="00FF00"/>
            </a:solidFill>
            <a:prstDash val="solid"/>
            <a:miter/>
            <a:headEnd type="none" w="med" len="med"/>
            <a:tailEnd type="none" w="med" len="med"/>
          </a:ln>
        </p:spPr>
        <p:txBody>
          <a:bodyPr vert="horz" wrap="square" anchor="t"/>
          <a:p>
            <a:pPr algn="ctr" eaLnBrk="0" hangingPunct="0"/>
            <a:endParaRPr sz="2800">
              <a:latin typeface="Arial" panose="020B0604020202020204" pitchFamily="34" charset="0"/>
              <a:ea typeface="楷体_GB2312" pitchFamily="1" charset="-122"/>
            </a:endParaRPr>
          </a:p>
        </p:txBody>
      </p:sp>
      <p:sp>
        <p:nvSpPr>
          <p:cNvPr id="33795" name="矩形 33794"/>
          <p:cNvSpPr/>
          <p:nvPr/>
        </p:nvSpPr>
        <p:spPr>
          <a:xfrm>
            <a:off x="179388" y="476250"/>
            <a:ext cx="56737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 -</a:t>
            </a:r>
            <a:r>
              <a:rPr lang="zh-CN" altLang="en-US" sz="2800" b="1" dirty="0">
                <a:solidFill>
                  <a:schemeClr val="bg1"/>
                </a:solidFill>
                <a:latin typeface="Times New Roman" panose="02020603050405020304" pitchFamily="2" charset="0"/>
                <a:ea typeface="楷体_GB2312" pitchFamily="1" charset="-122"/>
              </a:rPr>
              <a:t>权重因子</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grpSp>
        <p:nvGrpSpPr>
          <p:cNvPr id="33796" name="组合 33795"/>
          <p:cNvGrpSpPr/>
          <p:nvPr/>
        </p:nvGrpSpPr>
        <p:grpSpPr>
          <a:xfrm>
            <a:off x="217805" y="1790383"/>
            <a:ext cx="7913688" cy="554038"/>
            <a:chOff x="14" y="199"/>
            <a:chExt cx="4985" cy="349"/>
          </a:xfrm>
        </p:grpSpPr>
        <p:sp>
          <p:nvSpPr>
            <p:cNvPr id="33797" name="矩形 33796"/>
            <p:cNvSpPr/>
            <p:nvPr/>
          </p:nvSpPr>
          <p:spPr>
            <a:xfrm>
              <a:off x="14" y="221"/>
              <a:ext cx="4985" cy="327"/>
            </a:xfrm>
            <a:prstGeom prst="rect">
              <a:avLst/>
            </a:prstGeom>
            <a:noFill/>
            <a:ln w="9525">
              <a:noFill/>
            </a:ln>
          </p:spPr>
          <p:txBody>
            <a:bodyPr wrap="none" anchor="ctr">
              <a:spAutoFit/>
            </a:bodyPr>
            <a:p>
              <a:pPr eaLnBrk="0" hangingPunct="0"/>
              <a:r>
                <a:rPr lang="zh-CN" altLang="en-US" sz="2800" b="1" dirty="0">
                  <a:latin typeface="Times New Roman" panose="02020603050405020304" pitchFamily="2" charset="0"/>
                  <a:ea typeface="楷体_GB2312" pitchFamily="1" charset="-122"/>
                </a:rPr>
                <a:t>　权重因子：惯性因子    、学习因子           </a:t>
              </a:r>
              <a:r>
                <a:rPr lang="zh-CN" altLang="en-US" sz="2800" dirty="0">
                  <a:latin typeface="Times New Roman" panose="02020603050405020304" pitchFamily="2" charset="0"/>
                  <a:ea typeface="楷体_GB2312" pitchFamily="1" charset="-122"/>
                </a:rPr>
                <a:t> </a:t>
              </a:r>
              <a:r>
                <a:rPr lang="zh-CN" altLang="en-US" sz="2800" b="1" dirty="0">
                  <a:latin typeface="Times New Roman" panose="02020603050405020304" pitchFamily="2" charset="0"/>
                  <a:ea typeface="楷体_GB2312" pitchFamily="1" charset="-122"/>
                </a:rPr>
                <a:t>     </a:t>
              </a:r>
              <a:endParaRPr lang="zh-CN" altLang="en-US" sz="2800" b="1" dirty="0">
                <a:latin typeface="Times New Roman" panose="02020603050405020304" pitchFamily="2" charset="0"/>
                <a:ea typeface="楷体_GB2312" pitchFamily="1" charset="-122"/>
              </a:endParaRPr>
            </a:p>
          </p:txBody>
        </p:sp>
        <p:graphicFrame>
          <p:nvGraphicFramePr>
            <p:cNvPr id="33798" name="对象 33797"/>
            <p:cNvGraphicFramePr>
              <a:graphicFrameLocks noChangeAspect="1"/>
            </p:cNvGraphicFramePr>
            <p:nvPr/>
          </p:nvGraphicFramePr>
          <p:xfrm>
            <a:off x="2367" y="199"/>
            <a:ext cx="366" cy="329"/>
          </p:xfrm>
          <a:graphic>
            <a:graphicData uri="http://schemas.openxmlformats.org/presentationml/2006/ole">
              <mc:AlternateContent xmlns:mc="http://schemas.openxmlformats.org/markup-compatibility/2006">
                <mc:Choice xmlns:v="urn:schemas-microsoft-com:vml" Requires="v">
                  <p:oleObj spid="_x0000_s3141" name="" r:id="rId2" imgW="3657600" imgH="3352800" progId="Equation.DSMT4">
                    <p:embed/>
                  </p:oleObj>
                </mc:Choice>
                <mc:Fallback>
                  <p:oleObj name="" r:id="rId2" imgW="3657600" imgH="3352800" progId="Equation.DSMT4">
                    <p:embed/>
                    <p:pic>
                      <p:nvPicPr>
                        <p:cNvPr id="0" name="图片 3140"/>
                        <p:cNvPicPr/>
                        <p:nvPr/>
                      </p:nvPicPr>
                      <p:blipFill>
                        <a:blip r:embed="rId3">
                          <a:lum bright="100000"/>
                        </a:blip>
                        <a:stretch>
                          <a:fillRect/>
                        </a:stretch>
                      </p:blipFill>
                      <p:spPr>
                        <a:xfrm>
                          <a:off x="2367" y="199"/>
                          <a:ext cx="366" cy="329"/>
                        </a:xfrm>
                        <a:prstGeom prst="rect">
                          <a:avLst/>
                        </a:prstGeom>
                        <a:solidFill>
                          <a:schemeClr val="accent2"/>
                        </a:solidFill>
                        <a:ln w="38100">
                          <a:noFill/>
                          <a:miter/>
                        </a:ln>
                      </p:spPr>
                    </p:pic>
                  </p:oleObj>
                </mc:Fallback>
              </mc:AlternateContent>
            </a:graphicData>
          </a:graphic>
        </p:graphicFrame>
        <p:graphicFrame>
          <p:nvGraphicFramePr>
            <p:cNvPr id="33799" name="对象 33798"/>
            <p:cNvGraphicFramePr>
              <a:graphicFrameLocks noChangeAspect="1"/>
            </p:cNvGraphicFramePr>
            <p:nvPr/>
          </p:nvGraphicFramePr>
          <p:xfrm>
            <a:off x="3718" y="199"/>
            <a:ext cx="328" cy="329"/>
          </p:xfrm>
          <a:graphic>
            <a:graphicData uri="http://schemas.openxmlformats.org/presentationml/2006/ole">
              <mc:AlternateContent xmlns:mc="http://schemas.openxmlformats.org/markup-compatibility/2006">
                <mc:Choice xmlns:v="urn:schemas-microsoft-com:vml" Requires="v">
                  <p:oleObj spid="_x0000_s3136" name="" r:id="rId4" imgW="178435" imgH="229235" progId="Equation.DSMT4">
                    <p:embed/>
                  </p:oleObj>
                </mc:Choice>
                <mc:Fallback>
                  <p:oleObj name="" r:id="rId4" imgW="178435" imgH="229235" progId="Equation.DSMT4">
                    <p:embed/>
                    <p:pic>
                      <p:nvPicPr>
                        <p:cNvPr id="0" name="图片 3135"/>
                        <p:cNvPicPr/>
                        <p:nvPr/>
                      </p:nvPicPr>
                      <p:blipFill>
                        <a:blip r:embed="rId5">
                          <a:lum bright="100000"/>
                        </a:blip>
                        <a:stretch>
                          <a:fillRect/>
                        </a:stretch>
                      </p:blipFill>
                      <p:spPr>
                        <a:xfrm>
                          <a:off x="3718" y="199"/>
                          <a:ext cx="328" cy="329"/>
                        </a:xfrm>
                        <a:prstGeom prst="rect">
                          <a:avLst/>
                        </a:prstGeom>
                        <a:solidFill>
                          <a:schemeClr val="accent2"/>
                        </a:solidFill>
                        <a:ln w="38100">
                          <a:noFill/>
                          <a:miter/>
                        </a:ln>
                      </p:spPr>
                    </p:pic>
                  </p:oleObj>
                </mc:Fallback>
              </mc:AlternateContent>
            </a:graphicData>
          </a:graphic>
        </p:graphicFrame>
        <p:graphicFrame>
          <p:nvGraphicFramePr>
            <p:cNvPr id="33800" name="对象 33799"/>
            <p:cNvGraphicFramePr>
              <a:graphicFrameLocks noChangeAspect="1"/>
            </p:cNvGraphicFramePr>
            <p:nvPr/>
          </p:nvGraphicFramePr>
          <p:xfrm>
            <a:off x="4135" y="199"/>
            <a:ext cx="320" cy="329"/>
          </p:xfrm>
          <a:graphic>
            <a:graphicData uri="http://schemas.openxmlformats.org/presentationml/2006/ole">
              <mc:AlternateContent xmlns:mc="http://schemas.openxmlformats.org/markup-compatibility/2006">
                <mc:Choice xmlns:v="urn:schemas-microsoft-com:vml" Requires="v">
                  <p:oleObj spid="_x0000_s3140" name="" r:id="rId6" imgW="203835" imgH="229870" progId="Equation.DSMT4">
                    <p:embed/>
                  </p:oleObj>
                </mc:Choice>
                <mc:Fallback>
                  <p:oleObj name="" r:id="rId6" imgW="203835" imgH="229870" progId="Equation.DSMT4">
                    <p:embed/>
                    <p:pic>
                      <p:nvPicPr>
                        <p:cNvPr id="0" name="图片 3139"/>
                        <p:cNvPicPr/>
                        <p:nvPr/>
                      </p:nvPicPr>
                      <p:blipFill>
                        <a:blip r:embed="rId7">
                          <a:lum bright="100000"/>
                        </a:blip>
                        <a:stretch>
                          <a:fillRect/>
                        </a:stretch>
                      </p:blipFill>
                      <p:spPr>
                        <a:xfrm>
                          <a:off x="4135" y="199"/>
                          <a:ext cx="320" cy="329"/>
                        </a:xfrm>
                        <a:prstGeom prst="rect">
                          <a:avLst/>
                        </a:prstGeom>
                        <a:solidFill>
                          <a:schemeClr val="accent2"/>
                        </a:solidFill>
                        <a:ln w="38100">
                          <a:noFill/>
                          <a:miter/>
                        </a:ln>
                      </p:spPr>
                    </p:pic>
                  </p:oleObj>
                </mc:Fallback>
              </mc:AlternateContent>
            </a:graphicData>
          </a:graphic>
        </p:graphicFrame>
      </p:grpSp>
      <p:sp>
        <p:nvSpPr>
          <p:cNvPr id="33801" name="矩形 33800"/>
          <p:cNvSpPr/>
          <p:nvPr/>
        </p:nvSpPr>
        <p:spPr>
          <a:xfrm>
            <a:off x="269875" y="4910138"/>
            <a:ext cx="3322638"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社会经验部分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3802" name="矩形 33801"/>
          <p:cNvSpPr/>
          <p:nvPr/>
        </p:nvSpPr>
        <p:spPr>
          <a:xfrm>
            <a:off x="250825" y="3473450"/>
            <a:ext cx="4572000"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前次迭代中自身的速度</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endParaRPr lang="zh-CN" altLang="en-US" sz="2800" b="1">
              <a:latin typeface="楷体_GB2312" pitchFamily="1" charset="-122"/>
              <a:ea typeface="楷体_GB2312" pitchFamily="1" charset="-122"/>
            </a:endParaRPr>
          </a:p>
        </p:txBody>
      </p:sp>
      <p:sp>
        <p:nvSpPr>
          <p:cNvPr id="33803" name="矩形 33802"/>
          <p:cNvSpPr/>
          <p:nvPr/>
        </p:nvSpPr>
        <p:spPr>
          <a:xfrm>
            <a:off x="250825" y="4157663"/>
            <a:ext cx="3143250"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自我认知部分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3804" name="矩形 33803"/>
          <p:cNvSpPr/>
          <p:nvPr/>
        </p:nvSpPr>
        <p:spPr>
          <a:xfrm>
            <a:off x="993775" y="2865438"/>
            <a:ext cx="6894513"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粒子的速度更新主要由三部分组成：</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33805" name="对象 33804"/>
          <p:cNvGraphicFramePr>
            <a:graphicFrameLocks noChangeAspect="1"/>
          </p:cNvGraphicFramePr>
          <p:nvPr/>
        </p:nvGraphicFramePr>
        <p:xfrm>
          <a:off x="3952875" y="3398838"/>
          <a:ext cx="692150" cy="593725"/>
        </p:xfrm>
        <a:graphic>
          <a:graphicData uri="http://schemas.openxmlformats.org/presentationml/2006/ole">
            <mc:AlternateContent xmlns:mc="http://schemas.openxmlformats.org/markup-compatibility/2006">
              <mc:Choice xmlns:v="urn:schemas-microsoft-com:vml" Requires="v">
                <p:oleObj spid="_x0000_s3150" name="" r:id="rId8" imgW="6400800" imgH="5486400" progId="Equation.KSEE3">
                  <p:embed/>
                </p:oleObj>
              </mc:Choice>
              <mc:Fallback>
                <p:oleObj name="" r:id="rId8" imgW="6400800" imgH="5486400" progId="Equation.KSEE3">
                  <p:embed/>
                  <p:pic>
                    <p:nvPicPr>
                      <p:cNvPr id="0" name="图片 3149"/>
                      <p:cNvPicPr/>
                      <p:nvPr/>
                    </p:nvPicPr>
                    <p:blipFill>
                      <a:blip r:embed="rId9"/>
                      <a:stretch>
                        <a:fillRect/>
                      </a:stretch>
                    </p:blipFill>
                    <p:spPr>
                      <a:xfrm>
                        <a:off x="3952875" y="3398838"/>
                        <a:ext cx="692150" cy="593725"/>
                      </a:xfrm>
                      <a:prstGeom prst="rect">
                        <a:avLst/>
                      </a:prstGeom>
                      <a:solidFill>
                        <a:schemeClr val="accent2"/>
                      </a:solidFill>
                      <a:ln w="38100">
                        <a:noFill/>
                        <a:miter/>
                      </a:ln>
                    </p:spPr>
                  </p:pic>
                </p:oleObj>
              </mc:Fallback>
            </mc:AlternateContent>
          </a:graphicData>
        </a:graphic>
      </p:graphicFrame>
      <p:graphicFrame>
        <p:nvGraphicFramePr>
          <p:cNvPr id="33806" name="对象 33805"/>
          <p:cNvGraphicFramePr>
            <a:graphicFrameLocks noChangeAspect="1"/>
          </p:cNvGraphicFramePr>
          <p:nvPr/>
        </p:nvGraphicFramePr>
        <p:xfrm>
          <a:off x="719455" y="2313305"/>
          <a:ext cx="7058025" cy="552450"/>
        </p:xfrm>
        <a:graphic>
          <a:graphicData uri="http://schemas.openxmlformats.org/presentationml/2006/ole">
            <mc:AlternateContent xmlns:mc="http://schemas.openxmlformats.org/markup-compatibility/2006">
              <mc:Choice xmlns:v="urn:schemas-microsoft-com:vml" Requires="v">
                <p:oleObj spid="_x0000_s3154" name="" r:id="rId10" imgW="3084830" imgH="241300" progId="Equation.DSMT4">
                  <p:embed/>
                </p:oleObj>
              </mc:Choice>
              <mc:Fallback>
                <p:oleObj name="" r:id="rId10" imgW="3084830" imgH="241300" progId="Equation.DSMT4">
                  <p:embed/>
                  <p:pic>
                    <p:nvPicPr>
                      <p:cNvPr id="0" name="图片 3153"/>
                      <p:cNvPicPr/>
                      <p:nvPr/>
                    </p:nvPicPr>
                    <p:blipFill>
                      <a:blip r:embed="rId11"/>
                      <a:stretch>
                        <a:fillRect/>
                      </a:stretch>
                    </p:blipFill>
                    <p:spPr>
                      <a:xfrm>
                        <a:off x="719455" y="2313305"/>
                        <a:ext cx="7058025" cy="552450"/>
                      </a:xfrm>
                      <a:prstGeom prst="rect">
                        <a:avLst/>
                      </a:prstGeom>
                      <a:noFill/>
                      <a:ln w="38100">
                        <a:noFill/>
                        <a:miter/>
                      </a:ln>
                    </p:spPr>
                  </p:pic>
                </p:oleObj>
              </mc:Fallback>
            </mc:AlternateContent>
          </a:graphicData>
        </a:graphic>
      </p:graphicFrame>
      <p:graphicFrame>
        <p:nvGraphicFramePr>
          <p:cNvPr id="33807" name="对象 33806"/>
          <p:cNvGraphicFramePr>
            <a:graphicFrameLocks noChangeAspect="1"/>
          </p:cNvGraphicFramePr>
          <p:nvPr/>
        </p:nvGraphicFramePr>
        <p:xfrm>
          <a:off x="2511425" y="4119563"/>
          <a:ext cx="2968625" cy="627062"/>
        </p:xfrm>
        <a:graphic>
          <a:graphicData uri="http://schemas.openxmlformats.org/presentationml/2006/ole">
            <mc:AlternateContent xmlns:mc="http://schemas.openxmlformats.org/markup-compatibility/2006">
              <mc:Choice xmlns:v="urn:schemas-microsoft-com:vml" Requires="v">
                <p:oleObj spid="_x0000_s3148" name="" r:id="rId12" imgW="27432000" imgH="5791200" progId="Equation.KSEE3">
                  <p:embed/>
                </p:oleObj>
              </mc:Choice>
              <mc:Fallback>
                <p:oleObj name="" r:id="rId12" imgW="27432000" imgH="5791200" progId="Equation.KSEE3">
                  <p:embed/>
                  <p:pic>
                    <p:nvPicPr>
                      <p:cNvPr id="0" name="图片 3147"/>
                      <p:cNvPicPr/>
                      <p:nvPr/>
                    </p:nvPicPr>
                    <p:blipFill>
                      <a:blip r:embed="rId13"/>
                      <a:stretch>
                        <a:fillRect/>
                      </a:stretch>
                    </p:blipFill>
                    <p:spPr>
                      <a:xfrm>
                        <a:off x="2511425" y="4119563"/>
                        <a:ext cx="2968625" cy="627062"/>
                      </a:xfrm>
                      <a:prstGeom prst="rect">
                        <a:avLst/>
                      </a:prstGeom>
                      <a:solidFill>
                        <a:schemeClr val="accent2">
                          <a:alpha val="100000"/>
                        </a:schemeClr>
                      </a:solidFill>
                      <a:ln w="38100">
                        <a:noFill/>
                        <a:miter/>
                      </a:ln>
                    </p:spPr>
                  </p:pic>
                </p:oleObj>
              </mc:Fallback>
            </mc:AlternateContent>
          </a:graphicData>
        </a:graphic>
      </p:graphicFrame>
      <p:graphicFrame>
        <p:nvGraphicFramePr>
          <p:cNvPr id="33808" name="对象 33807"/>
          <p:cNvGraphicFramePr>
            <a:graphicFrameLocks noChangeAspect="1"/>
          </p:cNvGraphicFramePr>
          <p:nvPr/>
        </p:nvGraphicFramePr>
        <p:xfrm>
          <a:off x="2466975" y="4910138"/>
          <a:ext cx="2970213" cy="627062"/>
        </p:xfrm>
        <a:graphic>
          <a:graphicData uri="http://schemas.openxmlformats.org/presentationml/2006/ole">
            <mc:AlternateContent xmlns:mc="http://schemas.openxmlformats.org/markup-compatibility/2006">
              <mc:Choice xmlns:v="urn:schemas-microsoft-com:vml" Requires="v">
                <p:oleObj spid="_x0000_s3151" name="" r:id="rId14" imgW="27432000" imgH="5791200" progId="Equation.KSEE3">
                  <p:embed/>
                </p:oleObj>
              </mc:Choice>
              <mc:Fallback>
                <p:oleObj name="" r:id="rId14" imgW="27432000" imgH="5791200" progId="Equation.KSEE3">
                  <p:embed/>
                  <p:pic>
                    <p:nvPicPr>
                      <p:cNvPr id="0" name="图片 3150"/>
                      <p:cNvPicPr/>
                      <p:nvPr/>
                    </p:nvPicPr>
                    <p:blipFill>
                      <a:blip r:embed="rId15"/>
                      <a:stretch>
                        <a:fillRect/>
                      </a:stretch>
                    </p:blipFill>
                    <p:spPr>
                      <a:xfrm>
                        <a:off x="2466975" y="4910138"/>
                        <a:ext cx="2970213" cy="627062"/>
                      </a:xfrm>
                      <a:prstGeom prst="rect">
                        <a:avLst/>
                      </a:prstGeom>
                      <a:solidFill>
                        <a:schemeClr val="accent2">
                          <a:alpha val="100000"/>
                        </a:schemeClr>
                      </a:solidFill>
                      <a:ln w="38100">
                        <a:noFill/>
                        <a:miter/>
                      </a:ln>
                    </p:spPr>
                  </p:pic>
                </p:oleObj>
              </mc:Fallback>
            </mc:AlternateContent>
          </a:graphicData>
        </a:graphic>
      </p:graphicFrame>
      <p:sp>
        <p:nvSpPr>
          <p:cNvPr id="33809" name="矩形 33808"/>
          <p:cNvSpPr/>
          <p:nvPr/>
        </p:nvSpPr>
        <p:spPr>
          <a:xfrm>
            <a:off x="5480050" y="4279900"/>
            <a:ext cx="3838575" cy="519113"/>
          </a:xfrm>
          <a:prstGeom prst="rect">
            <a:avLst/>
          </a:prstGeom>
          <a:noFill/>
          <a:ln w="9525">
            <a:noFill/>
          </a:ln>
        </p:spPr>
        <p:txBody>
          <a:bodyPr vert="horz" wrap="none" anchor="ctr">
            <a:spAutoFit/>
          </a:bodyPr>
          <a:p>
            <a:pPr eaLnBrk="0" hangingPunct="0"/>
            <a:r>
              <a:rPr lang="zh-CN" altLang="en-US" sz="2800" b="1">
                <a:solidFill>
                  <a:srgbClr val="FFFF00"/>
                </a:solidFill>
                <a:latin typeface="Arial" panose="020B0604020202020204" pitchFamily="34" charset="0"/>
                <a:ea typeface="楷体_GB2312" pitchFamily="1" charset="-122"/>
              </a:rPr>
              <a:t>自我认知型粒子群算法</a:t>
            </a:r>
            <a:r>
              <a:rPr lang="zh-CN" altLang="en-US" sz="2800">
                <a:solidFill>
                  <a:srgbClr val="FFFF00"/>
                </a:solidFill>
                <a:latin typeface="Arial" panose="020B0604020202020204" pitchFamily="34" charset="0"/>
                <a:ea typeface="楷体_GB2312" pitchFamily="1" charset="-122"/>
              </a:rPr>
              <a:t> </a:t>
            </a:r>
            <a:endParaRPr lang="zh-CN" altLang="en-US" sz="2800">
              <a:solidFill>
                <a:srgbClr val="FFFF00"/>
              </a:solidFill>
              <a:latin typeface="Arial" panose="020B0604020202020204" pitchFamily="34" charset="0"/>
              <a:ea typeface="楷体_GB2312" pitchFamily="1" charset="-122"/>
            </a:endParaRPr>
          </a:p>
        </p:txBody>
      </p:sp>
      <p:sp>
        <p:nvSpPr>
          <p:cNvPr id="33810" name="矩形 33809"/>
          <p:cNvSpPr/>
          <p:nvPr/>
        </p:nvSpPr>
        <p:spPr>
          <a:xfrm>
            <a:off x="5753100" y="4908550"/>
            <a:ext cx="3230563" cy="457200"/>
          </a:xfrm>
          <a:prstGeom prst="rect">
            <a:avLst/>
          </a:prstGeom>
          <a:noFill/>
          <a:ln w="9525">
            <a:noFill/>
          </a:ln>
        </p:spPr>
        <p:txBody>
          <a:bodyPr vert="horz" wrap="none" anchor="ctr">
            <a:spAutoFit/>
          </a:bodyPr>
          <a:p>
            <a:pPr eaLnBrk="0" hangingPunct="0"/>
            <a:r>
              <a:rPr lang="en-US" altLang="zh-CN" sz="2400" b="1">
                <a:solidFill>
                  <a:srgbClr val="00FFFF"/>
                </a:solidFill>
                <a:latin typeface="Arial" panose="020B0604020202020204" pitchFamily="34" charset="0"/>
                <a:ea typeface="楷体_GB2312" pitchFamily="1" charset="-122"/>
              </a:rPr>
              <a:t>“</a:t>
            </a:r>
            <a:r>
              <a:rPr lang="zh-CN" altLang="en-US" sz="2400" b="1">
                <a:solidFill>
                  <a:srgbClr val="00FFFF"/>
                </a:solidFill>
                <a:latin typeface="Arial" panose="020B0604020202020204" pitchFamily="34" charset="0"/>
                <a:ea typeface="楷体_GB2312" pitchFamily="1" charset="-122"/>
              </a:rPr>
              <a:t>只有自我，没有社会”</a:t>
            </a:r>
            <a:endParaRPr lang="zh-CN" altLang="en-US" sz="2400" b="1">
              <a:solidFill>
                <a:srgbClr val="00FFFF"/>
              </a:solidFill>
              <a:latin typeface="楷体_GB2312" pitchFamily="1" charset="-122"/>
              <a:ea typeface="楷体_GB2312" pitchFamily="1" charset="-122"/>
            </a:endParaRPr>
          </a:p>
        </p:txBody>
      </p:sp>
      <p:sp>
        <p:nvSpPr>
          <p:cNvPr id="33811" name="矩形 33810"/>
          <p:cNvSpPr/>
          <p:nvPr/>
        </p:nvSpPr>
        <p:spPr>
          <a:xfrm>
            <a:off x="5737225" y="5365750"/>
            <a:ext cx="3840163" cy="822325"/>
          </a:xfrm>
          <a:prstGeom prst="rect">
            <a:avLst/>
          </a:prstGeom>
          <a:noFill/>
          <a:ln w="9525">
            <a:noFill/>
          </a:ln>
        </p:spPr>
        <p:txBody>
          <a:bodyPr vert="horz" wrap="none" anchor="ctr">
            <a:spAutoFit/>
          </a:bodyPr>
          <a:p>
            <a:pPr eaLnBrk="0" hangingPunct="0"/>
            <a:r>
              <a:rPr lang="zh-CN" altLang="en-US" sz="2400" b="1">
                <a:solidFill>
                  <a:srgbClr val="00FFFF"/>
                </a:solidFill>
                <a:latin typeface="Arial" panose="020B0604020202020204" pitchFamily="34" charset="0"/>
                <a:ea typeface="楷体_GB2312" pitchFamily="1" charset="-122"/>
              </a:rPr>
              <a:t>完全没有信息的社会共享，</a:t>
            </a:r>
            <a:endParaRPr lang="zh-CN" altLang="en-US" sz="2400" b="1">
              <a:solidFill>
                <a:srgbClr val="00FFFF"/>
              </a:solidFill>
              <a:latin typeface="Arial" panose="020B0604020202020204" pitchFamily="34" charset="0"/>
              <a:ea typeface="楷体_GB2312" pitchFamily="1" charset="-122"/>
            </a:endParaRPr>
          </a:p>
          <a:p>
            <a:pPr eaLnBrk="0" hangingPunct="0"/>
            <a:r>
              <a:rPr lang="zh-CN" altLang="en-US" sz="2400" b="1">
                <a:solidFill>
                  <a:srgbClr val="00FFFF"/>
                </a:solidFill>
                <a:latin typeface="Arial" panose="020B0604020202020204" pitchFamily="34" charset="0"/>
                <a:ea typeface="楷体_GB2312" pitchFamily="1" charset="-122"/>
              </a:rPr>
              <a:t>导致算法收敛速度缓慢</a:t>
            </a:r>
            <a:r>
              <a:rPr lang="zh-CN" altLang="en-US" sz="2400">
                <a:solidFill>
                  <a:srgbClr val="00FFFF"/>
                </a:solidFill>
                <a:latin typeface="Arial" panose="020B0604020202020204" pitchFamily="34" charset="0"/>
                <a:ea typeface="楷体_GB2312" pitchFamily="1" charset="-122"/>
              </a:rPr>
              <a:t> </a:t>
            </a:r>
            <a:endParaRPr lang="zh-CN" altLang="en-US" sz="2400">
              <a:solidFill>
                <a:srgbClr val="00FFFF"/>
              </a:solidFill>
              <a:latin typeface="Arial" panose="020B0604020202020204" pitchFamily="34" charset="0"/>
              <a:ea typeface="楷体_GB2312" pitchFamily="1" charset="-122"/>
            </a:endParaRPr>
          </a:p>
        </p:txBody>
      </p:sp>
      <p:grpSp>
        <p:nvGrpSpPr>
          <p:cNvPr id="33812" name="组合 33811"/>
          <p:cNvGrpSpPr/>
          <p:nvPr/>
        </p:nvGrpSpPr>
        <p:grpSpPr>
          <a:xfrm>
            <a:off x="6229350" y="3384550"/>
            <a:ext cx="2428875" cy="533400"/>
            <a:chOff x="0" y="0"/>
            <a:chExt cx="1530" cy="336"/>
          </a:xfrm>
        </p:grpSpPr>
        <p:sp>
          <p:nvSpPr>
            <p:cNvPr id="33813" name="矩形 33812"/>
            <p:cNvSpPr/>
            <p:nvPr/>
          </p:nvSpPr>
          <p:spPr>
            <a:xfrm>
              <a:off x="0" y="9"/>
              <a:ext cx="1530" cy="327"/>
            </a:xfrm>
            <a:prstGeom prst="rect">
              <a:avLst/>
            </a:prstGeom>
            <a:noFill/>
            <a:ln w="9525">
              <a:noFill/>
            </a:ln>
          </p:spPr>
          <p:txBody>
            <a:bodyPr vert="horz" wrap="none" anchor="ctr">
              <a:spAutoFit/>
            </a:bodyPr>
            <a:p>
              <a:pPr eaLnBrk="0" hangingPunct="0"/>
              <a:r>
                <a:rPr lang="zh-CN" altLang="en-US" sz="2800" b="1">
                  <a:solidFill>
                    <a:srgbClr val="FFFF00"/>
                  </a:solidFill>
                  <a:latin typeface="Arial" panose="020B0604020202020204" pitchFamily="34" charset="0"/>
                  <a:ea typeface="楷体_GB2312" pitchFamily="1" charset="-122"/>
                </a:rPr>
                <a:t>学习因子</a:t>
              </a:r>
              <a:r>
                <a:rPr lang="zh-CN" altLang="en-US" sz="2800">
                  <a:solidFill>
                    <a:srgbClr val="FFFF00"/>
                  </a:solidFill>
                  <a:latin typeface="Arial" panose="020B0604020202020204" pitchFamily="34" charset="0"/>
                  <a:ea typeface="楷体_GB2312" pitchFamily="1" charset="-122"/>
                </a:rPr>
                <a:t> </a:t>
              </a:r>
              <a:r>
                <a:rPr lang="zh-CN" altLang="en-US" sz="2800" b="1">
                  <a:solidFill>
                    <a:srgbClr val="FFFF00"/>
                  </a:solidFill>
                  <a:latin typeface="楷体_GB2312" pitchFamily="1" charset="-122"/>
                  <a:ea typeface="楷体_GB2312" pitchFamily="1" charset="-122"/>
                </a:rPr>
                <a:t>    </a:t>
              </a:r>
              <a:endParaRPr lang="zh-CN" altLang="en-US" sz="2800" b="1">
                <a:solidFill>
                  <a:srgbClr val="FFFF00"/>
                </a:solidFill>
                <a:latin typeface="楷体_GB2312" pitchFamily="1" charset="-122"/>
                <a:ea typeface="楷体_GB2312" pitchFamily="1" charset="-122"/>
              </a:endParaRPr>
            </a:p>
          </p:txBody>
        </p:sp>
        <p:graphicFrame>
          <p:nvGraphicFramePr>
            <p:cNvPr id="33814" name="对象 33813"/>
            <p:cNvGraphicFramePr>
              <a:graphicFrameLocks noChangeAspect="1"/>
            </p:cNvGraphicFramePr>
            <p:nvPr/>
          </p:nvGraphicFramePr>
          <p:xfrm>
            <a:off x="955" y="0"/>
            <a:ext cx="219" cy="329"/>
          </p:xfrm>
          <a:graphic>
            <a:graphicData uri="http://schemas.openxmlformats.org/presentationml/2006/ole">
              <mc:AlternateContent xmlns:mc="http://schemas.openxmlformats.org/markup-compatibility/2006">
                <mc:Choice xmlns:v="urn:schemas-microsoft-com:vml" Requires="v">
                  <p:oleObj spid="_x0000_s3152" name="" r:id="rId16" imgW="153035" imgH="229870" progId="Equation.DSMT4">
                    <p:embed/>
                  </p:oleObj>
                </mc:Choice>
                <mc:Fallback>
                  <p:oleObj name="" r:id="rId16" imgW="153035" imgH="229870" progId="Equation.DSMT4">
                    <p:embed/>
                    <p:pic>
                      <p:nvPicPr>
                        <p:cNvPr id="0" name="图片 3151"/>
                        <p:cNvPicPr/>
                        <p:nvPr/>
                      </p:nvPicPr>
                      <p:blipFill>
                        <a:blip r:embed="rId17">
                          <a:lum bright="100000"/>
                        </a:blip>
                        <a:stretch>
                          <a:fillRect/>
                        </a:stretch>
                      </p:blipFill>
                      <p:spPr>
                        <a:xfrm>
                          <a:off x="955" y="0"/>
                          <a:ext cx="219" cy="329"/>
                        </a:xfrm>
                        <a:prstGeom prst="rect">
                          <a:avLst/>
                        </a:prstGeom>
                        <a:noFill/>
                        <a:ln w="38100">
                          <a:noFill/>
                          <a:miter/>
                        </a:ln>
                      </p:spPr>
                    </p:pic>
                  </p:oleObj>
                </mc:Fallback>
              </mc:AlternateContent>
            </a:graphicData>
          </a:graphic>
        </p:graphicFrame>
      </p:grpSp>
      <p:graphicFrame>
        <p:nvGraphicFramePr>
          <p:cNvPr id="33815" name="对象 33814"/>
          <p:cNvGraphicFramePr>
            <a:graphicFrameLocks noChangeAspect="1"/>
          </p:cNvGraphicFramePr>
          <p:nvPr/>
        </p:nvGraphicFramePr>
        <p:xfrm>
          <a:off x="5737225" y="3757613"/>
          <a:ext cx="898525" cy="522287"/>
        </p:xfrm>
        <a:graphic>
          <a:graphicData uri="http://schemas.openxmlformats.org/presentationml/2006/ole">
            <mc:AlternateContent xmlns:mc="http://schemas.openxmlformats.org/markup-compatibility/2006">
              <mc:Choice xmlns:v="urn:schemas-microsoft-com:vml" Requires="v">
                <p:oleObj spid="_x0000_s3149" name="" r:id="rId18" imgW="394970" imgH="229235" progId="Equation.DSMT4">
                  <p:embed/>
                </p:oleObj>
              </mc:Choice>
              <mc:Fallback>
                <p:oleObj name="" r:id="rId18" imgW="394970" imgH="229235" progId="Equation.DSMT4">
                  <p:embed/>
                  <p:pic>
                    <p:nvPicPr>
                      <p:cNvPr id="0" name="图片 3148"/>
                      <p:cNvPicPr/>
                      <p:nvPr/>
                    </p:nvPicPr>
                    <p:blipFill>
                      <a:blip r:embed="rId19">
                        <a:lum bright="100000"/>
                      </a:blip>
                      <a:stretch>
                        <a:fillRect/>
                      </a:stretch>
                    </p:blipFill>
                    <p:spPr>
                      <a:xfrm>
                        <a:off x="5737225" y="3757613"/>
                        <a:ext cx="898525" cy="522287"/>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wipe(left)">
                                      <p:cBhvr>
                                        <p:cTn id="7" dur="500"/>
                                        <p:tgtEl>
                                          <p:spTgt spid="337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812"/>
                                        </p:tgtEl>
                                        <p:attrNameLst>
                                          <p:attrName>style.visibility</p:attrName>
                                        </p:attrNameLst>
                                      </p:cBhvr>
                                      <p:to>
                                        <p:strVal val="visible"/>
                                      </p:to>
                                    </p:set>
                                    <p:animEffect transition="in" filter="wipe(left)">
                                      <p:cBhvr>
                                        <p:cTn id="12" dur="500"/>
                                        <p:tgtEl>
                                          <p:spTgt spid="338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3815"/>
                                        </p:tgtEl>
                                        <p:attrNameLst>
                                          <p:attrName>style.visibility</p:attrName>
                                        </p:attrNameLst>
                                      </p:cBhvr>
                                      <p:to>
                                        <p:strVal val="visible"/>
                                      </p:to>
                                    </p:set>
                                    <p:animEffect transition="in" filter="wipe(left)">
                                      <p:cBhvr>
                                        <p:cTn id="17" dur="500"/>
                                        <p:tgtEl>
                                          <p:spTgt spid="338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09"/>
                                        </p:tgtEl>
                                        <p:attrNameLst>
                                          <p:attrName>style.visibility</p:attrName>
                                        </p:attrNameLst>
                                      </p:cBhvr>
                                      <p:to>
                                        <p:strVal val="visible"/>
                                      </p:to>
                                    </p:set>
                                    <p:animEffect transition="in" filter="wipe(left)">
                                      <p:cBhvr>
                                        <p:cTn id="22" dur="500"/>
                                        <p:tgtEl>
                                          <p:spTgt spid="3380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810"/>
                                        </p:tgtEl>
                                        <p:attrNameLst>
                                          <p:attrName>style.visibility</p:attrName>
                                        </p:attrNameLst>
                                      </p:cBhvr>
                                      <p:to>
                                        <p:strVal val="visible"/>
                                      </p:to>
                                    </p:set>
                                    <p:animEffect transition="in" filter="wipe(left)">
                                      <p:cBhvr>
                                        <p:cTn id="27" dur="500"/>
                                        <p:tgtEl>
                                          <p:spTgt spid="338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811"/>
                                        </p:tgtEl>
                                        <p:attrNameLst>
                                          <p:attrName>style.visibility</p:attrName>
                                        </p:attrNameLst>
                                      </p:cBhvr>
                                      <p:to>
                                        <p:strVal val="visible"/>
                                      </p:to>
                                    </p:set>
                                    <p:animEffect transition="in" filter="wipe(left)">
                                      <p:cBhvr>
                                        <p:cTn id="32" dur="500"/>
                                        <p:tgtEl>
                                          <p:spTgt spid="33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9" grpId="0"/>
      <p:bldP spid="33810" grpId="0"/>
      <p:bldP spid="33811" grpId="0"/>
      <p:bldP spid="33794"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矩形 35841"/>
          <p:cNvSpPr/>
          <p:nvPr/>
        </p:nvSpPr>
        <p:spPr>
          <a:xfrm>
            <a:off x="179388" y="476250"/>
            <a:ext cx="56737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a:t>
            </a:r>
            <a:r>
              <a:rPr lang="zh-CN" altLang="en-US" sz="2800" b="1" dirty="0">
                <a:solidFill>
                  <a:schemeClr val="bg1"/>
                </a:solidFill>
                <a:latin typeface="Times New Roman" panose="02020603050405020304" pitchFamily="2" charset="0"/>
                <a:ea typeface="楷体_GB2312" pitchFamily="1" charset="-122"/>
              </a:rPr>
              <a:t>权重因子</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grpSp>
        <p:nvGrpSpPr>
          <p:cNvPr id="35843" name="组合 35842"/>
          <p:cNvGrpSpPr/>
          <p:nvPr/>
        </p:nvGrpSpPr>
        <p:grpSpPr>
          <a:xfrm>
            <a:off x="269875" y="1762125"/>
            <a:ext cx="7913688" cy="550863"/>
            <a:chOff x="0" y="0"/>
            <a:chExt cx="4985" cy="347"/>
          </a:xfrm>
        </p:grpSpPr>
        <p:sp>
          <p:nvSpPr>
            <p:cNvPr id="35844" name="矩形 35843"/>
            <p:cNvSpPr/>
            <p:nvPr/>
          </p:nvSpPr>
          <p:spPr>
            <a:xfrm>
              <a:off x="0" y="0"/>
              <a:ext cx="4985" cy="327"/>
            </a:xfrm>
            <a:prstGeom prst="rect">
              <a:avLst/>
            </a:prstGeom>
            <a:noFill/>
            <a:ln w="9525">
              <a:noFill/>
            </a:ln>
          </p:spPr>
          <p:txBody>
            <a:bodyPr wrap="none" anchor="ctr">
              <a:spAutoFit/>
            </a:bodyPr>
            <a:p>
              <a:pPr eaLnBrk="0" hangingPunct="0"/>
              <a:r>
                <a:rPr lang="zh-CN" altLang="en-US" sz="2800" b="1" dirty="0">
                  <a:latin typeface="Times New Roman" panose="02020603050405020304" pitchFamily="2" charset="0"/>
                  <a:ea typeface="楷体_GB2312" pitchFamily="1" charset="-122"/>
                </a:rPr>
                <a:t>　权重因子：惯性因子    、学习因子           </a:t>
              </a:r>
              <a:r>
                <a:rPr lang="zh-CN" altLang="en-US" sz="2800" dirty="0">
                  <a:latin typeface="Times New Roman" panose="02020603050405020304" pitchFamily="2" charset="0"/>
                  <a:ea typeface="楷体_GB2312" pitchFamily="1" charset="-122"/>
                </a:rPr>
                <a:t> </a:t>
              </a:r>
              <a:r>
                <a:rPr lang="zh-CN" altLang="en-US" sz="2800" b="1" dirty="0">
                  <a:latin typeface="Times New Roman" panose="02020603050405020304" pitchFamily="2" charset="0"/>
                  <a:ea typeface="楷体_GB2312" pitchFamily="1" charset="-122"/>
                </a:rPr>
                <a:t>     </a:t>
              </a:r>
              <a:endParaRPr lang="zh-CN" altLang="en-US" sz="2800" b="1" dirty="0">
                <a:latin typeface="Times New Roman" panose="02020603050405020304" pitchFamily="2" charset="0"/>
                <a:ea typeface="楷体_GB2312" pitchFamily="1" charset="-122"/>
              </a:endParaRPr>
            </a:p>
          </p:txBody>
        </p:sp>
        <p:graphicFrame>
          <p:nvGraphicFramePr>
            <p:cNvPr id="35845" name="对象 35844"/>
            <p:cNvGraphicFramePr>
              <a:graphicFrameLocks noChangeAspect="1"/>
            </p:cNvGraphicFramePr>
            <p:nvPr/>
          </p:nvGraphicFramePr>
          <p:xfrm>
            <a:off x="2382" y="18"/>
            <a:ext cx="311" cy="329"/>
          </p:xfrm>
          <a:graphic>
            <a:graphicData uri="http://schemas.openxmlformats.org/presentationml/2006/ole">
              <mc:AlternateContent xmlns:mc="http://schemas.openxmlformats.org/markup-compatibility/2006">
                <mc:Choice xmlns:v="urn:schemas-microsoft-com:vml" Requires="v">
                  <p:oleObj spid="_x0000_s3145" name="" r:id="rId1" imgW="3657600" imgH="3352800" progId="Equation.DSMT4">
                    <p:embed/>
                  </p:oleObj>
                </mc:Choice>
                <mc:Fallback>
                  <p:oleObj name="" r:id="rId1" imgW="3657600" imgH="3352800" progId="Equation.DSMT4">
                    <p:embed/>
                    <p:pic>
                      <p:nvPicPr>
                        <p:cNvPr id="0" name="图片 3144"/>
                        <p:cNvPicPr/>
                        <p:nvPr/>
                      </p:nvPicPr>
                      <p:blipFill>
                        <a:blip r:embed="rId2">
                          <a:lum bright="100000"/>
                        </a:blip>
                        <a:stretch>
                          <a:fillRect/>
                        </a:stretch>
                      </p:blipFill>
                      <p:spPr>
                        <a:xfrm>
                          <a:off x="2382" y="18"/>
                          <a:ext cx="311" cy="329"/>
                        </a:xfrm>
                        <a:prstGeom prst="rect">
                          <a:avLst/>
                        </a:prstGeom>
                        <a:solidFill>
                          <a:schemeClr val="accent2"/>
                        </a:solidFill>
                        <a:ln w="38100">
                          <a:noFill/>
                          <a:miter/>
                        </a:ln>
                      </p:spPr>
                    </p:pic>
                  </p:oleObj>
                </mc:Fallback>
              </mc:AlternateContent>
            </a:graphicData>
          </a:graphic>
        </p:graphicFrame>
        <p:graphicFrame>
          <p:nvGraphicFramePr>
            <p:cNvPr id="35846" name="对象 35845"/>
            <p:cNvGraphicFramePr>
              <a:graphicFrameLocks noChangeAspect="1"/>
            </p:cNvGraphicFramePr>
            <p:nvPr/>
          </p:nvGraphicFramePr>
          <p:xfrm>
            <a:off x="3765" y="11"/>
            <a:ext cx="292" cy="329"/>
          </p:xfrm>
          <a:graphic>
            <a:graphicData uri="http://schemas.openxmlformats.org/presentationml/2006/ole">
              <mc:AlternateContent xmlns:mc="http://schemas.openxmlformats.org/markup-compatibility/2006">
                <mc:Choice xmlns:v="urn:schemas-microsoft-com:vml" Requires="v">
                  <p:oleObj spid="_x0000_s3153" name="" r:id="rId3" imgW="178435" imgH="229235" progId="Equation.DSMT4">
                    <p:embed/>
                  </p:oleObj>
                </mc:Choice>
                <mc:Fallback>
                  <p:oleObj name="" r:id="rId3" imgW="178435" imgH="229235" progId="Equation.DSMT4">
                    <p:embed/>
                    <p:pic>
                      <p:nvPicPr>
                        <p:cNvPr id="0" name="图片 3152"/>
                        <p:cNvPicPr/>
                        <p:nvPr/>
                      </p:nvPicPr>
                      <p:blipFill>
                        <a:blip r:embed="rId4">
                          <a:lum bright="100000"/>
                        </a:blip>
                        <a:stretch>
                          <a:fillRect/>
                        </a:stretch>
                      </p:blipFill>
                      <p:spPr>
                        <a:xfrm>
                          <a:off x="3765" y="11"/>
                          <a:ext cx="292" cy="329"/>
                        </a:xfrm>
                        <a:prstGeom prst="rect">
                          <a:avLst/>
                        </a:prstGeom>
                        <a:solidFill>
                          <a:schemeClr val="accent2"/>
                        </a:solidFill>
                        <a:ln w="38100">
                          <a:noFill/>
                          <a:miter/>
                        </a:ln>
                      </p:spPr>
                    </p:pic>
                  </p:oleObj>
                </mc:Fallback>
              </mc:AlternateContent>
            </a:graphicData>
          </a:graphic>
        </p:graphicFrame>
        <p:graphicFrame>
          <p:nvGraphicFramePr>
            <p:cNvPr id="35847" name="对象 35846"/>
            <p:cNvGraphicFramePr>
              <a:graphicFrameLocks noChangeAspect="1"/>
            </p:cNvGraphicFramePr>
            <p:nvPr/>
          </p:nvGraphicFramePr>
          <p:xfrm>
            <a:off x="4271" y="11"/>
            <a:ext cx="334" cy="329"/>
          </p:xfrm>
          <a:graphic>
            <a:graphicData uri="http://schemas.openxmlformats.org/presentationml/2006/ole">
              <mc:AlternateContent xmlns:mc="http://schemas.openxmlformats.org/markup-compatibility/2006">
                <mc:Choice xmlns:v="urn:schemas-microsoft-com:vml" Requires="v">
                  <p:oleObj spid="_x0000_s3157" name="" r:id="rId5" imgW="203835" imgH="229870" progId="Equation.DSMT4">
                    <p:embed/>
                  </p:oleObj>
                </mc:Choice>
                <mc:Fallback>
                  <p:oleObj name="" r:id="rId5" imgW="203835" imgH="229870" progId="Equation.DSMT4">
                    <p:embed/>
                    <p:pic>
                      <p:nvPicPr>
                        <p:cNvPr id="0" name="图片 3156"/>
                        <p:cNvPicPr/>
                        <p:nvPr/>
                      </p:nvPicPr>
                      <p:blipFill>
                        <a:blip r:embed="rId6">
                          <a:lum bright="100000"/>
                        </a:blip>
                        <a:stretch>
                          <a:fillRect/>
                        </a:stretch>
                      </p:blipFill>
                      <p:spPr>
                        <a:xfrm>
                          <a:off x="4271" y="11"/>
                          <a:ext cx="334" cy="329"/>
                        </a:xfrm>
                        <a:prstGeom prst="rect">
                          <a:avLst/>
                        </a:prstGeom>
                        <a:solidFill>
                          <a:schemeClr val="accent2"/>
                        </a:solidFill>
                        <a:ln w="38100">
                          <a:noFill/>
                          <a:miter/>
                        </a:ln>
                      </p:spPr>
                    </p:pic>
                  </p:oleObj>
                </mc:Fallback>
              </mc:AlternateContent>
            </a:graphicData>
          </a:graphic>
        </p:graphicFrame>
      </p:grpSp>
      <p:sp>
        <p:nvSpPr>
          <p:cNvPr id="35848" name="矩形 35847"/>
          <p:cNvSpPr/>
          <p:nvPr/>
        </p:nvSpPr>
        <p:spPr>
          <a:xfrm>
            <a:off x="269875" y="4910138"/>
            <a:ext cx="3322638"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社会经验部分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5849" name="矩形 35848"/>
          <p:cNvSpPr/>
          <p:nvPr/>
        </p:nvSpPr>
        <p:spPr>
          <a:xfrm>
            <a:off x="250825" y="3473450"/>
            <a:ext cx="4572000"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前次迭代中自身的速度</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endParaRPr lang="zh-CN" altLang="en-US" sz="2800" b="1">
              <a:latin typeface="楷体_GB2312" pitchFamily="1" charset="-122"/>
              <a:ea typeface="楷体_GB2312" pitchFamily="1" charset="-122"/>
            </a:endParaRPr>
          </a:p>
        </p:txBody>
      </p:sp>
      <p:sp>
        <p:nvSpPr>
          <p:cNvPr id="35850" name="矩形 35849"/>
          <p:cNvSpPr/>
          <p:nvPr/>
        </p:nvSpPr>
        <p:spPr>
          <a:xfrm>
            <a:off x="250825" y="4157663"/>
            <a:ext cx="3143250"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自我认知部分</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5851" name="矩形 35850"/>
          <p:cNvSpPr/>
          <p:nvPr/>
        </p:nvSpPr>
        <p:spPr>
          <a:xfrm>
            <a:off x="993775" y="2865438"/>
            <a:ext cx="6894513" cy="519112"/>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粒子的速度更新主要由三部分组成：</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35852" name="对象 35851"/>
          <p:cNvGraphicFramePr>
            <a:graphicFrameLocks noChangeAspect="1"/>
          </p:cNvGraphicFramePr>
          <p:nvPr/>
        </p:nvGraphicFramePr>
        <p:xfrm>
          <a:off x="3952875" y="3398838"/>
          <a:ext cx="692150" cy="593725"/>
        </p:xfrm>
        <a:graphic>
          <a:graphicData uri="http://schemas.openxmlformats.org/presentationml/2006/ole">
            <mc:AlternateContent xmlns:mc="http://schemas.openxmlformats.org/markup-compatibility/2006">
              <mc:Choice xmlns:v="urn:schemas-microsoft-com:vml" Requires="v">
                <p:oleObj spid="_x0000_s3155" name="" r:id="rId7" imgW="6400800" imgH="5486400" progId="Equation.KSEE3">
                  <p:embed/>
                </p:oleObj>
              </mc:Choice>
              <mc:Fallback>
                <p:oleObj name="" r:id="rId7" imgW="6400800" imgH="5486400" progId="Equation.KSEE3">
                  <p:embed/>
                  <p:pic>
                    <p:nvPicPr>
                      <p:cNvPr id="0" name="图片 3154"/>
                      <p:cNvPicPr/>
                      <p:nvPr/>
                    </p:nvPicPr>
                    <p:blipFill>
                      <a:blip r:embed="rId8"/>
                      <a:stretch>
                        <a:fillRect/>
                      </a:stretch>
                    </p:blipFill>
                    <p:spPr>
                      <a:xfrm>
                        <a:off x="3952875" y="3398838"/>
                        <a:ext cx="692150" cy="593725"/>
                      </a:xfrm>
                      <a:prstGeom prst="rect">
                        <a:avLst/>
                      </a:prstGeom>
                      <a:solidFill>
                        <a:schemeClr val="accent2"/>
                      </a:solidFill>
                      <a:ln w="38100">
                        <a:noFill/>
                        <a:miter/>
                      </a:ln>
                    </p:spPr>
                  </p:pic>
                </p:oleObj>
              </mc:Fallback>
            </mc:AlternateContent>
          </a:graphicData>
        </a:graphic>
      </p:graphicFrame>
      <p:graphicFrame>
        <p:nvGraphicFramePr>
          <p:cNvPr id="35853" name="对象 35852"/>
          <p:cNvGraphicFramePr>
            <a:graphicFrameLocks noChangeAspect="1"/>
          </p:cNvGraphicFramePr>
          <p:nvPr/>
        </p:nvGraphicFramePr>
        <p:xfrm>
          <a:off x="697865" y="2313305"/>
          <a:ext cx="7058025" cy="552450"/>
        </p:xfrm>
        <a:graphic>
          <a:graphicData uri="http://schemas.openxmlformats.org/presentationml/2006/ole">
            <mc:AlternateContent xmlns:mc="http://schemas.openxmlformats.org/markup-compatibility/2006">
              <mc:Choice xmlns:v="urn:schemas-microsoft-com:vml" Requires="v">
                <p:oleObj spid="_x0000_s3146" name="" r:id="rId9" imgW="3084830" imgH="241300" progId="Equation.DSMT4">
                  <p:embed/>
                </p:oleObj>
              </mc:Choice>
              <mc:Fallback>
                <p:oleObj name="" r:id="rId9" imgW="3084830" imgH="241300" progId="Equation.DSMT4">
                  <p:embed/>
                  <p:pic>
                    <p:nvPicPr>
                      <p:cNvPr id="0" name="图片 3145"/>
                      <p:cNvPicPr/>
                      <p:nvPr/>
                    </p:nvPicPr>
                    <p:blipFill>
                      <a:blip r:embed="rId10"/>
                      <a:stretch>
                        <a:fillRect/>
                      </a:stretch>
                    </p:blipFill>
                    <p:spPr>
                      <a:xfrm>
                        <a:off x="697865" y="2313305"/>
                        <a:ext cx="7058025" cy="552450"/>
                      </a:xfrm>
                      <a:prstGeom prst="rect">
                        <a:avLst/>
                      </a:prstGeom>
                      <a:noFill/>
                      <a:ln w="38100">
                        <a:noFill/>
                        <a:miter/>
                      </a:ln>
                    </p:spPr>
                  </p:pic>
                </p:oleObj>
              </mc:Fallback>
            </mc:AlternateContent>
          </a:graphicData>
        </a:graphic>
      </p:graphicFrame>
      <p:graphicFrame>
        <p:nvGraphicFramePr>
          <p:cNvPr id="35854" name="对象 35853"/>
          <p:cNvGraphicFramePr>
            <a:graphicFrameLocks noChangeAspect="1"/>
          </p:cNvGraphicFramePr>
          <p:nvPr/>
        </p:nvGraphicFramePr>
        <p:xfrm>
          <a:off x="2511425" y="4119563"/>
          <a:ext cx="2968625" cy="627062"/>
        </p:xfrm>
        <a:graphic>
          <a:graphicData uri="http://schemas.openxmlformats.org/presentationml/2006/ole">
            <mc:AlternateContent xmlns:mc="http://schemas.openxmlformats.org/markup-compatibility/2006">
              <mc:Choice xmlns:v="urn:schemas-microsoft-com:vml" Requires="v">
                <p:oleObj spid="_x0000_s3147" name="" r:id="rId11" imgW="27432000" imgH="5791200" progId="Equation.KSEE3">
                  <p:embed/>
                </p:oleObj>
              </mc:Choice>
              <mc:Fallback>
                <p:oleObj name="" r:id="rId11" imgW="27432000" imgH="5791200" progId="Equation.KSEE3">
                  <p:embed/>
                  <p:pic>
                    <p:nvPicPr>
                      <p:cNvPr id="0" name="图片 3146"/>
                      <p:cNvPicPr/>
                      <p:nvPr/>
                    </p:nvPicPr>
                    <p:blipFill>
                      <a:blip r:embed="rId12"/>
                      <a:stretch>
                        <a:fillRect/>
                      </a:stretch>
                    </p:blipFill>
                    <p:spPr>
                      <a:xfrm>
                        <a:off x="2511425" y="4119563"/>
                        <a:ext cx="2968625" cy="627062"/>
                      </a:xfrm>
                      <a:prstGeom prst="rect">
                        <a:avLst/>
                      </a:prstGeom>
                      <a:solidFill>
                        <a:schemeClr val="accent2">
                          <a:alpha val="100000"/>
                        </a:schemeClr>
                      </a:solidFill>
                      <a:ln w="38100">
                        <a:noFill/>
                        <a:miter/>
                      </a:ln>
                    </p:spPr>
                  </p:pic>
                </p:oleObj>
              </mc:Fallback>
            </mc:AlternateContent>
          </a:graphicData>
        </a:graphic>
      </p:graphicFrame>
      <p:graphicFrame>
        <p:nvGraphicFramePr>
          <p:cNvPr id="35855" name="对象 35854"/>
          <p:cNvGraphicFramePr>
            <a:graphicFrameLocks noChangeAspect="1"/>
          </p:cNvGraphicFramePr>
          <p:nvPr/>
        </p:nvGraphicFramePr>
        <p:xfrm>
          <a:off x="2466975" y="4910138"/>
          <a:ext cx="2970213" cy="627062"/>
        </p:xfrm>
        <a:graphic>
          <a:graphicData uri="http://schemas.openxmlformats.org/presentationml/2006/ole">
            <mc:AlternateContent xmlns:mc="http://schemas.openxmlformats.org/markup-compatibility/2006">
              <mc:Choice xmlns:v="urn:schemas-microsoft-com:vml" Requires="v">
                <p:oleObj spid="_x0000_s3156" name="" r:id="rId13" imgW="27432000" imgH="5791200" progId="Equation.KSEE3">
                  <p:embed/>
                </p:oleObj>
              </mc:Choice>
              <mc:Fallback>
                <p:oleObj name="" r:id="rId13" imgW="27432000" imgH="5791200" progId="Equation.KSEE3">
                  <p:embed/>
                  <p:pic>
                    <p:nvPicPr>
                      <p:cNvPr id="0" name="图片 3155"/>
                      <p:cNvPicPr/>
                      <p:nvPr/>
                    </p:nvPicPr>
                    <p:blipFill>
                      <a:blip r:embed="rId14"/>
                      <a:stretch>
                        <a:fillRect/>
                      </a:stretch>
                    </p:blipFill>
                    <p:spPr>
                      <a:xfrm>
                        <a:off x="2466975" y="4910138"/>
                        <a:ext cx="2970213" cy="627062"/>
                      </a:xfrm>
                      <a:prstGeom prst="rect">
                        <a:avLst/>
                      </a:prstGeom>
                      <a:solidFill>
                        <a:schemeClr val="accent2">
                          <a:alpha val="100000"/>
                        </a:schemeClr>
                      </a:solidFill>
                      <a:ln w="38100">
                        <a:noFill/>
                        <a:miter/>
                      </a:ln>
                    </p:spPr>
                  </p:pic>
                </p:oleObj>
              </mc:Fallback>
            </mc:AlternateContent>
          </a:graphicData>
        </a:graphic>
      </p:graphicFrame>
      <p:sp>
        <p:nvSpPr>
          <p:cNvPr id="35856" name="右大括号 35855"/>
          <p:cNvSpPr/>
          <p:nvPr/>
        </p:nvSpPr>
        <p:spPr>
          <a:xfrm>
            <a:off x="5651500" y="4460875"/>
            <a:ext cx="179388" cy="900113"/>
          </a:xfrm>
          <a:prstGeom prst="rightBrace">
            <a:avLst>
              <a:gd name="adj1" fmla="val 41814"/>
              <a:gd name="adj2" fmla="val 50000"/>
            </a:avLst>
          </a:prstGeom>
          <a:noFill/>
          <a:ln w="28575" cap="flat" cmpd="sng">
            <a:solidFill>
              <a:schemeClr val="tx1"/>
            </a:solidFill>
            <a:prstDash val="solid"/>
            <a:miter/>
            <a:headEnd type="none" w="med" len="med"/>
            <a:tailEnd type="none" w="med" len="med"/>
          </a:ln>
        </p:spPr>
        <p:txBody>
          <a:bodyPr/>
          <a:p>
            <a:endParaRPr lang="zh-CN" altLang="en-US"/>
          </a:p>
        </p:txBody>
      </p:sp>
      <p:sp>
        <p:nvSpPr>
          <p:cNvPr id="35857" name="矩形 35856"/>
          <p:cNvSpPr/>
          <p:nvPr/>
        </p:nvSpPr>
        <p:spPr>
          <a:xfrm>
            <a:off x="5832475" y="4425950"/>
            <a:ext cx="4089400" cy="944563"/>
          </a:xfrm>
          <a:prstGeom prst="rect">
            <a:avLst/>
          </a:prstGeom>
          <a:noFill/>
          <a:ln w="9525">
            <a:noFill/>
          </a:ln>
        </p:spPr>
        <p:txBody>
          <a:bodyPr vert="horz" wrap="square" anchor="ctr">
            <a:spAutoFit/>
          </a:bodyPr>
          <a:p>
            <a:pPr eaLnBrk="0" hangingPunct="0"/>
            <a:r>
              <a:rPr lang="zh-CN" altLang="en-US" sz="2800" b="1" dirty="0">
                <a:latin typeface="楷体_GB2312" pitchFamily="1" charset="-122"/>
                <a:ea typeface="楷体_GB2312" pitchFamily="1" charset="-122"/>
              </a:rPr>
              <a:t>c</a:t>
            </a:r>
            <a:r>
              <a:rPr lang="zh-CN" altLang="en-US" sz="2800" b="1" baseline="-25000" dirty="0">
                <a:latin typeface="楷体_GB2312" pitchFamily="1" charset="-122"/>
                <a:ea typeface="楷体_GB2312" pitchFamily="1" charset="-122"/>
              </a:rPr>
              <a:t>1</a:t>
            </a:r>
            <a:r>
              <a:rPr lang="zh-CN" altLang="en-US" sz="2800" b="1" dirty="0">
                <a:latin typeface="楷体_GB2312" pitchFamily="1" charset="-122"/>
                <a:ea typeface="楷体_GB2312" pitchFamily="1" charset="-122"/>
              </a:rPr>
              <a:t>,c</a:t>
            </a:r>
            <a:r>
              <a:rPr lang="zh-CN" altLang="en-US" sz="2800" b="1" baseline="-25000" dirty="0">
                <a:latin typeface="楷体_GB2312" pitchFamily="1" charset="-122"/>
                <a:ea typeface="楷体_GB2312" pitchFamily="1" charset="-122"/>
              </a:rPr>
              <a:t>2</a:t>
            </a:r>
            <a:r>
              <a:rPr lang="zh-CN" altLang="en-US" sz="2800" b="1" dirty="0">
                <a:latin typeface="楷体_GB2312" pitchFamily="1" charset="-122"/>
                <a:ea typeface="楷体_GB2312" pitchFamily="1" charset="-122"/>
              </a:rPr>
              <a:t>都不为0，称为</a:t>
            </a:r>
            <a:endParaRPr lang="zh-CN" altLang="en-US" sz="2800" b="1" dirty="0">
              <a:latin typeface="楷体_GB2312" pitchFamily="1" charset="-122"/>
              <a:ea typeface="楷体_GB2312" pitchFamily="1" charset="-122"/>
            </a:endParaRPr>
          </a:p>
          <a:p>
            <a:pPr eaLnBrk="0" hangingPunct="0"/>
            <a:r>
              <a:rPr lang="zh-CN" altLang="en-US" sz="2800" b="1" dirty="0">
                <a:solidFill>
                  <a:schemeClr val="accent2"/>
                </a:solidFill>
                <a:latin typeface="楷体_GB2312" pitchFamily="1" charset="-122"/>
                <a:ea typeface="楷体_GB2312" pitchFamily="1" charset="-122"/>
              </a:rPr>
              <a:t>完全型粒子群算法 </a:t>
            </a:r>
            <a:r>
              <a:rPr lang="zh-CN" altLang="en-US" sz="2800" b="1" dirty="0">
                <a:solidFill>
                  <a:schemeClr val="bg1"/>
                </a:solidFill>
                <a:latin typeface="楷体_GB2312" pitchFamily="1" charset="-122"/>
                <a:ea typeface="楷体_GB2312" pitchFamily="1" charset="-122"/>
              </a:rPr>
              <a:t>    </a:t>
            </a:r>
            <a:endParaRPr lang="zh-CN" altLang="en-US" sz="2800" b="1" dirty="0">
              <a:solidFill>
                <a:schemeClr val="bg1"/>
              </a:solidFill>
              <a:latin typeface="楷体_GB2312" pitchFamily="1" charset="-122"/>
              <a:ea typeface="楷体_GB2312" pitchFamily="1" charset="-122"/>
            </a:endParaRPr>
          </a:p>
        </p:txBody>
      </p:sp>
      <p:sp>
        <p:nvSpPr>
          <p:cNvPr id="35858" name="矩形 35857" descr="紫色网格"/>
          <p:cNvSpPr/>
          <p:nvPr/>
        </p:nvSpPr>
        <p:spPr>
          <a:xfrm>
            <a:off x="358775" y="5707063"/>
            <a:ext cx="8578850" cy="984250"/>
          </a:xfrm>
          <a:prstGeom prst="rect">
            <a:avLst/>
          </a:prstGeom>
          <a:blipFill rotWithShape="1">
            <a:blip r:embed="rId15"/>
          </a:blipFill>
          <a:ln w="38100" cap="flat" cmpd="sng">
            <a:solidFill>
              <a:srgbClr val="00FF00"/>
            </a:solidFill>
            <a:prstDash val="solid"/>
            <a:miter/>
            <a:headEnd type="none" w="med" len="med"/>
            <a:tailEnd type="none" w="med" len="med"/>
          </a:ln>
        </p:spPr>
        <p:txBody>
          <a:bodyPr vert="horz" wrap="square" anchor="ctr">
            <a:spAutoFit/>
          </a:bodyPr>
          <a:p>
            <a:pPr eaLnBrk="0" hangingPunct="0"/>
            <a:r>
              <a:rPr lang="en-US" altLang="zh-CN" sz="2800" b="1">
                <a:solidFill>
                  <a:schemeClr val="bg1"/>
                </a:solidFill>
                <a:latin typeface="Arial" panose="020B0604020202020204" pitchFamily="34" charset="0"/>
                <a:ea typeface="楷体_GB2312" pitchFamily="1" charset="-122"/>
              </a:rPr>
              <a:t>        </a:t>
            </a:r>
            <a:r>
              <a:rPr lang="zh-CN" altLang="en-US" sz="2800" b="1">
                <a:solidFill>
                  <a:schemeClr val="bg1"/>
                </a:solidFill>
                <a:latin typeface="Arial" panose="020B0604020202020204" pitchFamily="34" charset="0"/>
                <a:ea typeface="楷体_GB2312" pitchFamily="1" charset="-122"/>
              </a:rPr>
              <a:t>完全型粒子群算法更容易保持收敛速度和搜索效果的均衡，是较好的选择．</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856"/>
                                        </p:tgtEl>
                                        <p:attrNameLst>
                                          <p:attrName>style.visibility</p:attrName>
                                        </p:attrNameLst>
                                      </p:cBhvr>
                                      <p:to>
                                        <p:strVal val="visible"/>
                                      </p:to>
                                    </p:set>
                                    <p:animEffect transition="in" filter="wipe(up)">
                                      <p:cBhvr>
                                        <p:cTn id="7" dur="500"/>
                                        <p:tgtEl>
                                          <p:spTgt spid="358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57"/>
                                        </p:tgtEl>
                                        <p:attrNameLst>
                                          <p:attrName>style.visibility</p:attrName>
                                        </p:attrNameLst>
                                      </p:cBhvr>
                                      <p:to>
                                        <p:strVal val="visible"/>
                                      </p:to>
                                    </p:set>
                                    <p:animEffect transition="in" filter="wipe(left)">
                                      <p:cBhvr>
                                        <p:cTn id="12" dur="500"/>
                                        <p:tgtEl>
                                          <p:spTgt spid="358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58"/>
                                        </p:tgtEl>
                                        <p:attrNameLst>
                                          <p:attrName>style.visibility</p:attrName>
                                        </p:attrNameLst>
                                      </p:cBhvr>
                                      <p:to>
                                        <p:strVal val="visible"/>
                                      </p:to>
                                    </p:set>
                                    <p:animEffect transition="in" filter="wipe(left)">
                                      <p:cBhvr>
                                        <p:cTn id="17" dur="500"/>
                                        <p:tgtEl>
                                          <p:spTgt spid="35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7" grpId="0"/>
      <p:bldP spid="3585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矩形 37889"/>
          <p:cNvSpPr/>
          <p:nvPr/>
        </p:nvSpPr>
        <p:spPr>
          <a:xfrm>
            <a:off x="179388" y="476250"/>
            <a:ext cx="56737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a:t>
            </a:r>
            <a:r>
              <a:rPr lang="zh-CN" altLang="en-US" sz="2800" b="1" dirty="0">
                <a:solidFill>
                  <a:schemeClr val="bg1"/>
                </a:solidFill>
                <a:latin typeface="Times New Roman" panose="02020603050405020304" pitchFamily="2" charset="0"/>
                <a:ea typeface="楷体_GB2312" pitchFamily="1" charset="-122"/>
              </a:rPr>
              <a:t>最大速度</a:t>
            </a:r>
            <a:r>
              <a:rPr lang="zh-CN" altLang="en-US" sz="2800" b="1" dirty="0">
                <a:solidFill>
                  <a:schemeClr val="bg1"/>
                </a:solidFill>
                <a:latin typeface="Arial" panose="020B0604020202020204" pitchFamily="34"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37891" name="矩形 37890"/>
          <p:cNvSpPr/>
          <p:nvPr/>
        </p:nvSpPr>
        <p:spPr>
          <a:xfrm>
            <a:off x="4437063" y="3714750"/>
            <a:ext cx="836612"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但 </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37892" name="矩形 37891"/>
          <p:cNvSpPr/>
          <p:nvPr/>
        </p:nvSpPr>
        <p:spPr>
          <a:xfrm>
            <a:off x="1066800" y="2460625"/>
            <a:ext cx="8143875"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在于维护算法的</a:t>
            </a:r>
            <a:r>
              <a:rPr lang="zh-CN" altLang="en-US" sz="2800" b="1">
                <a:solidFill>
                  <a:schemeClr val="accent2"/>
                </a:solidFill>
                <a:latin typeface="Arial" panose="020B0604020202020204" pitchFamily="34" charset="0"/>
                <a:ea typeface="楷体_GB2312" pitchFamily="1" charset="-122"/>
              </a:rPr>
              <a:t>探索能力</a:t>
            </a:r>
            <a:r>
              <a:rPr lang="zh-CN" altLang="en-US" sz="2800" b="1">
                <a:latin typeface="Arial" panose="020B0604020202020204" pitchFamily="34" charset="0"/>
                <a:ea typeface="楷体_GB2312" pitchFamily="1" charset="-122"/>
              </a:rPr>
              <a:t>与</a:t>
            </a:r>
            <a:r>
              <a:rPr lang="zh-CN" altLang="en-US" sz="2800" b="1">
                <a:solidFill>
                  <a:schemeClr val="accent2"/>
                </a:solidFill>
                <a:latin typeface="Arial" panose="020B0604020202020204" pitchFamily="34" charset="0"/>
                <a:ea typeface="楷体_GB2312" pitchFamily="1" charset="-122"/>
              </a:rPr>
              <a:t>开发能力</a:t>
            </a:r>
            <a:r>
              <a:rPr lang="zh-CN" altLang="en-US" sz="2800" b="1">
                <a:latin typeface="Arial" panose="020B0604020202020204" pitchFamily="34" charset="0"/>
                <a:ea typeface="楷体_GB2312" pitchFamily="1" charset="-122"/>
              </a:rPr>
              <a:t>的平衡．</a:t>
            </a:r>
            <a:r>
              <a:rPr lang="zh-CN" altLang="en-US" sz="2800">
                <a:latin typeface="Arial" panose="020B0604020202020204" pitchFamily="34" charset="0"/>
                <a:ea typeface="楷体_GB2312" pitchFamily="1" charset="-122"/>
              </a:rPr>
              <a:t> </a:t>
            </a:r>
            <a:r>
              <a:rPr lang="zh-CN" altLang="en-US" sz="2800" b="1">
                <a:latin typeface="楷体_GB2312" pitchFamily="1" charset="-122"/>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pSp>
        <p:nvGrpSpPr>
          <p:cNvPr id="37893" name="组合 37892"/>
          <p:cNvGrpSpPr/>
          <p:nvPr/>
        </p:nvGrpSpPr>
        <p:grpSpPr>
          <a:xfrm>
            <a:off x="1168400" y="3203575"/>
            <a:ext cx="5273675" cy="530225"/>
            <a:chOff x="0" y="0"/>
            <a:chExt cx="3322" cy="334"/>
          </a:xfrm>
        </p:grpSpPr>
        <p:sp>
          <p:nvSpPr>
            <p:cNvPr id="37894" name="矩形 37893"/>
            <p:cNvSpPr/>
            <p:nvPr/>
          </p:nvSpPr>
          <p:spPr>
            <a:xfrm>
              <a:off x="217" y="7"/>
              <a:ext cx="3105" cy="327"/>
            </a:xfrm>
            <a:prstGeom prst="rect">
              <a:avLst/>
            </a:prstGeom>
            <a:noFill/>
            <a:ln w="9525">
              <a:noFill/>
            </a:ln>
          </p:spPr>
          <p:txBody>
            <a:bodyPr wrap="none" anchor="ctr">
              <a:spAutoFit/>
            </a:bodyPr>
            <a:p>
              <a:pPr eaLnBrk="0" hangingPunct="0"/>
              <a:r>
                <a:rPr lang="zh-CN" altLang="en-US" sz="2800" b="1" i="1" dirty="0">
                  <a:latin typeface="Times New Roman" panose="02020603050405020304" pitchFamily="2" charset="0"/>
                  <a:ea typeface="楷体_GB2312" pitchFamily="1" charset="-122"/>
                </a:rPr>
                <a:t>V</a:t>
              </a:r>
              <a:r>
                <a:rPr lang="zh-CN" altLang="en-US" sz="2800" b="1" i="1" baseline="-25000" dirty="0">
                  <a:latin typeface="Times New Roman" panose="02020603050405020304" pitchFamily="2" charset="0"/>
                  <a:ea typeface="楷体_GB2312" pitchFamily="1" charset="-122"/>
                </a:rPr>
                <a:t>m</a:t>
              </a:r>
              <a:r>
                <a:rPr lang="zh-CN" altLang="en-US" sz="2800" b="1" dirty="0">
                  <a:latin typeface="Arial" panose="020B0604020202020204" pitchFamily="34" charset="0"/>
                  <a:ea typeface="楷体_GB2312" pitchFamily="1" charset="-122"/>
                </a:rPr>
                <a:t>较大时，探索能力增强，</a:t>
              </a:r>
              <a:r>
                <a:rPr lang="zh-CN" altLang="en-US" sz="2800" dirty="0">
                  <a:latin typeface="Arial" panose="020B0604020202020204" pitchFamily="34" charset="0"/>
                  <a:ea typeface="楷体_GB2312" pitchFamily="1" charset="-122"/>
                </a:rPr>
                <a:t> </a:t>
              </a:r>
              <a:r>
                <a:rPr lang="zh-CN" altLang="en-US" sz="2800" b="1" dirty="0">
                  <a:latin typeface="楷体_GB2312" pitchFamily="1" charset="-122"/>
                  <a:ea typeface="楷体_GB2312" pitchFamily="1" charset="-122"/>
                </a:rPr>
                <a:t> </a:t>
              </a:r>
              <a:r>
                <a:rPr lang="zh-CN" altLang="en-US" sz="2800" b="1" dirty="0">
                  <a:solidFill>
                    <a:schemeClr val="bg1"/>
                  </a:solidFill>
                  <a:latin typeface="楷体_GB2312" pitchFamily="1" charset="-122"/>
                  <a:ea typeface="楷体_GB2312" pitchFamily="1" charset="-122"/>
                </a:rPr>
                <a:t>   </a:t>
              </a:r>
              <a:endParaRPr lang="zh-CN" altLang="en-US" sz="2800" b="1" dirty="0">
                <a:solidFill>
                  <a:schemeClr val="bg1"/>
                </a:solidFill>
                <a:latin typeface="楷体_GB2312" pitchFamily="1" charset="-122"/>
                <a:ea typeface="楷体_GB2312" pitchFamily="1" charset="-122"/>
              </a:endParaRPr>
            </a:p>
          </p:txBody>
        </p:sp>
        <p:graphicFrame>
          <p:nvGraphicFramePr>
            <p:cNvPr id="37895" name="对象 37894"/>
            <p:cNvGraphicFramePr>
              <a:graphicFrameLocks noChangeAspect="1"/>
            </p:cNvGraphicFramePr>
            <p:nvPr/>
          </p:nvGraphicFramePr>
          <p:xfrm>
            <a:off x="0" y="0"/>
            <a:ext cx="274" cy="329"/>
          </p:xfrm>
          <a:graphic>
            <a:graphicData uri="http://schemas.openxmlformats.org/presentationml/2006/ole">
              <mc:AlternateContent xmlns:mc="http://schemas.openxmlformats.org/markup-compatibility/2006">
                <mc:Choice xmlns:v="urn:schemas-microsoft-com:vml" Requires="v">
                  <p:oleObj spid="_x0000_s3162" name="" r:id="rId1" imgW="191135" imgH="229235" progId="Equation.DSMT4">
                    <p:embed/>
                  </p:oleObj>
                </mc:Choice>
                <mc:Fallback>
                  <p:oleObj name="" r:id="rId1" imgW="191135" imgH="229235" progId="Equation.DSMT4">
                    <p:embed/>
                    <p:pic>
                      <p:nvPicPr>
                        <p:cNvPr id="0" name="图片 3161"/>
                        <p:cNvPicPr/>
                        <p:nvPr/>
                      </p:nvPicPr>
                      <p:blipFill>
                        <a:blip r:embed="rId2">
                          <a:lum bright="100000"/>
                        </a:blip>
                        <a:stretch>
                          <a:fillRect/>
                        </a:stretch>
                      </p:blipFill>
                      <p:spPr>
                        <a:xfrm>
                          <a:off x="0" y="0"/>
                          <a:ext cx="274" cy="329"/>
                        </a:xfrm>
                        <a:prstGeom prst="rect">
                          <a:avLst/>
                        </a:prstGeom>
                        <a:noFill/>
                        <a:ln w="38100">
                          <a:noFill/>
                          <a:miter/>
                        </a:ln>
                      </p:spPr>
                    </p:pic>
                  </p:oleObj>
                </mc:Fallback>
              </mc:AlternateContent>
            </a:graphicData>
          </a:graphic>
        </p:graphicFrame>
      </p:grpSp>
      <p:sp>
        <p:nvSpPr>
          <p:cNvPr id="37896" name="矩形 37895"/>
          <p:cNvSpPr/>
          <p:nvPr/>
        </p:nvSpPr>
        <p:spPr>
          <a:xfrm>
            <a:off x="522288" y="1874838"/>
            <a:ext cx="1509712"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作用</a:t>
            </a:r>
            <a:r>
              <a:rPr lang="en-US" altLang="zh-CN" sz="2800" b="1">
                <a:latin typeface="Arial" panose="020B0604020202020204" pitchFamily="34" charset="0"/>
                <a:ea typeface="楷体_GB2312" pitchFamily="1" charset="-122"/>
              </a:rPr>
              <a:t>:   </a:t>
            </a:r>
            <a:r>
              <a:rPr lang="en-US" altLang="zh-CN" sz="2800" b="1">
                <a:solidFill>
                  <a:schemeClr val="bg1"/>
                </a:solidFill>
                <a:latin typeface="Arial" panose="020B0604020202020204" pitchFamily="34" charset="0"/>
                <a:ea typeface="楷体_GB2312" pitchFamily="1" charset="-122"/>
              </a:rPr>
              <a:t>  </a:t>
            </a:r>
            <a:endParaRPr lang="en-US" altLang="zh-CN" sz="2800" b="1">
              <a:solidFill>
                <a:schemeClr val="bg1"/>
              </a:solidFill>
              <a:latin typeface="Arial" panose="020B0604020202020204" pitchFamily="34" charset="0"/>
              <a:ea typeface="楷体_GB2312" pitchFamily="1" charset="-122"/>
            </a:endParaRPr>
          </a:p>
        </p:txBody>
      </p:sp>
      <p:grpSp>
        <p:nvGrpSpPr>
          <p:cNvPr id="37897" name="组合 37896"/>
          <p:cNvGrpSpPr/>
          <p:nvPr/>
        </p:nvGrpSpPr>
        <p:grpSpPr>
          <a:xfrm>
            <a:off x="1152525" y="4484688"/>
            <a:ext cx="4768850" cy="523875"/>
            <a:chOff x="0" y="0"/>
            <a:chExt cx="3004" cy="330"/>
          </a:xfrm>
        </p:grpSpPr>
        <p:sp>
          <p:nvSpPr>
            <p:cNvPr id="37898" name="矩形 37897"/>
            <p:cNvSpPr/>
            <p:nvPr/>
          </p:nvSpPr>
          <p:spPr>
            <a:xfrm>
              <a:off x="227" y="3"/>
              <a:ext cx="2777" cy="327"/>
            </a:xfrm>
            <a:prstGeom prst="rect">
              <a:avLst/>
            </a:prstGeom>
            <a:noFill/>
            <a:ln w="9525">
              <a:noFill/>
            </a:ln>
          </p:spPr>
          <p:txBody>
            <a:bodyPr wrap="none" anchor="ctr">
              <a:spAutoFit/>
            </a:bodyPr>
            <a:p>
              <a:pPr eaLnBrk="0" hangingPunct="0"/>
              <a:r>
                <a:rPr lang="zh-CN" altLang="en-US" sz="2800" b="1" i="1" dirty="0">
                  <a:latin typeface="Times New Roman" panose="02020603050405020304" pitchFamily="2" charset="0"/>
                  <a:ea typeface="楷体_GB2312" pitchFamily="1" charset="-122"/>
                </a:rPr>
                <a:t>V</a:t>
              </a:r>
              <a:r>
                <a:rPr lang="zh-CN" altLang="en-US" sz="2800" b="1" i="1" baseline="-25000" dirty="0">
                  <a:latin typeface="Times New Roman" panose="02020603050405020304" pitchFamily="2" charset="0"/>
                  <a:ea typeface="楷体_GB2312" pitchFamily="1" charset="-122"/>
                </a:rPr>
                <a:t>m</a:t>
              </a:r>
              <a:r>
                <a:rPr lang="zh-CN" altLang="en-US" sz="2800" b="1" dirty="0">
                  <a:latin typeface="Arial" panose="020B0604020202020204" pitchFamily="34" charset="0"/>
                  <a:ea typeface="楷体_GB2312" pitchFamily="1" charset="-122"/>
                </a:rPr>
                <a:t>较小时，开发能力增强，</a:t>
              </a:r>
              <a:r>
                <a:rPr lang="zh-CN" altLang="en-US" sz="2800" b="1" dirty="0">
                  <a:solidFill>
                    <a:schemeClr val="bg1"/>
                  </a:solidFill>
                  <a:latin typeface="Arial" panose="020B0604020202020204" pitchFamily="34" charset="0"/>
                  <a:ea typeface="楷体_GB2312" pitchFamily="1" charset="-122"/>
                </a:rPr>
                <a:t>   </a:t>
              </a:r>
              <a:endParaRPr lang="zh-CN" altLang="en-US" sz="2800" b="1" dirty="0">
                <a:solidFill>
                  <a:schemeClr val="bg1"/>
                </a:solidFill>
                <a:latin typeface="楷体_GB2312" pitchFamily="1" charset="-122"/>
                <a:ea typeface="楷体_GB2312" pitchFamily="1" charset="-122"/>
              </a:endParaRPr>
            </a:p>
          </p:txBody>
        </p:sp>
        <p:graphicFrame>
          <p:nvGraphicFramePr>
            <p:cNvPr id="37899" name="对象 37898"/>
            <p:cNvGraphicFramePr>
              <a:graphicFrameLocks noChangeAspect="1"/>
            </p:cNvGraphicFramePr>
            <p:nvPr/>
          </p:nvGraphicFramePr>
          <p:xfrm>
            <a:off x="0" y="0"/>
            <a:ext cx="274" cy="329"/>
          </p:xfrm>
          <a:graphic>
            <a:graphicData uri="http://schemas.openxmlformats.org/presentationml/2006/ole">
              <mc:AlternateContent xmlns:mc="http://schemas.openxmlformats.org/markup-compatibility/2006">
                <mc:Choice xmlns:v="urn:schemas-microsoft-com:vml" Requires="v">
                  <p:oleObj spid="_x0000_s3158" name="" r:id="rId3" imgW="191135" imgH="229235" progId="Equation.DSMT4">
                    <p:embed/>
                  </p:oleObj>
                </mc:Choice>
                <mc:Fallback>
                  <p:oleObj name="" r:id="rId3" imgW="191135" imgH="229235" progId="Equation.DSMT4">
                    <p:embed/>
                    <p:pic>
                      <p:nvPicPr>
                        <p:cNvPr id="0" name="图片 3157"/>
                        <p:cNvPicPr/>
                        <p:nvPr/>
                      </p:nvPicPr>
                      <p:blipFill>
                        <a:blip r:embed="rId4">
                          <a:lum bright="100000"/>
                        </a:blip>
                        <a:stretch>
                          <a:fillRect/>
                        </a:stretch>
                      </p:blipFill>
                      <p:spPr>
                        <a:xfrm>
                          <a:off x="0" y="0"/>
                          <a:ext cx="274" cy="329"/>
                        </a:xfrm>
                        <a:prstGeom prst="rect">
                          <a:avLst/>
                        </a:prstGeom>
                        <a:noFill/>
                        <a:ln w="38100">
                          <a:noFill/>
                          <a:miter/>
                        </a:ln>
                      </p:spPr>
                    </p:pic>
                  </p:oleObj>
                </mc:Fallback>
              </mc:AlternateContent>
            </a:graphicData>
          </a:graphic>
        </p:graphicFrame>
      </p:grpSp>
      <p:grpSp>
        <p:nvGrpSpPr>
          <p:cNvPr id="37900" name="组合 37899"/>
          <p:cNvGrpSpPr/>
          <p:nvPr/>
        </p:nvGrpSpPr>
        <p:grpSpPr>
          <a:xfrm>
            <a:off x="1152843" y="5519421"/>
            <a:ext cx="7331075" cy="749300"/>
            <a:chOff x="0" y="-143"/>
            <a:chExt cx="4618" cy="472"/>
          </a:xfrm>
        </p:grpSpPr>
        <p:graphicFrame>
          <p:nvGraphicFramePr>
            <p:cNvPr id="37901" name="对象 37900"/>
            <p:cNvGraphicFramePr>
              <a:graphicFrameLocks noChangeAspect="1"/>
            </p:cNvGraphicFramePr>
            <p:nvPr/>
          </p:nvGraphicFramePr>
          <p:xfrm>
            <a:off x="0" y="0"/>
            <a:ext cx="274" cy="329"/>
          </p:xfrm>
          <a:graphic>
            <a:graphicData uri="http://schemas.openxmlformats.org/presentationml/2006/ole">
              <mc:AlternateContent xmlns:mc="http://schemas.openxmlformats.org/markup-compatibility/2006">
                <mc:Choice xmlns:v="urn:schemas-microsoft-com:vml" Requires="v">
                  <p:oleObj spid="_x0000_s3161" name="" r:id="rId5" imgW="191135" imgH="229235" progId="Equation.DSMT4">
                    <p:embed/>
                  </p:oleObj>
                </mc:Choice>
                <mc:Fallback>
                  <p:oleObj name="" r:id="rId5" imgW="191135" imgH="229235" progId="Equation.DSMT4">
                    <p:embed/>
                    <p:pic>
                      <p:nvPicPr>
                        <p:cNvPr id="0" name="图片 3160"/>
                        <p:cNvPicPr/>
                        <p:nvPr/>
                      </p:nvPicPr>
                      <p:blipFill>
                        <a:blip r:embed="rId6">
                          <a:lum bright="100000"/>
                        </a:blip>
                        <a:stretch>
                          <a:fillRect/>
                        </a:stretch>
                      </p:blipFill>
                      <p:spPr>
                        <a:xfrm>
                          <a:off x="0" y="0"/>
                          <a:ext cx="274" cy="329"/>
                        </a:xfrm>
                        <a:prstGeom prst="rect">
                          <a:avLst/>
                        </a:prstGeom>
                        <a:noFill/>
                        <a:ln w="38100">
                          <a:noFill/>
                          <a:miter/>
                        </a:ln>
                      </p:spPr>
                    </p:pic>
                  </p:oleObj>
                </mc:Fallback>
              </mc:AlternateContent>
            </a:graphicData>
          </a:graphic>
        </p:graphicFrame>
        <p:sp>
          <p:nvSpPr>
            <p:cNvPr id="37902" name="矩形 37901"/>
            <p:cNvSpPr/>
            <p:nvPr/>
          </p:nvSpPr>
          <p:spPr>
            <a:xfrm>
              <a:off x="227" y="-143"/>
              <a:ext cx="4391" cy="327"/>
            </a:xfrm>
            <a:prstGeom prst="rect">
              <a:avLst/>
            </a:prstGeom>
            <a:noFill/>
            <a:ln w="9525">
              <a:noFill/>
            </a:ln>
          </p:spPr>
          <p:txBody>
            <a:bodyPr wrap="none" anchor="ctr">
              <a:spAutoFit/>
            </a:bodyPr>
            <a:p>
              <a:pPr eaLnBrk="0" hangingPunct="0"/>
              <a:r>
                <a:rPr lang="zh-CN" altLang="en-US" sz="2800" b="1" i="1" dirty="0">
                  <a:latin typeface="Times New Roman" panose="02020603050405020304" pitchFamily="2" charset="0"/>
                  <a:ea typeface="楷体_GB2312" pitchFamily="1" charset="-122"/>
                </a:rPr>
                <a:t>V</a:t>
              </a:r>
              <a:r>
                <a:rPr lang="zh-CN" altLang="en-US" sz="2800" b="1" i="1" baseline="-25000" dirty="0">
                  <a:latin typeface="Times New Roman" panose="02020603050405020304" pitchFamily="2" charset="0"/>
                  <a:ea typeface="楷体_GB2312" pitchFamily="1" charset="-122"/>
                </a:rPr>
                <a:t>m</a:t>
              </a:r>
              <a:r>
                <a:rPr lang="zh-CN" altLang="en-US" sz="2800" b="1" dirty="0">
                  <a:latin typeface="Times New Roman" panose="02020603050405020304" pitchFamily="2" charset="0"/>
                  <a:ea typeface="楷体_GB2312" pitchFamily="1" charset="-122"/>
                </a:rPr>
                <a:t>一般设为每维变量变化范围的10％~20％.    </a:t>
              </a:r>
              <a:r>
                <a:rPr lang="zh-CN" altLang="en-US" sz="2800" b="1" dirty="0">
                  <a:solidFill>
                    <a:schemeClr val="bg1"/>
                  </a:solidFill>
                  <a:latin typeface="Times New Roman" panose="02020603050405020304" pitchFamily="2" charset="0"/>
                  <a:ea typeface="楷体_GB2312" pitchFamily="1" charset="-122"/>
                </a:rPr>
                <a:t> </a:t>
              </a:r>
              <a:endParaRPr lang="zh-CN" altLang="en-US" sz="2800" b="1" dirty="0">
                <a:solidFill>
                  <a:schemeClr val="bg1"/>
                </a:solidFill>
                <a:latin typeface="Times New Roman" panose="02020603050405020304" pitchFamily="2" charset="0"/>
                <a:ea typeface="楷体_GB2312" pitchFamily="1" charset="-122"/>
              </a:endParaRPr>
            </a:p>
          </p:txBody>
        </p:sp>
      </p:grpSp>
      <p:sp>
        <p:nvSpPr>
          <p:cNvPr id="37903" name="矩形 37902"/>
          <p:cNvSpPr/>
          <p:nvPr/>
        </p:nvSpPr>
        <p:spPr>
          <a:xfrm>
            <a:off x="4402138" y="4935538"/>
            <a:ext cx="836612"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但</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sp>
        <p:nvSpPr>
          <p:cNvPr id="37904" name="矩形 37903"/>
          <p:cNvSpPr/>
          <p:nvPr/>
        </p:nvSpPr>
        <p:spPr>
          <a:xfrm>
            <a:off x="4821238" y="3719513"/>
            <a:ext cx="3952875"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粒子容易飞过最优解．</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sp>
        <p:nvSpPr>
          <p:cNvPr id="37905" name="矩形 37904"/>
          <p:cNvSpPr/>
          <p:nvPr/>
        </p:nvSpPr>
        <p:spPr>
          <a:xfrm>
            <a:off x="4826000" y="4935538"/>
            <a:ext cx="3694113"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容易陷入局部最优．</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grpSp>
        <p:nvGrpSpPr>
          <p:cNvPr id="37906" name="组合 37905"/>
          <p:cNvGrpSpPr/>
          <p:nvPr/>
        </p:nvGrpSpPr>
        <p:grpSpPr>
          <a:xfrm>
            <a:off x="3500438" y="476250"/>
            <a:ext cx="2651125" cy="565150"/>
            <a:chOff x="0" y="0"/>
            <a:chExt cx="1670" cy="356"/>
          </a:xfrm>
        </p:grpSpPr>
        <p:graphicFrame>
          <p:nvGraphicFramePr>
            <p:cNvPr id="37907" name="对象 37906"/>
            <p:cNvGraphicFramePr>
              <a:graphicFrameLocks noChangeAspect="1"/>
            </p:cNvGraphicFramePr>
            <p:nvPr/>
          </p:nvGraphicFramePr>
          <p:xfrm>
            <a:off x="1294" y="27"/>
            <a:ext cx="312" cy="329"/>
          </p:xfrm>
          <a:graphic>
            <a:graphicData uri="http://schemas.openxmlformats.org/presentationml/2006/ole">
              <mc:AlternateContent xmlns:mc="http://schemas.openxmlformats.org/markup-compatibility/2006">
                <mc:Choice xmlns:v="urn:schemas-microsoft-com:vml" Requires="v">
                  <p:oleObj spid="_x0000_s3159" name="" r:id="rId7" imgW="4572000" imgH="5486400" progId="Equation.DSMT4">
                    <p:embed/>
                  </p:oleObj>
                </mc:Choice>
                <mc:Fallback>
                  <p:oleObj name="" r:id="rId7" imgW="4572000" imgH="5486400" progId="Equation.DSMT4">
                    <p:embed/>
                    <p:pic>
                      <p:nvPicPr>
                        <p:cNvPr id="0" name="图片 3158"/>
                        <p:cNvPicPr/>
                        <p:nvPr/>
                      </p:nvPicPr>
                      <p:blipFill>
                        <a:blip r:embed="rId8">
                          <a:lum bright="100000"/>
                        </a:blip>
                        <a:stretch>
                          <a:fillRect/>
                        </a:stretch>
                      </p:blipFill>
                      <p:spPr>
                        <a:xfrm>
                          <a:off x="1294" y="27"/>
                          <a:ext cx="312" cy="329"/>
                        </a:xfrm>
                        <a:prstGeom prst="rect">
                          <a:avLst/>
                        </a:prstGeom>
                        <a:noFill/>
                        <a:ln w="38100">
                          <a:noFill/>
                          <a:miter/>
                        </a:ln>
                      </p:spPr>
                    </p:pic>
                  </p:oleObj>
                </mc:Fallback>
              </mc:AlternateContent>
            </a:graphicData>
          </a:graphic>
        </p:graphicFrame>
        <p:sp>
          <p:nvSpPr>
            <p:cNvPr id="37908" name="矩形 37907"/>
            <p:cNvSpPr/>
            <p:nvPr/>
          </p:nvSpPr>
          <p:spPr>
            <a:xfrm>
              <a:off x="0" y="0"/>
              <a:ext cx="1670" cy="327"/>
            </a:xfrm>
            <a:prstGeom prst="rect">
              <a:avLst/>
            </a:prstGeom>
            <a:noFill/>
            <a:ln w="9525">
              <a:noFill/>
            </a:ln>
          </p:spPr>
          <p:txBody>
            <a:bodyPr vert="horz" wrap="none" anchor="ctr">
              <a:spAutoFit/>
            </a:bodyPr>
            <a:p>
              <a:pPr eaLnBrk="0" hangingPunct="0"/>
              <a:endParaRPr>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6"/>
                                        </p:tgtEl>
                                        <p:attrNameLst>
                                          <p:attrName>style.visibility</p:attrName>
                                        </p:attrNameLst>
                                      </p:cBhvr>
                                      <p:to>
                                        <p:strVal val="visible"/>
                                      </p:to>
                                    </p:set>
                                    <p:animEffect transition="in" filter="wipe(left)">
                                      <p:cBhvr>
                                        <p:cTn id="7" dur="500"/>
                                        <p:tgtEl>
                                          <p:spTgt spid="378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2"/>
                                        </p:tgtEl>
                                        <p:attrNameLst>
                                          <p:attrName>style.visibility</p:attrName>
                                        </p:attrNameLst>
                                      </p:cBhvr>
                                      <p:to>
                                        <p:strVal val="visible"/>
                                      </p:to>
                                    </p:set>
                                    <p:animEffect transition="in" filter="wipe(left)">
                                      <p:cBhvr>
                                        <p:cTn id="12" dur="500"/>
                                        <p:tgtEl>
                                          <p:spTgt spid="378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893"/>
                                        </p:tgtEl>
                                        <p:attrNameLst>
                                          <p:attrName>style.visibility</p:attrName>
                                        </p:attrNameLst>
                                      </p:cBhvr>
                                      <p:to>
                                        <p:strVal val="visible"/>
                                      </p:to>
                                    </p:set>
                                    <p:animEffect transition="in" filter="wipe(left)">
                                      <p:cBhvr>
                                        <p:cTn id="17" dur="500"/>
                                        <p:tgtEl>
                                          <p:spTgt spid="3789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891"/>
                                        </p:tgtEl>
                                        <p:attrNameLst>
                                          <p:attrName>style.visibility</p:attrName>
                                        </p:attrNameLst>
                                      </p:cBhvr>
                                      <p:to>
                                        <p:strVal val="visible"/>
                                      </p:to>
                                    </p:set>
                                    <p:animEffect transition="in" filter="wipe(left)">
                                      <p:cBhvr>
                                        <p:cTn id="22" dur="500"/>
                                        <p:tgtEl>
                                          <p:spTgt spid="3789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904"/>
                                        </p:tgtEl>
                                        <p:attrNameLst>
                                          <p:attrName>style.visibility</p:attrName>
                                        </p:attrNameLst>
                                      </p:cBhvr>
                                      <p:to>
                                        <p:strVal val="visible"/>
                                      </p:to>
                                    </p:set>
                                    <p:animEffect transition="in" filter="wipe(left)">
                                      <p:cBhvr>
                                        <p:cTn id="27" dur="500"/>
                                        <p:tgtEl>
                                          <p:spTgt spid="379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7897"/>
                                        </p:tgtEl>
                                        <p:attrNameLst>
                                          <p:attrName>style.visibility</p:attrName>
                                        </p:attrNameLst>
                                      </p:cBhvr>
                                      <p:to>
                                        <p:strVal val="visible"/>
                                      </p:to>
                                    </p:set>
                                    <p:animEffect transition="in" filter="wipe(left)">
                                      <p:cBhvr>
                                        <p:cTn id="32" dur="500"/>
                                        <p:tgtEl>
                                          <p:spTgt spid="3789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7903"/>
                                        </p:tgtEl>
                                        <p:attrNameLst>
                                          <p:attrName>style.visibility</p:attrName>
                                        </p:attrNameLst>
                                      </p:cBhvr>
                                      <p:to>
                                        <p:strVal val="visible"/>
                                      </p:to>
                                    </p:set>
                                    <p:animEffect transition="in" filter="wipe(left)">
                                      <p:cBhvr>
                                        <p:cTn id="37" dur="500"/>
                                        <p:tgtEl>
                                          <p:spTgt spid="379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7905"/>
                                        </p:tgtEl>
                                        <p:attrNameLst>
                                          <p:attrName>style.visibility</p:attrName>
                                        </p:attrNameLst>
                                      </p:cBhvr>
                                      <p:to>
                                        <p:strVal val="visible"/>
                                      </p:to>
                                    </p:set>
                                    <p:animEffect transition="in" filter="wipe(left)">
                                      <p:cBhvr>
                                        <p:cTn id="42" dur="500"/>
                                        <p:tgtEl>
                                          <p:spTgt spid="3790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7900"/>
                                        </p:tgtEl>
                                        <p:attrNameLst>
                                          <p:attrName>style.visibility</p:attrName>
                                        </p:attrNameLst>
                                      </p:cBhvr>
                                      <p:to>
                                        <p:strVal val="visible"/>
                                      </p:to>
                                    </p:set>
                                    <p:animEffect transition="in" filter="wipe(left)">
                                      <p:cBhvr>
                                        <p:cTn id="47" dur="500"/>
                                        <p:tgtEl>
                                          <p:spTgt spid="3790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7906"/>
                                        </p:tgtEl>
                                        <p:attrNameLst>
                                          <p:attrName>style.visibility</p:attrName>
                                        </p:attrNameLst>
                                      </p:cBhvr>
                                      <p:to>
                                        <p:strVal val="visible"/>
                                      </p:to>
                                    </p:set>
                                    <p:animEffect transition="in" filter="wipe(left)">
                                      <p:cBhvr>
                                        <p:cTn id="52" dur="500"/>
                                        <p:tgtEl>
                                          <p:spTgt spid="37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2" grpId="0"/>
      <p:bldP spid="37896" grpId="0"/>
      <p:bldP spid="37903" grpId="0"/>
      <p:bldP spid="37904" grpId="0"/>
      <p:bldP spid="3790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矩形 38913"/>
          <p:cNvSpPr/>
          <p:nvPr/>
        </p:nvSpPr>
        <p:spPr>
          <a:xfrm>
            <a:off x="179388" y="476250"/>
            <a:ext cx="6829425" cy="517525"/>
          </a:xfrm>
          <a:prstGeom prst="rect">
            <a:avLst/>
          </a:prstGeom>
          <a:noFill/>
          <a:ln w="9525">
            <a:noFill/>
          </a:ln>
        </p:spPr>
        <p:txBody>
          <a:bodyPr wrap="none" anchor="t">
            <a:spAutoFit/>
          </a:bodyPr>
          <a:p>
            <a:pPr eaLnBrk="0" hangingPunct="0"/>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a:t>
            </a:r>
            <a:r>
              <a:rPr lang="zh-CN" altLang="en-US" sz="2800" b="1" dirty="0">
                <a:solidFill>
                  <a:srgbClr val="FFFF00"/>
                </a:solidFill>
                <a:latin typeface="Arial" panose="020B0604020202020204" pitchFamily="34" charset="0"/>
                <a:ea typeface="楷体_GB2312" pitchFamily="1" charset="-122"/>
              </a:rPr>
              <a:t> </a:t>
            </a:r>
            <a:r>
              <a:rPr lang="zh-CN" altLang="en-US" sz="2800" b="1" dirty="0">
                <a:solidFill>
                  <a:schemeClr val="bg1"/>
                </a:solidFill>
                <a:latin typeface="Times New Roman" panose="02020603050405020304" pitchFamily="2" charset="0"/>
                <a:ea typeface="楷体_GB2312" pitchFamily="1" charset="-122"/>
              </a:rPr>
              <a:t>邻域的拓扑结构</a:t>
            </a:r>
            <a:r>
              <a:rPr lang="zh-CN" altLang="en-US" sz="2800" dirty="0">
                <a:solidFill>
                  <a:schemeClr val="bg1"/>
                </a:solidFill>
                <a:latin typeface="Times New Roman" panose="02020603050405020304" pitchFamily="2"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38915" name="矩形 38914"/>
          <p:cNvSpPr/>
          <p:nvPr/>
        </p:nvSpPr>
        <p:spPr>
          <a:xfrm>
            <a:off x="1870075" y="5745163"/>
            <a:ext cx="6616700" cy="519112"/>
          </a:xfrm>
          <a:prstGeom prst="rect">
            <a:avLst/>
          </a:prstGeom>
          <a:noFill/>
          <a:ln w="9525">
            <a:noFill/>
          </a:ln>
        </p:spPr>
        <p:txBody>
          <a:bodyPr wrap="none" anchor="ctr">
            <a:spAutoFit/>
          </a:bodyPr>
          <a:p>
            <a:pPr eaLnBrk="0" hangingPunct="0"/>
            <a:r>
              <a:rPr lang="zh-CN" altLang="en-US" sz="2800" b="1">
                <a:solidFill>
                  <a:schemeClr val="accent2"/>
                </a:solidFill>
                <a:latin typeface="Arial" panose="020B0604020202020204" pitchFamily="34" charset="0"/>
                <a:ea typeface="楷体_GB2312" pitchFamily="1" charset="-122"/>
              </a:rPr>
              <a:t>全局粒子群算法和局部粒子群算法</a:t>
            </a:r>
            <a:r>
              <a:rPr lang="zh-CN" altLang="en-US" sz="2800" b="1">
                <a:solidFill>
                  <a:schemeClr val="bg1"/>
                </a:solidFill>
                <a:latin typeface="Arial" panose="020B0604020202020204" pitchFamily="34" charset="0"/>
                <a:ea typeface="楷体_GB2312" pitchFamily="1" charset="-122"/>
              </a:rPr>
              <a:t>．</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38916" name="对象 38915"/>
          <p:cNvGraphicFramePr>
            <a:graphicFrameLocks noChangeAspect="1"/>
          </p:cNvGraphicFramePr>
          <p:nvPr/>
        </p:nvGraphicFramePr>
        <p:xfrm>
          <a:off x="7092950" y="4121150"/>
          <a:ext cx="463550" cy="550863"/>
        </p:xfrm>
        <a:graphic>
          <a:graphicData uri="http://schemas.openxmlformats.org/presentationml/2006/ole">
            <mc:AlternateContent xmlns:mc="http://schemas.openxmlformats.org/markup-compatibility/2006">
              <mc:Choice xmlns:v="urn:schemas-microsoft-com:vml" Requires="v">
                <p:oleObj spid="_x0000_s3160" name="" r:id="rId1" imgW="203835" imgH="241935" progId="Equation.DSMT4">
                  <p:embed/>
                </p:oleObj>
              </mc:Choice>
              <mc:Fallback>
                <p:oleObj name="" r:id="rId1" imgW="203835" imgH="241935" progId="Equation.DSMT4">
                  <p:embed/>
                  <p:pic>
                    <p:nvPicPr>
                      <p:cNvPr id="0" name="图片 3159"/>
                      <p:cNvPicPr/>
                      <p:nvPr/>
                    </p:nvPicPr>
                    <p:blipFill>
                      <a:blip r:embed="rId2">
                        <a:lum bright="100000"/>
                      </a:blip>
                      <a:stretch>
                        <a:fillRect/>
                      </a:stretch>
                    </p:blipFill>
                    <p:spPr>
                      <a:xfrm>
                        <a:off x="7092950" y="4121150"/>
                        <a:ext cx="463550" cy="550863"/>
                      </a:xfrm>
                      <a:prstGeom prst="rect">
                        <a:avLst/>
                      </a:prstGeom>
                      <a:noFill/>
                      <a:ln w="38100">
                        <a:noFill/>
                        <a:miter/>
                      </a:ln>
                    </p:spPr>
                  </p:pic>
                </p:oleObj>
              </mc:Fallback>
            </mc:AlternateContent>
          </a:graphicData>
        </a:graphic>
      </p:graphicFrame>
      <p:sp>
        <p:nvSpPr>
          <p:cNvPr id="38917" name="矩形 38916"/>
          <p:cNvSpPr/>
          <p:nvPr/>
        </p:nvSpPr>
        <p:spPr>
          <a:xfrm>
            <a:off x="385763" y="1898650"/>
            <a:ext cx="6256337" cy="519113"/>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粒子群算法的邻域拓扑结构包括两种，</a:t>
            </a:r>
            <a:endParaRPr lang="zh-CN" altLang="en-US" sz="2800" b="1">
              <a:latin typeface="Arial" panose="020B0604020202020204" pitchFamily="34" charset="0"/>
              <a:ea typeface="楷体_GB2312" pitchFamily="1" charset="-122"/>
            </a:endParaRPr>
          </a:p>
        </p:txBody>
      </p:sp>
      <p:sp>
        <p:nvSpPr>
          <p:cNvPr id="38918" name="矩形 38917"/>
          <p:cNvSpPr/>
          <p:nvPr/>
        </p:nvSpPr>
        <p:spPr>
          <a:xfrm>
            <a:off x="1016000" y="2528888"/>
            <a:ext cx="7327900"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一种是将群体内</a:t>
            </a:r>
            <a:r>
              <a:rPr lang="zh-CN" altLang="en-US" sz="2800" b="1">
                <a:solidFill>
                  <a:schemeClr val="accent2"/>
                </a:solidFill>
                <a:latin typeface="Arial" panose="020B0604020202020204" pitchFamily="34" charset="0"/>
                <a:ea typeface="楷体_GB2312" pitchFamily="1" charset="-122"/>
              </a:rPr>
              <a:t>所有个体</a:t>
            </a:r>
            <a:r>
              <a:rPr lang="zh-CN" altLang="en-US" sz="2800" b="1">
                <a:latin typeface="Arial" panose="020B0604020202020204" pitchFamily="34" charset="0"/>
                <a:ea typeface="楷体_GB2312" pitchFamily="1" charset="-122"/>
              </a:rPr>
              <a:t>都作为粒子的邻域，</a:t>
            </a:r>
            <a:endParaRPr lang="zh-CN" altLang="en-US" sz="2800" b="1">
              <a:latin typeface="Arial" panose="020B0604020202020204" pitchFamily="34" charset="0"/>
              <a:ea typeface="楷体_GB2312" pitchFamily="1" charset="-122"/>
            </a:endParaRPr>
          </a:p>
        </p:txBody>
      </p:sp>
      <p:sp>
        <p:nvSpPr>
          <p:cNvPr id="38919" name="矩形 38918"/>
          <p:cNvSpPr/>
          <p:nvPr/>
        </p:nvSpPr>
        <p:spPr>
          <a:xfrm>
            <a:off x="952500" y="3179763"/>
            <a:ext cx="8042275"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另一种是只将群体中的</a:t>
            </a:r>
            <a:r>
              <a:rPr lang="zh-CN" altLang="en-US" sz="2800" b="1">
                <a:solidFill>
                  <a:schemeClr val="accent2"/>
                </a:solidFill>
                <a:latin typeface="Arial" panose="020B0604020202020204" pitchFamily="34" charset="0"/>
                <a:ea typeface="楷体_GB2312" pitchFamily="1" charset="-122"/>
              </a:rPr>
              <a:t>部分个体</a:t>
            </a:r>
            <a:r>
              <a:rPr lang="zh-CN" altLang="en-US" sz="2800" b="1">
                <a:latin typeface="Arial" panose="020B0604020202020204" pitchFamily="34" charset="0"/>
                <a:ea typeface="楷体_GB2312" pitchFamily="1" charset="-122"/>
              </a:rPr>
              <a:t>作为粒子的邻域．</a:t>
            </a:r>
            <a:endParaRPr lang="zh-CN" altLang="en-US" sz="2800" b="1">
              <a:latin typeface="Arial" panose="020B0604020202020204" pitchFamily="34" charset="0"/>
              <a:ea typeface="楷体_GB2312" pitchFamily="1" charset="-122"/>
            </a:endParaRPr>
          </a:p>
        </p:txBody>
      </p:sp>
      <p:sp>
        <p:nvSpPr>
          <p:cNvPr id="38920" name="矩形 38919"/>
          <p:cNvSpPr/>
          <p:nvPr/>
        </p:nvSpPr>
        <p:spPr>
          <a:xfrm>
            <a:off x="4052888" y="4127500"/>
            <a:ext cx="3533775" cy="519113"/>
          </a:xfrm>
          <a:prstGeom prst="rect">
            <a:avLst/>
          </a:prstGeom>
          <a:noFill/>
          <a:ln w="9525">
            <a:noFill/>
          </a:ln>
        </p:spPr>
        <p:txBody>
          <a:bodyPr wrap="none" anchor="t">
            <a:spAutoFit/>
          </a:bodyPr>
          <a:p>
            <a:pPr eaLnBrk="0" hangingPunct="0"/>
            <a:r>
              <a:rPr lang="en-US" altLang="zh-CN" sz="2800" b="1">
                <a:latin typeface="Arial" panose="020B0604020202020204" pitchFamily="34" charset="0"/>
                <a:ea typeface="楷体_GB2312" pitchFamily="1" charset="-122"/>
              </a:rPr>
              <a:t> </a:t>
            </a:r>
            <a:r>
              <a:rPr lang="zh-CN" altLang="en-US" sz="2800" b="1">
                <a:latin typeface="Arial" panose="020B0604020202020204" pitchFamily="34" charset="0"/>
                <a:ea typeface="楷体_GB2312" pitchFamily="1" charset="-122"/>
              </a:rPr>
              <a:t>群体历史最优位置  </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sp>
        <p:nvSpPr>
          <p:cNvPr id="38921" name="矩形 38920"/>
          <p:cNvSpPr/>
          <p:nvPr/>
        </p:nvSpPr>
        <p:spPr>
          <a:xfrm>
            <a:off x="701675" y="4081463"/>
            <a:ext cx="2327275" cy="519112"/>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邻域拓扑结构</a:t>
            </a:r>
            <a:endParaRPr lang="zh-CN" altLang="en-US" sz="2800" b="1">
              <a:latin typeface="Arial" panose="020B0604020202020204" pitchFamily="34" charset="0"/>
              <a:ea typeface="楷体_GB2312" pitchFamily="1" charset="-122"/>
            </a:endParaRPr>
          </a:p>
        </p:txBody>
      </p:sp>
      <p:sp>
        <p:nvSpPr>
          <p:cNvPr id="38922" name="直接连接符 38921"/>
          <p:cNvSpPr/>
          <p:nvPr/>
        </p:nvSpPr>
        <p:spPr>
          <a:xfrm>
            <a:off x="3041650" y="4441825"/>
            <a:ext cx="1079500" cy="0"/>
          </a:xfrm>
          <a:prstGeom prst="line">
            <a:avLst/>
          </a:prstGeom>
          <a:ln w="28575" cap="flat" cmpd="sng">
            <a:solidFill>
              <a:srgbClr val="FF0000"/>
            </a:solidFill>
            <a:prstDash val="solid"/>
            <a:headEnd type="none" w="med" len="med"/>
            <a:tailEnd type="none" w="med" len="med"/>
          </a:ln>
        </p:spPr>
      </p:sp>
      <p:sp>
        <p:nvSpPr>
          <p:cNvPr id="38923" name="矩形 38922"/>
          <p:cNvSpPr/>
          <p:nvPr/>
        </p:nvSpPr>
        <p:spPr>
          <a:xfrm>
            <a:off x="3182938" y="4013200"/>
            <a:ext cx="1133475" cy="457200"/>
          </a:xfrm>
          <a:prstGeom prst="rect">
            <a:avLst/>
          </a:prstGeom>
          <a:noFill/>
          <a:ln w="9525">
            <a:noFill/>
          </a:ln>
        </p:spPr>
        <p:txBody>
          <a:bodyPr wrap="none" anchor="t">
            <a:spAutoFit/>
          </a:bodyPr>
          <a:p>
            <a:pPr eaLnBrk="0" hangingPunct="0"/>
            <a:r>
              <a:rPr lang="zh-CN" altLang="en-US" sz="2400" b="1">
                <a:solidFill>
                  <a:schemeClr val="accent2"/>
                </a:solidFill>
                <a:latin typeface="Arial" panose="020B0604020202020204" pitchFamily="34" charset="0"/>
                <a:ea typeface="楷体_GB2312" pitchFamily="1" charset="-122"/>
              </a:rPr>
              <a:t>决定 </a:t>
            </a:r>
            <a:r>
              <a:rPr lang="zh-CN" altLang="en-US" sz="2400" b="1">
                <a:solidFill>
                  <a:srgbClr val="FFFF00"/>
                </a:solidFill>
                <a:latin typeface="Arial" panose="020B0604020202020204" pitchFamily="34" charset="0"/>
                <a:ea typeface="楷体_GB2312" pitchFamily="1" charset="-122"/>
              </a:rPr>
              <a:t>   </a:t>
            </a:r>
            <a:endParaRPr lang="zh-CN" altLang="en-US" sz="2400" b="1">
              <a:solidFill>
                <a:srgbClr val="FFFF00"/>
              </a:solidFill>
              <a:latin typeface="Arial" panose="020B0604020202020204" pitchFamily="34" charset="0"/>
              <a:ea typeface="楷体_GB2312" pitchFamily="1" charset="-122"/>
            </a:endParaRPr>
          </a:p>
        </p:txBody>
      </p:sp>
      <p:sp>
        <p:nvSpPr>
          <p:cNvPr id="38924" name="矩形 38923"/>
          <p:cNvSpPr/>
          <p:nvPr/>
        </p:nvSpPr>
        <p:spPr>
          <a:xfrm>
            <a:off x="746125" y="5070475"/>
            <a:ext cx="4113213" cy="519113"/>
          </a:xfrm>
          <a:prstGeom prst="rect">
            <a:avLst/>
          </a:prstGeom>
          <a:noFill/>
          <a:ln w="9525">
            <a:noFill/>
          </a:ln>
        </p:spPr>
        <p:txBody>
          <a:bodyPr wrap="none" anchor="t">
            <a:spAutoFit/>
          </a:bodyPr>
          <a:p>
            <a:pPr eaLnBrk="0" hangingPunct="0"/>
            <a:r>
              <a:rPr lang="zh-CN" altLang="en-US" sz="2800" b="1">
                <a:latin typeface="Arial" panose="020B0604020202020204" pitchFamily="34" charset="0"/>
                <a:ea typeface="楷体_GB2312" pitchFamily="1" charset="-122"/>
              </a:rPr>
              <a:t>由此，将粒子群算法分为</a:t>
            </a:r>
            <a:endParaRPr lang="zh-CN" altLang="en-US" sz="2800" b="1">
              <a:latin typeface="Arial" panose="020B0604020202020204" pitchFamily="34"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transition="in" filter="wipe(left)">
                                      <p:cBhvr>
                                        <p:cTn id="7" dur="500"/>
                                        <p:tgtEl>
                                          <p:spTgt spid="389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8"/>
                                        </p:tgtEl>
                                        <p:attrNameLst>
                                          <p:attrName>style.visibility</p:attrName>
                                        </p:attrNameLst>
                                      </p:cBhvr>
                                      <p:to>
                                        <p:strVal val="visible"/>
                                      </p:to>
                                    </p:set>
                                    <p:animEffect transition="in" filter="wipe(left)">
                                      <p:cBhvr>
                                        <p:cTn id="12" dur="500"/>
                                        <p:tgtEl>
                                          <p:spTgt spid="389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9"/>
                                        </p:tgtEl>
                                        <p:attrNameLst>
                                          <p:attrName>style.visibility</p:attrName>
                                        </p:attrNameLst>
                                      </p:cBhvr>
                                      <p:to>
                                        <p:strVal val="visible"/>
                                      </p:to>
                                    </p:set>
                                    <p:animEffect transition="in" filter="wipe(left)">
                                      <p:cBhvr>
                                        <p:cTn id="17" dur="500"/>
                                        <p:tgtEl>
                                          <p:spTgt spid="389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921"/>
                                        </p:tgtEl>
                                        <p:attrNameLst>
                                          <p:attrName>style.visibility</p:attrName>
                                        </p:attrNameLst>
                                      </p:cBhvr>
                                      <p:to>
                                        <p:strVal val="visible"/>
                                      </p:to>
                                    </p:set>
                                    <p:animEffect transition="in" filter="wipe(left)">
                                      <p:cBhvr>
                                        <p:cTn id="22" dur="500"/>
                                        <p:tgtEl>
                                          <p:spTgt spid="38921"/>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8922"/>
                                        </p:tgtEl>
                                        <p:attrNameLst>
                                          <p:attrName>style.visibility</p:attrName>
                                        </p:attrNameLst>
                                      </p:cBhvr>
                                      <p:to>
                                        <p:strVal val="visible"/>
                                      </p:to>
                                    </p:set>
                                    <p:animEffect transition="in" filter="wipe(left)">
                                      <p:cBhvr>
                                        <p:cTn id="26" dur="500"/>
                                        <p:tgtEl>
                                          <p:spTgt spid="38922"/>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38923"/>
                                        </p:tgtEl>
                                        <p:attrNameLst>
                                          <p:attrName>style.visibility</p:attrName>
                                        </p:attrNameLst>
                                      </p:cBhvr>
                                      <p:to>
                                        <p:strVal val="visible"/>
                                      </p:to>
                                    </p:set>
                                    <p:animEffect transition="in" filter="wipe(left)">
                                      <p:cBhvr>
                                        <p:cTn id="30" dur="500"/>
                                        <p:tgtEl>
                                          <p:spTgt spid="3892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8920"/>
                                        </p:tgtEl>
                                        <p:attrNameLst>
                                          <p:attrName>style.visibility</p:attrName>
                                        </p:attrNameLst>
                                      </p:cBhvr>
                                      <p:to>
                                        <p:strVal val="visible"/>
                                      </p:to>
                                    </p:set>
                                    <p:animEffect transition="in" filter="wipe(left)">
                                      <p:cBhvr>
                                        <p:cTn id="35" dur="500"/>
                                        <p:tgtEl>
                                          <p:spTgt spid="38920"/>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38916"/>
                                        </p:tgtEl>
                                        <p:attrNameLst>
                                          <p:attrName>style.visibility</p:attrName>
                                        </p:attrNameLst>
                                      </p:cBhvr>
                                      <p:to>
                                        <p:strVal val="visible"/>
                                      </p:to>
                                    </p:set>
                                    <p:animEffect transition="in" filter="wipe(left)">
                                      <p:cBhvr>
                                        <p:cTn id="39" dur="500"/>
                                        <p:tgtEl>
                                          <p:spTgt spid="3891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8924"/>
                                        </p:tgtEl>
                                        <p:attrNameLst>
                                          <p:attrName>style.visibility</p:attrName>
                                        </p:attrNameLst>
                                      </p:cBhvr>
                                      <p:to>
                                        <p:strVal val="visible"/>
                                      </p:to>
                                    </p:set>
                                    <p:animEffect transition="in" filter="wipe(left)">
                                      <p:cBhvr>
                                        <p:cTn id="44" dur="500"/>
                                        <p:tgtEl>
                                          <p:spTgt spid="389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8915"/>
                                        </p:tgtEl>
                                        <p:attrNameLst>
                                          <p:attrName>style.visibility</p:attrName>
                                        </p:attrNameLst>
                                      </p:cBhvr>
                                      <p:to>
                                        <p:strVal val="visible"/>
                                      </p:to>
                                    </p:set>
                                    <p:animEffect transition="in" filter="wipe(left)">
                                      <p:cBhvr>
                                        <p:cTn id="49" dur="5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p:bldP spid="38917" grpId="0"/>
      <p:bldP spid="38918" grpId="0"/>
      <p:bldP spid="38919" grpId="0"/>
      <p:bldP spid="38920" grpId="0"/>
      <p:bldP spid="38921" grpId="0"/>
      <p:bldP spid="38923" grpId="0"/>
      <p:bldP spid="389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39937"/>
          <p:cNvSpPr/>
          <p:nvPr>
            <p:ph type="title"/>
          </p:nvPr>
        </p:nvSpPr>
        <p:spPr>
          <a:xfrm>
            <a:off x="111125" y="438150"/>
            <a:ext cx="8229600" cy="942975"/>
          </a:xfrm>
        </p:spPr>
        <p:txBody>
          <a:bodyPr anchor="ctr"/>
          <a:p>
            <a:r>
              <a:rPr lang="zh-CN" altLang="en-US" sz="2800" b="1" dirty="0">
                <a:ea typeface="楷体_GB2312" pitchFamily="1" charset="-122"/>
              </a:rPr>
              <a:t>粒子群</a:t>
            </a:r>
            <a:r>
              <a:rPr lang="zh-CN" altLang="en-US" sz="2800" b="1" dirty="0">
                <a:latin typeface="Times New Roman" panose="02020603050405020304" pitchFamily="2" charset="0"/>
                <a:ea typeface="楷体_GB2312" pitchFamily="1" charset="-122"/>
              </a:rPr>
              <a:t>算法的</a:t>
            </a:r>
            <a:r>
              <a:rPr lang="zh-CN" altLang="en-US" sz="2800" b="1" dirty="0">
                <a:ea typeface="楷体_GB2312" pitchFamily="1" charset="-122"/>
              </a:rPr>
              <a:t>构成要素-</a:t>
            </a:r>
            <a:r>
              <a:rPr lang="zh-CN" altLang="en-US" sz="2800" b="1" dirty="0">
                <a:solidFill>
                  <a:srgbClr val="FFFF00"/>
                </a:solidFill>
                <a:ea typeface="楷体_GB2312" pitchFamily="1" charset="-122"/>
              </a:rPr>
              <a:t> </a:t>
            </a:r>
            <a:r>
              <a:rPr lang="zh-CN" altLang="en-US" sz="2800" b="1" dirty="0">
                <a:latin typeface="Times New Roman" panose="02020603050405020304" pitchFamily="2" charset="0"/>
                <a:ea typeface="楷体_GB2312" pitchFamily="1" charset="-122"/>
              </a:rPr>
              <a:t>邻域的拓扑结构</a:t>
            </a:r>
            <a:r>
              <a:rPr lang="zh-CN" altLang="en-US" sz="2800" dirty="0">
                <a:latin typeface="Times New Roman" panose="02020603050405020304" pitchFamily="2" charset="0"/>
                <a:ea typeface="楷体_GB2312" pitchFamily="1" charset="-122"/>
              </a:rPr>
              <a:t> </a:t>
            </a:r>
            <a:r>
              <a:rPr lang="zh-CN" altLang="en-US" sz="2800" b="1" dirty="0">
                <a:solidFill>
                  <a:srgbClr val="FFFF00"/>
                </a:solidFill>
                <a:ea typeface="楷体_GB2312" pitchFamily="1" charset="-122"/>
              </a:rPr>
              <a:t> </a:t>
            </a:r>
            <a:endParaRPr lang="zh-CN" altLang="en-US" sz="2800" b="1" dirty="0">
              <a:solidFill>
                <a:srgbClr val="FFFF00"/>
              </a:solidFill>
              <a:ea typeface="楷体_GB2312" pitchFamily="1" charset="-122"/>
            </a:endParaRPr>
          </a:p>
        </p:txBody>
      </p:sp>
      <p:sp>
        <p:nvSpPr>
          <p:cNvPr id="39939" name="文本占位符 39938"/>
          <p:cNvSpPr/>
          <p:nvPr>
            <p:ph type="body" idx="1"/>
          </p:nvPr>
        </p:nvSpPr>
        <p:spPr>
          <a:xfrm>
            <a:off x="457200" y="2334260"/>
            <a:ext cx="8229600" cy="4678363"/>
          </a:xfrm>
        </p:spPr>
        <p:txBody>
          <a:bodyPr lIns="90170" tIns="46990" rIns="90170" bIns="46990"/>
          <a:p>
            <a:pPr>
              <a:lnSpc>
                <a:spcPct val="90000"/>
              </a:lnSpc>
              <a:buNone/>
            </a:pPr>
            <a:r>
              <a:rPr lang="zh-CN" altLang="en-US" b="1" dirty="0">
                <a:solidFill>
                  <a:schemeClr val="accent2"/>
                </a:solidFill>
                <a:latin typeface="宋体" panose="02010600030101010101" pitchFamily="2" charset="-122"/>
                <a:ea typeface="宋体" panose="02010600030101010101" pitchFamily="2" charset="-122"/>
              </a:rPr>
              <a:t>全局粒子群算法</a:t>
            </a:r>
            <a:endParaRPr lang="zh-CN" altLang="en-US" b="1" dirty="0">
              <a:solidFill>
                <a:schemeClr val="accent2"/>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1. 粒子自己历史最优值</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2.  粒子群体的全局最优值</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b="1" dirty="0">
                <a:solidFill>
                  <a:schemeClr val="accent2"/>
                </a:solidFill>
                <a:latin typeface="宋体" panose="02010600030101010101" pitchFamily="2" charset="-122"/>
                <a:ea typeface="宋体" panose="02010600030101010101" pitchFamily="2" charset="-122"/>
              </a:rPr>
              <a:t>局部粒子群算法</a:t>
            </a:r>
            <a:endParaRPr lang="zh-CN" altLang="en-US" b="1" dirty="0">
              <a:solidFill>
                <a:schemeClr val="accent2"/>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1. 粒子自己历史最优值</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2. 粒子邻域内粒子的最优值</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sz="1800" dirty="0">
                <a:solidFill>
                  <a:schemeClr val="tx1"/>
                </a:solidFill>
                <a:ea typeface="宋体" panose="02010600030101010101" pitchFamily="2" charset="-122"/>
              </a:rPr>
              <a:t>    </a:t>
            </a:r>
            <a:r>
              <a:rPr lang="zh-CN" altLang="en-US" sz="2000" dirty="0">
                <a:solidFill>
                  <a:schemeClr val="tx1"/>
                </a:solidFill>
                <a:ea typeface="宋体" panose="02010600030101010101" pitchFamily="2" charset="-122"/>
              </a:rPr>
              <a:t>     </a:t>
            </a:r>
            <a:r>
              <a:rPr lang="zh-CN" altLang="en-US" sz="2000" b="1" dirty="0">
                <a:solidFill>
                  <a:schemeClr val="tx1"/>
                </a:solidFill>
                <a:latin typeface="宋体" panose="02010600030101010101" pitchFamily="2" charset="-122"/>
                <a:ea typeface="宋体" panose="02010600030101010101" pitchFamily="2" charset="-122"/>
              </a:rPr>
              <a:t>邻域随迭代次数的增加线性变大，最后邻域扩展到整个粒子群。</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r>
              <a:rPr lang="zh-CN" altLang="en-US" sz="2000" b="1" dirty="0">
                <a:solidFill>
                  <a:schemeClr val="tx1"/>
                </a:solidFill>
                <a:latin typeface="宋体" panose="02010600030101010101" pitchFamily="2" charset="-122"/>
                <a:ea typeface="宋体" panose="02010600030101010101" pitchFamily="2" charset="-122"/>
              </a:rPr>
              <a:t>     经过实践证明：全局版本的粒子群算法收敛速度快，但是容易陷入局部最优。局部版本的粒子群算法收敛速度慢，但是很难陷入局部最优。现在的粒子群算法大都在收敛速度与摆脱局部最优这两个方面下功夫。其实这两个方面是矛盾的。看如何更好的折中了。</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90000"/>
              </a:lnSpc>
              <a:buNone/>
            </a:pPr>
            <a:endParaRPr lang="zh-CN" altLang="en-US" sz="1800" b="1" dirty="0">
              <a:latin typeface="宋体" panose="02010600030101010101" pitchFamily="2" charset="-122"/>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矩形 40961"/>
          <p:cNvSpPr/>
          <p:nvPr/>
        </p:nvSpPr>
        <p:spPr>
          <a:xfrm>
            <a:off x="179388" y="476250"/>
            <a:ext cx="5851525" cy="517525"/>
          </a:xfrm>
          <a:prstGeom prst="rect">
            <a:avLst/>
          </a:prstGeom>
          <a:noFill/>
          <a:ln w="9525">
            <a:noFill/>
          </a:ln>
        </p:spPr>
        <p:txBody>
          <a:bodyPr wrap="none" anchor="t">
            <a:spAutoFit/>
          </a:bodyPr>
          <a:p>
            <a:pPr eaLnBrk="0" hangingPunct="0"/>
            <a:r>
              <a:rPr lang="zh-CN" altLang="en-US" sz="2800" b="1" dirty="0">
                <a:solidFill>
                  <a:srgbClr val="FFFF00"/>
                </a:solidFill>
                <a:latin typeface="Times New Roman" panose="02020603050405020304" pitchFamily="2" charset="0"/>
                <a:ea typeface="楷体_GB2312" pitchFamily="1" charset="-122"/>
              </a:rPr>
              <a:t> </a:t>
            </a:r>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 -</a:t>
            </a:r>
            <a:r>
              <a:rPr lang="zh-CN" altLang="en-US" sz="2800" b="1" dirty="0">
                <a:solidFill>
                  <a:schemeClr val="bg1"/>
                </a:solidFill>
                <a:latin typeface="Times New Roman" panose="02020603050405020304" pitchFamily="2" charset="0"/>
                <a:ea typeface="楷体_GB2312" pitchFamily="1" charset="-122"/>
              </a:rPr>
              <a:t>停止准则</a:t>
            </a:r>
            <a:r>
              <a:rPr lang="zh-CN" altLang="en-US" sz="2800" dirty="0">
                <a:solidFill>
                  <a:schemeClr val="bg1"/>
                </a:solidFill>
                <a:latin typeface="Times New Roman" panose="02020603050405020304" pitchFamily="2" charset="0"/>
                <a:ea typeface="楷体_GB2312" pitchFamily="1" charset="-122"/>
              </a:rPr>
              <a:t> </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40963" name="矩形 40962"/>
          <p:cNvSpPr/>
          <p:nvPr/>
        </p:nvSpPr>
        <p:spPr>
          <a:xfrm>
            <a:off x="566738" y="2297430"/>
            <a:ext cx="5367337" cy="519113"/>
          </a:xfrm>
          <a:prstGeom prst="rect">
            <a:avLst/>
          </a:prstGeom>
          <a:noFill/>
          <a:ln w="9525">
            <a:noFill/>
          </a:ln>
        </p:spPr>
        <p:txBody>
          <a:bodyPr wrap="none" anchor="ctr">
            <a:spAutoFit/>
          </a:bodyPr>
          <a:p>
            <a:pPr eaLnBrk="0" hangingPunct="0"/>
            <a:r>
              <a:rPr lang="zh-CN" altLang="en-US" sz="2800" b="1">
                <a:latin typeface="Arial" panose="020B0604020202020204" pitchFamily="34" charset="0"/>
                <a:ea typeface="楷体_GB2312" pitchFamily="1" charset="-122"/>
              </a:rPr>
              <a:t>停止准则一般有如下两种：</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40964" name="矩形 40963"/>
          <p:cNvSpPr/>
          <p:nvPr/>
        </p:nvSpPr>
        <p:spPr>
          <a:xfrm>
            <a:off x="2276158" y="3169603"/>
            <a:ext cx="2917825" cy="519112"/>
          </a:xfrm>
          <a:prstGeom prst="rect">
            <a:avLst/>
          </a:prstGeom>
          <a:noFill/>
          <a:ln w="9525">
            <a:noFill/>
          </a:ln>
        </p:spPr>
        <p:txBody>
          <a:bodyPr wrap="none" anchor="t">
            <a:spAutoFit/>
          </a:bodyPr>
          <a:p>
            <a:pPr eaLnBrk="0" hangingPunct="0"/>
            <a:r>
              <a:rPr lang="zh-CN" altLang="en-US" sz="2800" b="1">
                <a:solidFill>
                  <a:schemeClr val="accent2"/>
                </a:solidFill>
                <a:latin typeface="Arial" panose="020B0604020202020204" pitchFamily="34" charset="0"/>
                <a:ea typeface="楷体_GB2312" pitchFamily="1" charset="-122"/>
              </a:rPr>
              <a:t>最大迭代步数</a:t>
            </a:r>
            <a:r>
              <a:rPr lang="zh-CN" altLang="en-US" sz="2800" b="1">
                <a:latin typeface="Arial" panose="020B0604020202020204" pitchFamily="34" charset="0"/>
                <a:ea typeface="楷体_GB2312" pitchFamily="1" charset="-122"/>
              </a:rPr>
              <a:t>   </a:t>
            </a:r>
            <a:r>
              <a:rPr lang="zh-CN" altLang="en-US" sz="2800" b="1">
                <a:solidFill>
                  <a:srgbClr val="FFFF00"/>
                </a:solidFill>
                <a:latin typeface="Arial" panose="020B0604020202020204" pitchFamily="34" charset="0"/>
                <a:ea typeface="楷体_GB2312" pitchFamily="1" charset="-122"/>
              </a:rPr>
              <a:t>   </a:t>
            </a:r>
            <a:endParaRPr lang="zh-CN" altLang="en-US" sz="2800" b="1">
              <a:solidFill>
                <a:srgbClr val="FFFF00"/>
              </a:solidFill>
              <a:latin typeface="Arial" panose="020B0604020202020204" pitchFamily="34" charset="0"/>
              <a:ea typeface="楷体_GB2312" pitchFamily="1" charset="-122"/>
            </a:endParaRPr>
          </a:p>
        </p:txBody>
      </p:sp>
      <p:sp>
        <p:nvSpPr>
          <p:cNvPr id="40965" name="矩形 40964"/>
          <p:cNvSpPr/>
          <p:nvPr/>
        </p:nvSpPr>
        <p:spPr>
          <a:xfrm>
            <a:off x="2276475" y="3983673"/>
            <a:ext cx="3176588" cy="519112"/>
          </a:xfrm>
          <a:prstGeom prst="rect">
            <a:avLst/>
          </a:prstGeom>
          <a:noFill/>
          <a:ln w="9525">
            <a:noFill/>
          </a:ln>
        </p:spPr>
        <p:txBody>
          <a:bodyPr wrap="none" anchor="t">
            <a:spAutoFit/>
          </a:bodyPr>
          <a:p>
            <a:pPr eaLnBrk="0" hangingPunct="0"/>
            <a:r>
              <a:rPr lang="zh-CN" altLang="en-US" sz="2800" b="1">
                <a:solidFill>
                  <a:schemeClr val="accent2"/>
                </a:solidFill>
                <a:latin typeface="Arial" panose="020B0604020202020204" pitchFamily="34" charset="0"/>
                <a:ea typeface="楷体_GB2312" pitchFamily="1" charset="-122"/>
              </a:rPr>
              <a:t>可接受的满意解 </a:t>
            </a:r>
            <a:r>
              <a:rPr lang="zh-CN" altLang="en-US" sz="2800" b="1">
                <a:solidFill>
                  <a:srgbClr val="FFFF00"/>
                </a:solidFill>
                <a:latin typeface="Arial" panose="020B0604020202020204" pitchFamily="34" charset="0"/>
                <a:ea typeface="楷体_GB2312" pitchFamily="1" charset="-122"/>
              </a:rPr>
              <a:t>    </a:t>
            </a:r>
            <a:endParaRPr lang="zh-CN" altLang="en-US" sz="2800" b="1">
              <a:solidFill>
                <a:srgbClr val="FFFF00"/>
              </a:solidFill>
              <a:latin typeface="Arial" panose="020B0604020202020204" pitchFamily="34"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wipe(left)">
                                      <p:cBhvr>
                                        <p:cTn id="7" dur="500"/>
                                        <p:tgtEl>
                                          <p:spTgt spid="409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4"/>
                                        </p:tgtEl>
                                        <p:attrNameLst>
                                          <p:attrName>style.visibility</p:attrName>
                                        </p:attrNameLst>
                                      </p:cBhvr>
                                      <p:to>
                                        <p:strVal val="visible"/>
                                      </p:to>
                                    </p:set>
                                    <p:animEffect transition="in" filter="wipe(left)">
                                      <p:cBhvr>
                                        <p:cTn id="12" dur="500"/>
                                        <p:tgtEl>
                                          <p:spTgt spid="409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5"/>
                                        </p:tgtEl>
                                        <p:attrNameLst>
                                          <p:attrName>style.visibility</p:attrName>
                                        </p:attrNameLst>
                                      </p:cBhvr>
                                      <p:to>
                                        <p:strVal val="visible"/>
                                      </p:to>
                                    </p:set>
                                    <p:animEffect transition="in" filter="wipe(left)">
                                      <p:cBhvr>
                                        <p:cTn id="17" dur="500"/>
                                        <p:tgtEl>
                                          <p:spTgt spid="40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40964" grpId="0"/>
      <p:bldP spid="4096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矩形 41985"/>
          <p:cNvSpPr/>
          <p:nvPr/>
        </p:nvSpPr>
        <p:spPr>
          <a:xfrm>
            <a:off x="179388" y="476250"/>
            <a:ext cx="7283450" cy="517525"/>
          </a:xfrm>
          <a:prstGeom prst="rect">
            <a:avLst/>
          </a:prstGeom>
          <a:noFill/>
          <a:ln w="9525">
            <a:noFill/>
          </a:ln>
        </p:spPr>
        <p:txBody>
          <a:bodyPr wrap="none" anchor="t">
            <a:spAutoFit/>
          </a:bodyPr>
          <a:p>
            <a:pPr eaLnBrk="0" hangingPunct="0"/>
            <a:r>
              <a:rPr lang="zh-CN" altLang="en-US" sz="2800" b="1" dirty="0">
                <a:solidFill>
                  <a:srgbClr val="FFFF00"/>
                </a:solidFill>
                <a:latin typeface="Times New Roman" panose="02020603050405020304" pitchFamily="2" charset="0"/>
                <a:ea typeface="楷体_GB2312" pitchFamily="1" charset="-122"/>
              </a:rPr>
              <a:t> </a:t>
            </a:r>
            <a:r>
              <a:rPr lang="zh-CN" altLang="en-US" sz="2800" b="1" dirty="0">
                <a:solidFill>
                  <a:schemeClr val="bg1"/>
                </a:solidFill>
                <a:latin typeface="Arial" panose="020B0604020202020204" pitchFamily="34" charset="0"/>
                <a:ea typeface="楷体_GB2312" pitchFamily="1" charset="-122"/>
              </a:rPr>
              <a:t>粒子群</a:t>
            </a:r>
            <a:r>
              <a:rPr lang="zh-CN" altLang="en-US" sz="2800" b="1" dirty="0">
                <a:solidFill>
                  <a:schemeClr val="bg1"/>
                </a:solidFill>
                <a:latin typeface="Times New Roman" panose="02020603050405020304" pitchFamily="2" charset="0"/>
                <a:ea typeface="楷体_GB2312" pitchFamily="1" charset="-122"/>
              </a:rPr>
              <a:t>算法的</a:t>
            </a:r>
            <a:r>
              <a:rPr lang="zh-CN" altLang="en-US" sz="2800" b="1" dirty="0">
                <a:solidFill>
                  <a:schemeClr val="bg1"/>
                </a:solidFill>
                <a:latin typeface="Arial" panose="020B0604020202020204" pitchFamily="34" charset="0"/>
                <a:ea typeface="楷体_GB2312" pitchFamily="1" charset="-122"/>
              </a:rPr>
              <a:t>构成要素 -</a:t>
            </a:r>
            <a:r>
              <a:rPr lang="zh-CN" altLang="en-US" sz="2800" b="1" dirty="0">
                <a:solidFill>
                  <a:srgbClr val="FFFF00"/>
                </a:solidFill>
                <a:latin typeface="Arial" panose="020B0604020202020204" pitchFamily="34" charset="0"/>
                <a:ea typeface="楷体_GB2312" pitchFamily="1" charset="-122"/>
              </a:rPr>
              <a:t> </a:t>
            </a:r>
            <a:r>
              <a:rPr lang="zh-CN" altLang="en-US" sz="2800" b="1" dirty="0">
                <a:solidFill>
                  <a:schemeClr val="bg1"/>
                </a:solidFill>
                <a:latin typeface="Times New Roman" panose="02020603050405020304" pitchFamily="2" charset="0"/>
                <a:ea typeface="楷体_GB2312" pitchFamily="1" charset="-122"/>
              </a:rPr>
              <a:t>粒子空间的初始化</a:t>
            </a:r>
            <a:r>
              <a:rPr lang="zh-CN" altLang="en-US" sz="2800" b="1" dirty="0">
                <a:solidFill>
                  <a:srgbClr val="FFFF00"/>
                </a:solidFill>
                <a:latin typeface="Arial" panose="020B0604020202020204" pitchFamily="34" charset="0"/>
                <a:ea typeface="楷体_GB2312" pitchFamily="1" charset="-122"/>
              </a:rPr>
              <a:t>   </a:t>
            </a:r>
            <a:endParaRPr lang="zh-CN" altLang="en-US" sz="2800" b="1" dirty="0">
              <a:solidFill>
                <a:srgbClr val="FFFF00"/>
              </a:solidFill>
              <a:latin typeface="Arial" panose="020B0604020202020204" pitchFamily="34" charset="0"/>
              <a:ea typeface="楷体_GB2312" pitchFamily="1" charset="-122"/>
            </a:endParaRPr>
          </a:p>
        </p:txBody>
      </p:sp>
      <p:sp>
        <p:nvSpPr>
          <p:cNvPr id="41987" name="矩形 41986"/>
          <p:cNvSpPr/>
          <p:nvPr/>
        </p:nvSpPr>
        <p:spPr>
          <a:xfrm>
            <a:off x="552450" y="1787525"/>
            <a:ext cx="8115300" cy="1630363"/>
          </a:xfrm>
          <a:prstGeom prst="rect">
            <a:avLst/>
          </a:prstGeom>
          <a:noFill/>
          <a:ln w="9525">
            <a:noFill/>
          </a:ln>
        </p:spPr>
        <p:txBody>
          <a:bodyPr wrap="none" anchor="ctr">
            <a:spAutoFit/>
          </a:bodyPr>
          <a:p>
            <a:pPr eaLnBrk="0" hangingPunct="0">
              <a:lnSpc>
                <a:spcPct val="120000"/>
              </a:lnSpc>
            </a:pPr>
            <a:r>
              <a:rPr lang="en-US" altLang="zh-CN" sz="2800" b="1">
                <a:solidFill>
                  <a:schemeClr val="bg1"/>
                </a:solidFill>
                <a:latin typeface="Arial" panose="020B0604020202020204" pitchFamily="34" charset="0"/>
                <a:ea typeface="楷体_GB2312" pitchFamily="1" charset="-122"/>
              </a:rPr>
              <a:t>        </a:t>
            </a:r>
            <a:r>
              <a:rPr lang="zh-CN" altLang="en-US" sz="2800" b="1">
                <a:latin typeface="Arial" panose="020B0604020202020204" pitchFamily="34" charset="0"/>
                <a:ea typeface="楷体_GB2312" pitchFamily="1" charset="-122"/>
              </a:rPr>
              <a:t>较好地选择粒子的初始化空间，将大大缩短收</a:t>
            </a:r>
            <a:endParaRPr lang="zh-CN" altLang="en-US" sz="2800" b="1">
              <a:latin typeface="Arial" panose="020B0604020202020204" pitchFamily="34" charset="0"/>
              <a:ea typeface="楷体_GB2312" pitchFamily="1" charset="-122"/>
            </a:endParaRPr>
          </a:p>
          <a:p>
            <a:pPr eaLnBrk="0" hangingPunct="0">
              <a:lnSpc>
                <a:spcPct val="120000"/>
              </a:lnSpc>
            </a:pPr>
            <a:r>
              <a:rPr lang="zh-CN" altLang="en-US" sz="2800" b="1">
                <a:latin typeface="Arial" panose="020B0604020202020204" pitchFamily="34" charset="0"/>
                <a:ea typeface="楷体_GB2312" pitchFamily="1" charset="-122"/>
              </a:rPr>
              <a:t>敛时间．初始化空间根据具体问题的不同而不同，</a:t>
            </a:r>
            <a:endParaRPr lang="zh-CN" altLang="en-US" sz="2800" b="1">
              <a:latin typeface="Arial" panose="020B0604020202020204" pitchFamily="34" charset="0"/>
              <a:ea typeface="楷体_GB2312" pitchFamily="1" charset="-122"/>
            </a:endParaRPr>
          </a:p>
          <a:p>
            <a:pPr eaLnBrk="0" hangingPunct="0">
              <a:lnSpc>
                <a:spcPct val="120000"/>
              </a:lnSpc>
            </a:pPr>
            <a:r>
              <a:rPr lang="zh-CN" altLang="en-US" sz="2800" b="1">
                <a:latin typeface="Arial" panose="020B0604020202020204" pitchFamily="34" charset="0"/>
                <a:ea typeface="楷体_GB2312" pitchFamily="1" charset="-122"/>
              </a:rPr>
              <a:t>也就是说，这是问题依赖的．</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41988" name="矩形 41987" descr="紫色网格"/>
          <p:cNvSpPr/>
          <p:nvPr/>
        </p:nvSpPr>
        <p:spPr>
          <a:xfrm>
            <a:off x="206375" y="3536950"/>
            <a:ext cx="8777288" cy="2265363"/>
          </a:xfrm>
          <a:prstGeom prst="rect">
            <a:avLst/>
          </a:prstGeom>
          <a:blipFill rotWithShape="1">
            <a:blip r:embed="rId1"/>
          </a:blipFill>
          <a:ln w="38100" cap="flat" cmpd="sng">
            <a:solidFill>
              <a:srgbClr val="00FF00"/>
            </a:solidFill>
            <a:prstDash val="solid"/>
            <a:miter/>
            <a:headEnd type="none" w="med" len="med"/>
            <a:tailEnd type="none" w="med" len="med"/>
          </a:ln>
        </p:spPr>
        <p:txBody>
          <a:bodyPr wrap="none" anchor="ctr">
            <a:spAutoFit/>
          </a:bodyPr>
          <a:p>
            <a:pPr eaLnBrk="0" hangingPunct="0"/>
            <a:r>
              <a:rPr lang="en-US" altLang="zh-CN" sz="2800" b="1">
                <a:solidFill>
                  <a:schemeClr val="bg1"/>
                </a:solidFill>
                <a:latin typeface="Arial" panose="020B0604020202020204" pitchFamily="34" charset="0"/>
                <a:ea typeface="楷体_GB2312" pitchFamily="1" charset="-122"/>
              </a:rPr>
              <a:t>        </a:t>
            </a:r>
            <a:r>
              <a:rPr lang="zh-CN" altLang="en-US" sz="2800" b="1">
                <a:solidFill>
                  <a:schemeClr val="bg1"/>
                </a:solidFill>
                <a:latin typeface="Arial" panose="020B0604020202020204" pitchFamily="34" charset="0"/>
                <a:ea typeface="楷体_GB2312" pitchFamily="1" charset="-122"/>
              </a:rPr>
              <a:t>从上面的介绍可以看到，粒子群算法与其他现代</a:t>
            </a:r>
            <a:endParaRPr lang="zh-CN" altLang="en-US" sz="2800" b="1">
              <a:solidFill>
                <a:schemeClr val="bg1"/>
              </a:solidFill>
              <a:latin typeface="Arial" panose="020B0604020202020204" pitchFamily="34" charset="0"/>
              <a:ea typeface="楷体_GB2312" pitchFamily="1" charset="-122"/>
            </a:endParaRPr>
          </a:p>
          <a:p>
            <a:pPr eaLnBrk="0" hangingPunct="0"/>
            <a:r>
              <a:rPr lang="zh-CN" altLang="en-US" sz="2800" b="1">
                <a:solidFill>
                  <a:schemeClr val="bg1"/>
                </a:solidFill>
                <a:latin typeface="Arial" panose="020B0604020202020204" pitchFamily="34" charset="0"/>
                <a:ea typeface="楷体_GB2312" pitchFamily="1" charset="-122"/>
              </a:rPr>
              <a:t>优化方法相比的一个明显特色就是所需调整的</a:t>
            </a:r>
            <a:r>
              <a:rPr lang="zh-CN" altLang="en-US" sz="2800" b="1">
                <a:solidFill>
                  <a:srgbClr val="FFFF00"/>
                </a:solidFill>
                <a:latin typeface="Arial" panose="020B0604020202020204" pitchFamily="34" charset="0"/>
                <a:ea typeface="楷体_GB2312" pitchFamily="1" charset="-122"/>
              </a:rPr>
              <a:t>参数很</a:t>
            </a:r>
            <a:endParaRPr lang="zh-CN" altLang="en-US" sz="2800" b="1">
              <a:solidFill>
                <a:srgbClr val="FFFF00"/>
              </a:solidFill>
              <a:latin typeface="Arial" panose="020B0604020202020204" pitchFamily="34" charset="0"/>
              <a:ea typeface="楷体_GB2312" pitchFamily="1" charset="-122"/>
            </a:endParaRPr>
          </a:p>
          <a:p>
            <a:pPr eaLnBrk="0" hangingPunct="0"/>
            <a:r>
              <a:rPr lang="zh-CN" altLang="en-US" sz="2800" b="1">
                <a:solidFill>
                  <a:srgbClr val="FFFF00"/>
                </a:solidFill>
                <a:latin typeface="Arial" panose="020B0604020202020204" pitchFamily="34" charset="0"/>
                <a:ea typeface="楷体_GB2312" pitchFamily="1" charset="-122"/>
              </a:rPr>
              <a:t>少</a:t>
            </a:r>
            <a:r>
              <a:rPr lang="zh-CN" altLang="en-US" sz="2800" b="1">
                <a:solidFill>
                  <a:schemeClr val="bg1"/>
                </a:solidFill>
                <a:latin typeface="Arial" panose="020B0604020202020204" pitchFamily="34" charset="0"/>
                <a:ea typeface="楷体_GB2312" pitchFamily="1" charset="-122"/>
              </a:rPr>
              <a:t>．相对来说，</a:t>
            </a:r>
            <a:r>
              <a:rPr lang="zh-CN" altLang="en-US" sz="2800" b="1">
                <a:solidFill>
                  <a:srgbClr val="FFFF00"/>
                </a:solidFill>
                <a:latin typeface="Arial" panose="020B0604020202020204" pitchFamily="34" charset="0"/>
                <a:ea typeface="楷体_GB2312" pitchFamily="1" charset="-122"/>
              </a:rPr>
              <a:t>惯性因子</a:t>
            </a:r>
            <a:r>
              <a:rPr lang="zh-CN" altLang="en-US" sz="2800" b="1">
                <a:solidFill>
                  <a:schemeClr val="bg1"/>
                </a:solidFill>
                <a:latin typeface="Arial" panose="020B0604020202020204" pitchFamily="34" charset="0"/>
                <a:ea typeface="楷体_GB2312" pitchFamily="1" charset="-122"/>
              </a:rPr>
              <a:t>和</a:t>
            </a:r>
            <a:r>
              <a:rPr lang="zh-CN" altLang="en-US" sz="2800" b="1">
                <a:solidFill>
                  <a:srgbClr val="FFFF00"/>
                </a:solidFill>
                <a:latin typeface="Arial" panose="020B0604020202020204" pitchFamily="34" charset="0"/>
                <a:ea typeface="楷体_GB2312" pitchFamily="1" charset="-122"/>
              </a:rPr>
              <a:t>邻域定义</a:t>
            </a:r>
            <a:r>
              <a:rPr lang="zh-CN" altLang="en-US" sz="2800" b="1">
                <a:solidFill>
                  <a:schemeClr val="bg1"/>
                </a:solidFill>
                <a:latin typeface="Arial" panose="020B0604020202020204" pitchFamily="34" charset="0"/>
                <a:ea typeface="楷体_GB2312" pitchFamily="1" charset="-122"/>
              </a:rPr>
              <a:t>较为重要．这些</a:t>
            </a:r>
            <a:endParaRPr lang="zh-CN" altLang="en-US" sz="2800" b="1">
              <a:solidFill>
                <a:schemeClr val="bg1"/>
              </a:solidFill>
              <a:latin typeface="Arial" panose="020B0604020202020204" pitchFamily="34" charset="0"/>
              <a:ea typeface="楷体_GB2312" pitchFamily="1" charset="-122"/>
            </a:endParaRPr>
          </a:p>
          <a:p>
            <a:pPr eaLnBrk="0" hangingPunct="0"/>
            <a:r>
              <a:rPr lang="zh-CN" altLang="en-US" sz="2800" b="1">
                <a:solidFill>
                  <a:schemeClr val="bg1"/>
                </a:solidFill>
                <a:latin typeface="Arial" panose="020B0604020202020204" pitchFamily="34" charset="0"/>
                <a:ea typeface="楷体_GB2312" pitchFamily="1" charset="-122"/>
              </a:rPr>
              <a:t>为数不多的关键参数的设置却对算法的精度和效率有</a:t>
            </a:r>
            <a:endParaRPr lang="zh-CN" altLang="en-US" sz="2800" b="1">
              <a:solidFill>
                <a:schemeClr val="bg1"/>
              </a:solidFill>
              <a:latin typeface="Arial" panose="020B0604020202020204" pitchFamily="34" charset="0"/>
              <a:ea typeface="楷体_GB2312" pitchFamily="1" charset="-122"/>
            </a:endParaRPr>
          </a:p>
          <a:p>
            <a:pPr eaLnBrk="0" hangingPunct="0"/>
            <a:r>
              <a:rPr lang="zh-CN" altLang="en-US" sz="2800" b="1">
                <a:solidFill>
                  <a:schemeClr val="bg1"/>
                </a:solidFill>
                <a:latin typeface="Arial" panose="020B0604020202020204" pitchFamily="34" charset="0"/>
                <a:ea typeface="楷体_GB2312" pitchFamily="1" charset="-122"/>
              </a:rPr>
              <a:t>着显著影响．</a:t>
            </a:r>
            <a:endParaRPr lang="zh-CN" altLang="en-US" sz="2800" b="1">
              <a:solidFill>
                <a:schemeClr val="bg1"/>
              </a:solidFill>
              <a:latin typeface="Arial" panose="020B0604020202020204" pitchFamily="34" charset="0"/>
              <a:ea typeface="楷体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additive="base">
                                        <p:cTn id="7" dur="500" fill="hold"/>
                                        <p:tgtEl>
                                          <p:spTgt spid="41987"/>
                                        </p:tgtEl>
                                        <p:attrNameLst>
                                          <p:attrName>ppt_x</p:attrName>
                                        </p:attrNameLst>
                                      </p:cBhvr>
                                      <p:tavLst>
                                        <p:tav tm="0">
                                          <p:val>
                                            <p:strVal val="1+#ppt_w/2"/>
                                          </p:val>
                                        </p:tav>
                                        <p:tav tm="100000">
                                          <p:val>
                                            <p:strVal val="#ppt_x"/>
                                          </p:val>
                                        </p:tav>
                                      </p:tavLst>
                                    </p:anim>
                                    <p:anim calcmode="lin" valueType="num">
                                      <p:cBhvr additive="base">
                                        <p:cTn id="8" dur="500" fill="hold"/>
                                        <p:tgtEl>
                                          <p:spTgt spid="419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1988"/>
                                        </p:tgtEl>
                                        <p:attrNameLst>
                                          <p:attrName>style.visibility</p:attrName>
                                        </p:attrNameLst>
                                      </p:cBhvr>
                                      <p:to>
                                        <p:strVal val="visible"/>
                                      </p:to>
                                    </p:set>
                                    <p:anim calcmode="lin" valueType="num">
                                      <p:cBhvr additive="base">
                                        <p:cTn id="13" dur="500" fill="hold"/>
                                        <p:tgtEl>
                                          <p:spTgt spid="41988"/>
                                        </p:tgtEl>
                                        <p:attrNameLst>
                                          <p:attrName>ppt_x</p:attrName>
                                        </p:attrNameLst>
                                      </p:cBhvr>
                                      <p:tavLst>
                                        <p:tav tm="0">
                                          <p:val>
                                            <p:strVal val="1+#ppt_w/2"/>
                                          </p:val>
                                        </p:tav>
                                        <p:tav tm="100000">
                                          <p:val>
                                            <p:strVal val="#ppt_x"/>
                                          </p:val>
                                        </p:tav>
                                      </p:tavLst>
                                    </p:anim>
                                    <p:anim calcmode="lin" valueType="num">
                                      <p:cBhvr additive="base">
                                        <p:cTn id="14" dur="500" fill="hold"/>
                                        <p:tgtEl>
                                          <p:spTgt spid="419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P spid="4198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矩形 43009"/>
          <p:cNvSpPr/>
          <p:nvPr/>
        </p:nvSpPr>
        <p:spPr>
          <a:xfrm>
            <a:off x="179388" y="461963"/>
            <a:ext cx="3484562" cy="519112"/>
          </a:xfrm>
          <a:prstGeom prst="rect">
            <a:avLst/>
          </a:prstGeom>
          <a:noFill/>
          <a:ln w="9525">
            <a:noFill/>
          </a:ln>
        </p:spPr>
        <p:txBody>
          <a:bodyPr wrap="none" anchor="t">
            <a:spAutoFit/>
          </a:bodyPr>
          <a:p>
            <a:pPr eaLnBrk="0" hangingPunct="0">
              <a:buFont typeface="Symbol" panose="05050102010706020507" pitchFamily="2" charset="2"/>
              <a:buNone/>
            </a:pPr>
            <a:r>
              <a:rPr lang="en-US" altLang="zh-CN" sz="2800" b="1">
                <a:solidFill>
                  <a:srgbClr val="FFFF00"/>
                </a:solidFill>
                <a:latin typeface="Times New Roman" panose="02020603050405020304" pitchFamily="2" charset="0"/>
                <a:ea typeface="楷体_GB2312" pitchFamily="1" charset="-122"/>
              </a:rPr>
              <a:t>3.  </a:t>
            </a:r>
            <a:r>
              <a:rPr lang="zh-CN" altLang="en-US" sz="2800" b="1">
                <a:solidFill>
                  <a:srgbClr val="FFFF00"/>
                </a:solidFill>
                <a:latin typeface="Arial" panose="020B0604020202020204" pitchFamily="34" charset="0"/>
                <a:ea typeface="楷体_GB2312" pitchFamily="1" charset="-122"/>
              </a:rPr>
              <a:t>粒子群</a:t>
            </a:r>
            <a:r>
              <a:rPr lang="zh-CN" altLang="en-US" sz="2800" b="1">
                <a:solidFill>
                  <a:srgbClr val="FFFF00"/>
                </a:solidFill>
                <a:latin typeface="Times New Roman" panose="02020603050405020304" pitchFamily="2" charset="0"/>
                <a:ea typeface="楷体_GB2312" pitchFamily="1" charset="-122"/>
              </a:rPr>
              <a:t>算法示例    </a:t>
            </a:r>
            <a:endParaRPr lang="zh-CN" altLang="en-US" sz="2800" b="1">
              <a:solidFill>
                <a:srgbClr val="FFFF00"/>
              </a:solidFill>
              <a:latin typeface="Times New Roman" panose="02020603050405020304" pitchFamily="2" charset="0"/>
              <a:ea typeface="楷体_GB2312" pitchFamily="1" charset="-122"/>
            </a:endParaRPr>
          </a:p>
        </p:txBody>
      </p:sp>
      <p:sp>
        <p:nvSpPr>
          <p:cNvPr id="43011" name="矩形 43010"/>
          <p:cNvSpPr/>
          <p:nvPr/>
        </p:nvSpPr>
        <p:spPr>
          <a:xfrm>
            <a:off x="542925" y="1111250"/>
            <a:ext cx="8070850" cy="519113"/>
          </a:xfrm>
          <a:prstGeom prst="rect">
            <a:avLst/>
          </a:prstGeom>
          <a:noFill/>
          <a:ln w="9525">
            <a:noFill/>
          </a:ln>
        </p:spPr>
        <p:txBody>
          <a:bodyPr wrap="none" anchor="ctr">
            <a:spAutoFit/>
          </a:bodyPr>
          <a:p>
            <a:pPr eaLnBrk="0" hangingPunct="0"/>
            <a:r>
              <a:rPr lang="en-US" altLang="zh-CN" sz="2800">
                <a:solidFill>
                  <a:srgbClr val="FFFF00"/>
                </a:solidFill>
                <a:latin typeface="Times New Roman" panose="02020603050405020304" pitchFamily="2" charset="0"/>
                <a:ea typeface="楷体_GB2312" pitchFamily="1" charset="-122"/>
              </a:rPr>
              <a:t> </a:t>
            </a:r>
            <a:r>
              <a:rPr lang="zh-CN" altLang="en-US" sz="2800" b="1">
                <a:solidFill>
                  <a:srgbClr val="FFFF00"/>
                </a:solidFill>
                <a:latin typeface="Times New Roman" panose="02020603050405020304" pitchFamily="2" charset="0"/>
                <a:ea typeface="楷体_GB2312" pitchFamily="1" charset="-122"/>
              </a:rPr>
              <a:t>例</a:t>
            </a:r>
            <a:r>
              <a:rPr lang="zh-CN" altLang="en-US" sz="2800" b="1">
                <a:solidFill>
                  <a:schemeClr val="bg1"/>
                </a:solidFill>
                <a:latin typeface="Times New Roman" panose="02020603050405020304" pitchFamily="2" charset="0"/>
                <a:ea typeface="楷体_GB2312" pitchFamily="1" charset="-122"/>
              </a:rPr>
              <a:t>   求解如下四维</a:t>
            </a:r>
            <a:r>
              <a:rPr lang="en-US" altLang="zh-CN" sz="2800" b="1">
                <a:solidFill>
                  <a:schemeClr val="bg1"/>
                </a:solidFill>
                <a:latin typeface="Times New Roman" panose="02020603050405020304" pitchFamily="2" charset="0"/>
                <a:ea typeface="楷体_GB2312" pitchFamily="1" charset="-122"/>
              </a:rPr>
              <a:t>Rosenbrock</a:t>
            </a:r>
            <a:r>
              <a:rPr lang="zh-CN" altLang="en-US" sz="2800" b="1">
                <a:solidFill>
                  <a:schemeClr val="bg1"/>
                </a:solidFill>
                <a:latin typeface="Times New Roman" panose="02020603050405020304" pitchFamily="2" charset="0"/>
                <a:ea typeface="楷体_GB2312" pitchFamily="1" charset="-122"/>
              </a:rPr>
              <a:t>函数的优化问题．    </a:t>
            </a:r>
            <a:endParaRPr lang="zh-CN" altLang="en-US" sz="2800" b="1">
              <a:solidFill>
                <a:schemeClr val="bg1"/>
              </a:solidFill>
              <a:latin typeface="Times New Roman" panose="02020603050405020304" pitchFamily="2" charset="0"/>
              <a:ea typeface="楷体_GB2312" pitchFamily="1" charset="-122"/>
            </a:endParaRPr>
          </a:p>
        </p:txBody>
      </p:sp>
      <p:graphicFrame>
        <p:nvGraphicFramePr>
          <p:cNvPr id="43012" name="对象 43011"/>
          <p:cNvGraphicFramePr>
            <a:graphicFrameLocks noChangeAspect="1"/>
          </p:cNvGraphicFramePr>
          <p:nvPr/>
        </p:nvGraphicFramePr>
        <p:xfrm>
          <a:off x="1427163" y="1616075"/>
          <a:ext cx="5707062" cy="987425"/>
        </p:xfrm>
        <a:graphic>
          <a:graphicData uri="http://schemas.openxmlformats.org/presentationml/2006/ole">
            <mc:AlternateContent xmlns:mc="http://schemas.openxmlformats.org/markup-compatibility/2006">
              <mc:Choice xmlns:v="urn:schemas-microsoft-com:vml" Requires="v">
                <p:oleObj spid="_x0000_s3164" name="" r:id="rId1" imgW="2500630" imgH="431800" progId="Equation.DSMT4">
                  <p:embed/>
                </p:oleObj>
              </mc:Choice>
              <mc:Fallback>
                <p:oleObj name="" r:id="rId1" imgW="2500630" imgH="431800" progId="Equation.DSMT4">
                  <p:embed/>
                  <p:pic>
                    <p:nvPicPr>
                      <p:cNvPr id="0" name="图片 3163"/>
                      <p:cNvPicPr/>
                      <p:nvPr/>
                    </p:nvPicPr>
                    <p:blipFill>
                      <a:blip r:embed="rId2">
                        <a:lum bright="100000"/>
                      </a:blip>
                      <a:stretch>
                        <a:fillRect/>
                      </a:stretch>
                    </p:blipFill>
                    <p:spPr>
                      <a:xfrm>
                        <a:off x="1427163" y="1616075"/>
                        <a:ext cx="5707062" cy="987425"/>
                      </a:xfrm>
                      <a:prstGeom prst="rect">
                        <a:avLst/>
                      </a:prstGeom>
                      <a:noFill/>
                      <a:ln w="38100">
                        <a:noFill/>
                        <a:miter/>
                      </a:ln>
                    </p:spPr>
                  </p:pic>
                </p:oleObj>
              </mc:Fallback>
            </mc:AlternateContent>
          </a:graphicData>
        </a:graphic>
      </p:graphicFrame>
      <p:sp>
        <p:nvSpPr>
          <p:cNvPr id="43013" name="矩形 43012"/>
          <p:cNvSpPr/>
          <p:nvPr/>
        </p:nvSpPr>
        <p:spPr>
          <a:xfrm>
            <a:off x="179388" y="4121150"/>
            <a:ext cx="2503487" cy="519113"/>
          </a:xfrm>
          <a:prstGeom prst="rect">
            <a:avLst/>
          </a:prstGeom>
          <a:noFill/>
          <a:ln w="9525">
            <a:noFill/>
          </a:ln>
        </p:spPr>
        <p:txBody>
          <a:bodyPr wrap="none" anchor="ctr">
            <a:spAutoFit/>
          </a:bodyPr>
          <a:p>
            <a:pPr eaLnBrk="0" hangingPunct="0"/>
            <a:r>
              <a:rPr lang="zh-CN" altLang="en-US" sz="2800" b="1">
                <a:solidFill>
                  <a:srgbClr val="FFFF00"/>
                </a:solidFill>
                <a:latin typeface="Times New Roman" panose="02020603050405020304" pitchFamily="2" charset="0"/>
                <a:ea typeface="楷体_GB2312" pitchFamily="1" charset="-122"/>
              </a:rPr>
              <a:t>种群大小</a:t>
            </a:r>
            <a:r>
              <a:rPr lang="zh-CN" altLang="en-US" sz="2800" b="1">
                <a:solidFill>
                  <a:schemeClr val="bg1"/>
                </a:solidFill>
                <a:latin typeface="Times New Roman" panose="02020603050405020304" pitchFamily="2" charset="0"/>
                <a:ea typeface="楷体_GB2312" pitchFamily="1" charset="-122"/>
              </a:rPr>
              <a:t>：</a:t>
            </a:r>
            <a:r>
              <a:rPr lang="zh-CN" altLang="en-US" sz="2800">
                <a:solidFill>
                  <a:schemeClr val="bg1"/>
                </a:solidFill>
                <a:latin typeface="Times New Roman" panose="02020603050405020304" pitchFamily="2" charset="0"/>
                <a:ea typeface="楷体_GB2312" pitchFamily="1" charset="-122"/>
              </a:rPr>
              <a:t> </a:t>
            </a:r>
            <a:r>
              <a:rPr lang="zh-CN" altLang="en-US" sz="2800" b="1">
                <a:solidFill>
                  <a:schemeClr val="bg1"/>
                </a:solidFill>
                <a:latin typeface="Times New Roman" panose="02020603050405020304" pitchFamily="2" charset="0"/>
                <a:ea typeface="楷体_GB2312" pitchFamily="1" charset="-122"/>
              </a:rPr>
              <a:t>     </a:t>
            </a:r>
            <a:endParaRPr lang="zh-CN" altLang="en-US" sz="2800" b="1">
              <a:solidFill>
                <a:schemeClr val="bg1"/>
              </a:solidFill>
              <a:latin typeface="Times New Roman" panose="02020603050405020304" pitchFamily="2" charset="0"/>
              <a:ea typeface="楷体_GB2312" pitchFamily="1" charset="-122"/>
            </a:endParaRPr>
          </a:p>
        </p:txBody>
      </p:sp>
      <p:graphicFrame>
        <p:nvGraphicFramePr>
          <p:cNvPr id="43014" name="对象 43013"/>
          <p:cNvGraphicFramePr>
            <a:graphicFrameLocks noChangeAspect="1"/>
          </p:cNvGraphicFramePr>
          <p:nvPr/>
        </p:nvGraphicFramePr>
        <p:xfrm>
          <a:off x="2498725" y="2652713"/>
          <a:ext cx="3651250" cy="522287"/>
        </p:xfrm>
        <a:graphic>
          <a:graphicData uri="http://schemas.openxmlformats.org/presentationml/2006/ole">
            <mc:AlternateContent xmlns:mc="http://schemas.openxmlformats.org/markup-compatibility/2006">
              <mc:Choice xmlns:v="urn:schemas-microsoft-com:vml" Requires="v">
                <p:oleObj spid="_x0000_s3163" name="" r:id="rId3" imgW="1600200" imgH="228600" progId="Equation.DSMT4">
                  <p:embed/>
                </p:oleObj>
              </mc:Choice>
              <mc:Fallback>
                <p:oleObj name="" r:id="rId3" imgW="1600200" imgH="228600" progId="Equation.DSMT4">
                  <p:embed/>
                  <p:pic>
                    <p:nvPicPr>
                      <p:cNvPr id="0" name="图片 3162"/>
                      <p:cNvPicPr/>
                      <p:nvPr/>
                    </p:nvPicPr>
                    <p:blipFill>
                      <a:blip r:embed="rId4">
                        <a:lum bright="100000"/>
                      </a:blip>
                      <a:stretch>
                        <a:fillRect/>
                      </a:stretch>
                    </p:blipFill>
                    <p:spPr>
                      <a:xfrm>
                        <a:off x="2498725" y="2652713"/>
                        <a:ext cx="3651250" cy="522287"/>
                      </a:xfrm>
                      <a:prstGeom prst="rect">
                        <a:avLst/>
                      </a:prstGeom>
                      <a:noFill/>
                      <a:ln w="38100">
                        <a:noFill/>
                        <a:miter/>
                      </a:ln>
                    </p:spPr>
                  </p:pic>
                </p:oleObj>
              </mc:Fallback>
            </mc:AlternateContent>
          </a:graphicData>
        </a:graphic>
      </p:graphicFrame>
      <p:sp>
        <p:nvSpPr>
          <p:cNvPr id="43015" name="矩形 43014"/>
          <p:cNvSpPr/>
          <p:nvPr/>
        </p:nvSpPr>
        <p:spPr>
          <a:xfrm>
            <a:off x="639763" y="3429000"/>
            <a:ext cx="6019800" cy="519113"/>
          </a:xfrm>
          <a:prstGeom prst="rect">
            <a:avLst/>
          </a:prstGeom>
          <a:noFill/>
          <a:ln w="9525">
            <a:noFill/>
          </a:ln>
        </p:spPr>
        <p:txBody>
          <a:bodyPr wrap="none" anchor="ctr">
            <a:spAutoFit/>
          </a:bodyPr>
          <a:p>
            <a:pPr eaLnBrk="0" hangingPunct="0"/>
            <a:r>
              <a:rPr lang="zh-CN" altLang="en-US" sz="2800" b="1">
                <a:solidFill>
                  <a:srgbClr val="FFFF00"/>
                </a:solidFill>
                <a:latin typeface="Arial" panose="020B0604020202020204" pitchFamily="34" charset="0"/>
                <a:ea typeface="楷体_GB2312" pitchFamily="1" charset="-122"/>
              </a:rPr>
              <a:t>解</a:t>
            </a:r>
            <a:r>
              <a:rPr lang="zh-CN" altLang="en-US" sz="2800" b="1">
                <a:solidFill>
                  <a:schemeClr val="bg1"/>
                </a:solidFill>
                <a:latin typeface="Arial" panose="020B0604020202020204" pitchFamily="34" charset="0"/>
                <a:ea typeface="楷体_GB2312" pitchFamily="1" charset="-122"/>
              </a:rPr>
              <a:t>   算法的相关设计分析如下．</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sp>
        <p:nvSpPr>
          <p:cNvPr id="43016" name="矩形 43015"/>
          <p:cNvSpPr/>
          <p:nvPr/>
        </p:nvSpPr>
        <p:spPr>
          <a:xfrm>
            <a:off x="192088" y="4840288"/>
            <a:ext cx="8664575" cy="519112"/>
          </a:xfrm>
          <a:prstGeom prst="rect">
            <a:avLst/>
          </a:prstGeom>
          <a:noFill/>
          <a:ln w="9525">
            <a:noFill/>
          </a:ln>
        </p:spPr>
        <p:txBody>
          <a:bodyPr wrap="none" anchor="ctr">
            <a:spAutoFit/>
          </a:bodyPr>
          <a:p>
            <a:pPr eaLnBrk="0" hangingPunct="0"/>
            <a:r>
              <a:rPr lang="zh-CN" altLang="en-US" sz="2800" b="1">
                <a:solidFill>
                  <a:srgbClr val="FFFF00"/>
                </a:solidFill>
                <a:latin typeface="Times New Roman" panose="02020603050405020304" pitchFamily="2" charset="0"/>
                <a:ea typeface="楷体_GB2312" pitchFamily="1" charset="-122"/>
              </a:rPr>
              <a:t>编码</a:t>
            </a:r>
            <a:r>
              <a:rPr lang="zh-CN" altLang="en-US" sz="2800" b="1">
                <a:solidFill>
                  <a:schemeClr val="bg1"/>
                </a:solidFill>
                <a:latin typeface="Times New Roman" panose="02020603050405020304" pitchFamily="2" charset="0"/>
                <a:ea typeface="楷体_GB2312" pitchFamily="1" charset="-122"/>
              </a:rPr>
              <a:t>：因为问题的维数是</a:t>
            </a:r>
            <a:r>
              <a:rPr lang="en-US" altLang="zh-CN" sz="2800" b="1">
                <a:solidFill>
                  <a:schemeClr val="bg1"/>
                </a:solidFill>
                <a:latin typeface="Times New Roman" panose="02020603050405020304" pitchFamily="2" charset="0"/>
                <a:ea typeface="楷体_GB2312" pitchFamily="1" charset="-122"/>
              </a:rPr>
              <a:t>4</a:t>
            </a:r>
            <a:r>
              <a:rPr lang="zh-CN" altLang="en-US" sz="2800" b="1">
                <a:solidFill>
                  <a:schemeClr val="bg1"/>
                </a:solidFill>
                <a:latin typeface="Times New Roman" panose="02020603050405020304" pitchFamily="2" charset="0"/>
                <a:ea typeface="楷体_GB2312" pitchFamily="1" charset="-122"/>
              </a:rPr>
              <a:t>，所以每个粒子的位置和     </a:t>
            </a:r>
            <a:endParaRPr lang="zh-CN" altLang="en-US" sz="2800" b="1">
              <a:solidFill>
                <a:schemeClr val="bg1"/>
              </a:solidFill>
              <a:latin typeface="Times New Roman" panose="02020603050405020304" pitchFamily="2" charset="0"/>
              <a:ea typeface="楷体_GB2312" pitchFamily="1" charset="-122"/>
            </a:endParaRPr>
          </a:p>
        </p:txBody>
      </p:sp>
      <p:graphicFrame>
        <p:nvGraphicFramePr>
          <p:cNvPr id="43017" name="对象 43016"/>
          <p:cNvGraphicFramePr>
            <a:graphicFrameLocks noChangeAspect="1"/>
          </p:cNvGraphicFramePr>
          <p:nvPr/>
        </p:nvGraphicFramePr>
        <p:xfrm>
          <a:off x="3879850" y="6048375"/>
          <a:ext cx="1362075" cy="520700"/>
        </p:xfrm>
        <a:graphic>
          <a:graphicData uri="http://schemas.openxmlformats.org/presentationml/2006/ole">
            <mc:AlternateContent xmlns:mc="http://schemas.openxmlformats.org/markup-compatibility/2006">
              <mc:Choice xmlns:v="urn:schemas-microsoft-com:vml" Requires="v">
                <p:oleObj spid="_x0000_s3165" name="" r:id="rId5" imgW="598170" imgH="229235" progId="Equation.DSMT4">
                  <p:embed/>
                </p:oleObj>
              </mc:Choice>
              <mc:Fallback>
                <p:oleObj name="" r:id="rId5" imgW="598170" imgH="229235" progId="Equation.DSMT4">
                  <p:embed/>
                  <p:pic>
                    <p:nvPicPr>
                      <p:cNvPr id="0" name="图片 3164"/>
                      <p:cNvPicPr/>
                      <p:nvPr/>
                    </p:nvPicPr>
                    <p:blipFill>
                      <a:blip r:embed="rId6">
                        <a:lum bright="100000"/>
                      </a:blip>
                      <a:stretch>
                        <a:fillRect/>
                      </a:stretch>
                    </p:blipFill>
                    <p:spPr>
                      <a:xfrm>
                        <a:off x="3879850" y="6048375"/>
                        <a:ext cx="1362075" cy="520700"/>
                      </a:xfrm>
                      <a:prstGeom prst="rect">
                        <a:avLst/>
                      </a:prstGeom>
                      <a:noFill/>
                      <a:ln w="38100">
                        <a:noFill/>
                        <a:miter/>
                      </a:ln>
                    </p:spPr>
                  </p:pic>
                </p:oleObj>
              </mc:Fallback>
            </mc:AlternateContent>
          </a:graphicData>
        </a:graphic>
      </p:graphicFrame>
      <p:grpSp>
        <p:nvGrpSpPr>
          <p:cNvPr id="43018" name="组合 43017"/>
          <p:cNvGrpSpPr/>
          <p:nvPr/>
        </p:nvGrpSpPr>
        <p:grpSpPr>
          <a:xfrm>
            <a:off x="1960563" y="4092575"/>
            <a:ext cx="5010150" cy="519113"/>
            <a:chOff x="0" y="0"/>
            <a:chExt cx="3156" cy="327"/>
          </a:xfrm>
        </p:grpSpPr>
        <p:sp>
          <p:nvSpPr>
            <p:cNvPr id="43019" name="矩形 43018"/>
            <p:cNvSpPr/>
            <p:nvPr/>
          </p:nvSpPr>
          <p:spPr>
            <a:xfrm>
              <a:off x="0" y="0"/>
              <a:ext cx="3156"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即算法中粒子的数量，取     </a:t>
              </a:r>
              <a:endParaRPr lang="zh-CN" altLang="en-US" sz="2800" b="1">
                <a:solidFill>
                  <a:schemeClr val="bg1"/>
                </a:solidFill>
                <a:latin typeface="楷体_GB2312" pitchFamily="1" charset="-122"/>
                <a:ea typeface="楷体_GB2312" pitchFamily="1" charset="-122"/>
              </a:endParaRPr>
            </a:p>
          </p:txBody>
        </p:sp>
        <p:graphicFrame>
          <p:nvGraphicFramePr>
            <p:cNvPr id="43020" name="对象 43019"/>
            <p:cNvGraphicFramePr>
              <a:graphicFrameLocks noChangeAspect="1"/>
            </p:cNvGraphicFramePr>
            <p:nvPr/>
          </p:nvGraphicFramePr>
          <p:xfrm>
            <a:off x="2542" y="45"/>
            <a:ext cx="548" cy="255"/>
          </p:xfrm>
          <a:graphic>
            <a:graphicData uri="http://schemas.openxmlformats.org/presentationml/2006/ole">
              <mc:AlternateContent xmlns:mc="http://schemas.openxmlformats.org/markup-compatibility/2006">
                <mc:Choice xmlns:v="urn:schemas-microsoft-com:vml" Requires="v">
                  <p:oleObj spid="_x0000_s3166" name="" r:id="rId7" imgW="381635" imgH="177800" progId="Equation.DSMT4">
                    <p:embed/>
                  </p:oleObj>
                </mc:Choice>
                <mc:Fallback>
                  <p:oleObj name="" r:id="rId7" imgW="381635" imgH="177800" progId="Equation.DSMT4">
                    <p:embed/>
                    <p:pic>
                      <p:nvPicPr>
                        <p:cNvPr id="0" name="图片 3165"/>
                        <p:cNvPicPr/>
                        <p:nvPr/>
                      </p:nvPicPr>
                      <p:blipFill>
                        <a:blip r:embed="rId8">
                          <a:lum bright="100000"/>
                        </a:blip>
                        <a:stretch>
                          <a:fillRect/>
                        </a:stretch>
                      </p:blipFill>
                      <p:spPr>
                        <a:xfrm>
                          <a:off x="2542" y="45"/>
                          <a:ext cx="548" cy="255"/>
                        </a:xfrm>
                        <a:prstGeom prst="rect">
                          <a:avLst/>
                        </a:prstGeom>
                        <a:noFill/>
                        <a:ln w="38100">
                          <a:noFill/>
                          <a:miter/>
                        </a:ln>
                      </p:spPr>
                    </p:pic>
                  </p:oleObj>
                </mc:Fallback>
              </mc:AlternateContent>
            </a:graphicData>
          </a:graphic>
        </p:graphicFrame>
      </p:grpSp>
      <p:sp>
        <p:nvSpPr>
          <p:cNvPr id="43021" name="矩形 43020"/>
          <p:cNvSpPr/>
          <p:nvPr/>
        </p:nvSpPr>
        <p:spPr>
          <a:xfrm>
            <a:off x="5229225" y="5300663"/>
            <a:ext cx="4022725" cy="519112"/>
          </a:xfrm>
          <a:prstGeom prst="rect">
            <a:avLst/>
          </a:prstGeom>
          <a:noFill/>
          <a:ln w="9525">
            <a:noFill/>
          </a:ln>
        </p:spPr>
        <p:txBody>
          <a:bodyPr wrap="none" anchor="t">
            <a:spAutoFit/>
          </a:bodyPr>
          <a:p>
            <a:pPr eaLnBrk="0" hangingPunct="0"/>
            <a:r>
              <a:rPr lang="zh-CN" altLang="en-US" sz="2800" b="1">
                <a:solidFill>
                  <a:schemeClr val="bg1"/>
                </a:solidFill>
                <a:latin typeface="Times New Roman" panose="02020603050405020304" pitchFamily="2" charset="0"/>
                <a:ea typeface="楷体_GB2312" pitchFamily="1" charset="-122"/>
              </a:rPr>
              <a:t>速度均</a:t>
            </a:r>
            <a:r>
              <a:rPr lang="en-US" altLang="zh-CN" sz="2800" b="1">
                <a:solidFill>
                  <a:schemeClr val="bg1"/>
                </a:solidFill>
                <a:latin typeface="Times New Roman" panose="02020603050405020304" pitchFamily="2" charset="0"/>
                <a:ea typeface="楷体_GB2312" pitchFamily="1" charset="-122"/>
              </a:rPr>
              <a:t>4 </a:t>
            </a:r>
            <a:r>
              <a:rPr lang="zh-CN" altLang="en-US" sz="2800" b="1">
                <a:solidFill>
                  <a:schemeClr val="bg1"/>
                </a:solidFill>
                <a:latin typeface="Times New Roman" panose="02020603050405020304" pitchFamily="2" charset="0"/>
                <a:ea typeface="楷体_GB2312" pitchFamily="1" charset="-122"/>
              </a:rPr>
              <a:t>维的实数向量．</a:t>
            </a:r>
            <a:endParaRPr lang="zh-CN" altLang="en-US" sz="2800" b="1">
              <a:solidFill>
                <a:schemeClr val="bg1"/>
              </a:solidFill>
              <a:latin typeface="Times New Roman" panose="02020603050405020304" pitchFamily="2" charset="0"/>
              <a:ea typeface="楷体_GB2312" pitchFamily="1" charset="-122"/>
            </a:endParaRPr>
          </a:p>
        </p:txBody>
      </p:sp>
      <p:sp>
        <p:nvSpPr>
          <p:cNvPr id="43022" name="矩形 43021"/>
          <p:cNvSpPr/>
          <p:nvPr/>
        </p:nvSpPr>
        <p:spPr>
          <a:xfrm>
            <a:off x="207963" y="5976938"/>
            <a:ext cx="465296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设定粒子的</a:t>
            </a:r>
            <a:r>
              <a:rPr lang="zh-CN" altLang="en-US" sz="2800" b="1">
                <a:solidFill>
                  <a:srgbClr val="FFFF00"/>
                </a:solidFill>
                <a:latin typeface="楷体_GB2312" pitchFamily="1" charset="-122"/>
                <a:ea typeface="楷体_GB2312" pitchFamily="1" charset="-122"/>
              </a:rPr>
              <a:t>最大速度</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pic>
        <p:nvPicPr>
          <p:cNvPr id="43023" name="图片 43022"/>
          <p:cNvPicPr>
            <a:picLocks noChangeAspect="1"/>
          </p:cNvPicPr>
          <p:nvPr/>
        </p:nvPicPr>
        <p:blipFill>
          <a:blip r:embed="rId9"/>
          <a:stretch>
            <a:fillRect/>
          </a:stretch>
        </p:blipFill>
        <p:spPr>
          <a:xfrm>
            <a:off x="6624638" y="2549525"/>
            <a:ext cx="2195512" cy="1373188"/>
          </a:xfrm>
          <a:prstGeom prst="rect">
            <a:avLst/>
          </a:prstGeom>
          <a:noFill/>
          <a:ln w="38100" cap="flat" cmpd="sng">
            <a:solidFill>
              <a:srgbClr val="00FF00"/>
            </a:solidFill>
            <a:prstDash val="solid"/>
            <a:miter/>
            <a:headEnd type="none" w="med" len="med"/>
            <a:tailEnd type="none" w="med" len="med"/>
          </a:ln>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wipe(left)">
                                      <p:cBhvr>
                                        <p:cTn id="7" dur="500"/>
                                        <p:tgtEl>
                                          <p:spTgt spid="430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012"/>
                                        </p:tgtEl>
                                        <p:attrNameLst>
                                          <p:attrName>style.visibility</p:attrName>
                                        </p:attrNameLst>
                                      </p:cBhvr>
                                      <p:to>
                                        <p:strVal val="visible"/>
                                      </p:to>
                                    </p:set>
                                    <p:animEffect transition="in" filter="wipe(left)">
                                      <p:cBhvr>
                                        <p:cTn id="12" dur="500"/>
                                        <p:tgtEl>
                                          <p:spTgt spid="4301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3014"/>
                                        </p:tgtEl>
                                        <p:attrNameLst>
                                          <p:attrName>style.visibility</p:attrName>
                                        </p:attrNameLst>
                                      </p:cBhvr>
                                      <p:to>
                                        <p:strVal val="visible"/>
                                      </p:to>
                                    </p:set>
                                    <p:animEffect transition="in" filter="wipe(left)">
                                      <p:cBhvr>
                                        <p:cTn id="16" dur="500"/>
                                        <p:tgtEl>
                                          <p:spTgt spid="4301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43023"/>
                                        </p:tgtEl>
                                        <p:attrNameLst>
                                          <p:attrName>style.visibility</p:attrName>
                                        </p:attrNameLst>
                                      </p:cBhvr>
                                      <p:to>
                                        <p:strVal val="visible"/>
                                      </p:to>
                                    </p:set>
                                    <p:anim calcmode="lin" valueType="num">
                                      <p:cBhvr additive="base">
                                        <p:cTn id="21" dur="500" fill="hold"/>
                                        <p:tgtEl>
                                          <p:spTgt spid="43023"/>
                                        </p:tgtEl>
                                        <p:attrNameLst>
                                          <p:attrName>ppt_x</p:attrName>
                                        </p:attrNameLst>
                                      </p:cBhvr>
                                      <p:tavLst>
                                        <p:tav tm="0">
                                          <p:val>
                                            <p:strVal val="1+#ppt_w/2"/>
                                          </p:val>
                                        </p:tav>
                                        <p:tav tm="100000">
                                          <p:val>
                                            <p:strVal val="#ppt_x"/>
                                          </p:val>
                                        </p:tav>
                                      </p:tavLst>
                                    </p:anim>
                                    <p:anim calcmode="lin" valueType="num">
                                      <p:cBhvr additive="base">
                                        <p:cTn id="22" dur="500" fill="hold"/>
                                        <p:tgtEl>
                                          <p:spTgt spid="4302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015"/>
                                        </p:tgtEl>
                                        <p:attrNameLst>
                                          <p:attrName>style.visibility</p:attrName>
                                        </p:attrNameLst>
                                      </p:cBhvr>
                                      <p:to>
                                        <p:strVal val="visible"/>
                                      </p:to>
                                    </p:set>
                                    <p:animEffect transition="in" filter="wipe(left)">
                                      <p:cBhvr>
                                        <p:cTn id="27" dur="500"/>
                                        <p:tgtEl>
                                          <p:spTgt spid="430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013"/>
                                        </p:tgtEl>
                                        <p:attrNameLst>
                                          <p:attrName>style.visibility</p:attrName>
                                        </p:attrNameLst>
                                      </p:cBhvr>
                                      <p:to>
                                        <p:strVal val="visible"/>
                                      </p:to>
                                    </p:set>
                                    <p:animEffect transition="in" filter="wipe(left)">
                                      <p:cBhvr>
                                        <p:cTn id="32" dur="500"/>
                                        <p:tgtEl>
                                          <p:spTgt spid="430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3018"/>
                                        </p:tgtEl>
                                        <p:attrNameLst>
                                          <p:attrName>style.visibility</p:attrName>
                                        </p:attrNameLst>
                                      </p:cBhvr>
                                      <p:to>
                                        <p:strVal val="visible"/>
                                      </p:to>
                                    </p:set>
                                    <p:animEffect transition="in" filter="wipe(left)">
                                      <p:cBhvr>
                                        <p:cTn id="37" dur="500"/>
                                        <p:tgtEl>
                                          <p:spTgt spid="430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3016"/>
                                        </p:tgtEl>
                                        <p:attrNameLst>
                                          <p:attrName>style.visibility</p:attrName>
                                        </p:attrNameLst>
                                      </p:cBhvr>
                                      <p:to>
                                        <p:strVal val="visible"/>
                                      </p:to>
                                    </p:set>
                                    <p:animEffect transition="in" filter="wipe(left)">
                                      <p:cBhvr>
                                        <p:cTn id="42" dur="500"/>
                                        <p:tgtEl>
                                          <p:spTgt spid="43016"/>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43021"/>
                                        </p:tgtEl>
                                        <p:attrNameLst>
                                          <p:attrName>style.visibility</p:attrName>
                                        </p:attrNameLst>
                                      </p:cBhvr>
                                      <p:to>
                                        <p:strVal val="visible"/>
                                      </p:to>
                                    </p:set>
                                    <p:animEffect transition="in" filter="wipe(left)">
                                      <p:cBhvr>
                                        <p:cTn id="46" dur="500"/>
                                        <p:tgtEl>
                                          <p:spTgt spid="4302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3022"/>
                                        </p:tgtEl>
                                        <p:attrNameLst>
                                          <p:attrName>style.visibility</p:attrName>
                                        </p:attrNameLst>
                                      </p:cBhvr>
                                      <p:to>
                                        <p:strVal val="visible"/>
                                      </p:to>
                                    </p:set>
                                    <p:animEffect transition="in" filter="wipe(left)">
                                      <p:cBhvr>
                                        <p:cTn id="51" dur="500"/>
                                        <p:tgtEl>
                                          <p:spTgt spid="4302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43017"/>
                                        </p:tgtEl>
                                        <p:attrNameLst>
                                          <p:attrName>style.visibility</p:attrName>
                                        </p:attrNameLst>
                                      </p:cBhvr>
                                      <p:to>
                                        <p:strVal val="visible"/>
                                      </p:to>
                                    </p:set>
                                    <p:animEffect transition="in" filter="wipe(left)">
                                      <p:cBhvr>
                                        <p:cTn id="56" dur="500"/>
                                        <p:tgtEl>
                                          <p:spTgt spid="43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P spid="43013" grpId="0"/>
      <p:bldP spid="43015" grpId="0"/>
      <p:bldP spid="43016" grpId="0"/>
      <p:bldP spid="43021" grpId="0"/>
      <p:bldP spid="4302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矩形 44033"/>
          <p:cNvSpPr/>
          <p:nvPr/>
        </p:nvSpPr>
        <p:spPr>
          <a:xfrm>
            <a:off x="971550" y="2355850"/>
            <a:ext cx="2687638" cy="519113"/>
          </a:xfrm>
          <a:prstGeom prst="rect">
            <a:avLst/>
          </a:prstGeom>
          <a:noFill/>
          <a:ln w="9525">
            <a:noFill/>
          </a:ln>
        </p:spPr>
        <p:txBody>
          <a:bodyPr wrap="none" anchor="ctr">
            <a:spAutoFit/>
          </a:bodyPr>
          <a:p>
            <a:pPr eaLnBrk="0" hangingPunct="0"/>
            <a:r>
              <a:rPr lang="zh-CN" altLang="en-US" sz="2800" b="1">
                <a:solidFill>
                  <a:srgbClr val="FFFF00"/>
                </a:solidFill>
                <a:latin typeface="Arial" panose="020B0604020202020204" pitchFamily="34" charset="0"/>
                <a:ea typeface="楷体_GB2312" pitchFamily="1" charset="-122"/>
              </a:rPr>
              <a:t>初始位置：</a:t>
            </a:r>
            <a:r>
              <a:rPr lang="zh-CN" altLang="en-US" sz="2800" b="1">
                <a:solidFill>
                  <a:srgbClr val="FFFF00"/>
                </a:solidFill>
                <a:latin typeface="楷体_GB2312" pitchFamily="1" charset="-122"/>
                <a:ea typeface="楷体_GB2312" pitchFamily="1" charset="-122"/>
              </a:rPr>
              <a:t>    </a:t>
            </a:r>
            <a:endParaRPr lang="zh-CN" altLang="en-US" sz="2800" b="1">
              <a:solidFill>
                <a:srgbClr val="FFFF00"/>
              </a:solidFill>
              <a:latin typeface="楷体_GB2312" pitchFamily="1" charset="-122"/>
              <a:ea typeface="楷体_GB2312" pitchFamily="1" charset="-122"/>
            </a:endParaRPr>
          </a:p>
        </p:txBody>
      </p:sp>
      <p:grpSp>
        <p:nvGrpSpPr>
          <p:cNvPr id="44035" name="组合 44034"/>
          <p:cNvGrpSpPr/>
          <p:nvPr/>
        </p:nvGrpSpPr>
        <p:grpSpPr>
          <a:xfrm>
            <a:off x="941388" y="1736725"/>
            <a:ext cx="7747000" cy="550863"/>
            <a:chOff x="0" y="0"/>
            <a:chExt cx="4880" cy="347"/>
          </a:xfrm>
        </p:grpSpPr>
        <p:graphicFrame>
          <p:nvGraphicFramePr>
            <p:cNvPr id="44036" name="对象 44035"/>
            <p:cNvGraphicFramePr>
              <a:graphicFrameLocks noChangeAspect="1"/>
            </p:cNvGraphicFramePr>
            <p:nvPr/>
          </p:nvGraphicFramePr>
          <p:xfrm>
            <a:off x="2088" y="0"/>
            <a:ext cx="274" cy="347"/>
          </p:xfrm>
          <a:graphic>
            <a:graphicData uri="http://schemas.openxmlformats.org/presentationml/2006/ole">
              <mc:AlternateContent xmlns:mc="http://schemas.openxmlformats.org/markup-compatibility/2006">
                <mc:Choice xmlns:v="urn:schemas-microsoft-com:vml" Requires="v">
                  <p:oleObj spid="_x0000_s3175" name="" r:id="rId1" imgW="191135" imgH="242570" progId="Equation.DSMT4">
                    <p:embed/>
                  </p:oleObj>
                </mc:Choice>
                <mc:Fallback>
                  <p:oleObj name="" r:id="rId1" imgW="191135" imgH="242570" progId="Equation.DSMT4">
                    <p:embed/>
                    <p:pic>
                      <p:nvPicPr>
                        <p:cNvPr id="0" name="图片 3174"/>
                        <p:cNvPicPr/>
                        <p:nvPr/>
                      </p:nvPicPr>
                      <p:blipFill>
                        <a:blip r:embed="rId2">
                          <a:lum bright="100000"/>
                        </a:blip>
                        <a:stretch>
                          <a:fillRect/>
                        </a:stretch>
                      </p:blipFill>
                      <p:spPr>
                        <a:xfrm>
                          <a:off x="2088" y="0"/>
                          <a:ext cx="274" cy="347"/>
                        </a:xfrm>
                        <a:prstGeom prst="rect">
                          <a:avLst/>
                        </a:prstGeom>
                        <a:noFill/>
                        <a:ln w="38100">
                          <a:noFill/>
                          <a:miter/>
                        </a:ln>
                      </p:spPr>
                    </p:pic>
                  </p:oleObj>
                </mc:Fallback>
              </mc:AlternateContent>
            </a:graphicData>
          </a:graphic>
        </p:graphicFrame>
        <p:sp>
          <p:nvSpPr>
            <p:cNvPr id="44037" name="矩形 44036"/>
            <p:cNvSpPr/>
            <p:nvPr/>
          </p:nvSpPr>
          <p:spPr>
            <a:xfrm>
              <a:off x="0" y="0"/>
              <a:ext cx="4880" cy="327"/>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设各粒子的初始位置     和初始速度    为：</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4038" name="对象 44037"/>
            <p:cNvGraphicFramePr>
              <a:graphicFrameLocks noChangeAspect="1"/>
            </p:cNvGraphicFramePr>
            <p:nvPr/>
          </p:nvGraphicFramePr>
          <p:xfrm>
            <a:off x="3540" y="0"/>
            <a:ext cx="237" cy="347"/>
          </p:xfrm>
          <a:graphic>
            <a:graphicData uri="http://schemas.openxmlformats.org/presentationml/2006/ole">
              <mc:AlternateContent xmlns:mc="http://schemas.openxmlformats.org/markup-compatibility/2006">
                <mc:Choice xmlns:v="urn:schemas-microsoft-com:vml" Requires="v">
                  <p:oleObj spid="_x0000_s3183" name="" r:id="rId3" imgW="165735" imgH="241935" progId="Equation.DSMT4">
                    <p:embed/>
                  </p:oleObj>
                </mc:Choice>
                <mc:Fallback>
                  <p:oleObj name="" r:id="rId3" imgW="165735" imgH="241935" progId="Equation.DSMT4">
                    <p:embed/>
                    <p:pic>
                      <p:nvPicPr>
                        <p:cNvPr id="0" name="图片 3182"/>
                        <p:cNvPicPr/>
                        <p:nvPr/>
                      </p:nvPicPr>
                      <p:blipFill>
                        <a:blip r:embed="rId4">
                          <a:lum bright="100000"/>
                        </a:blip>
                        <a:stretch>
                          <a:fillRect/>
                        </a:stretch>
                      </p:blipFill>
                      <p:spPr>
                        <a:xfrm>
                          <a:off x="3540" y="0"/>
                          <a:ext cx="237" cy="347"/>
                        </a:xfrm>
                        <a:prstGeom prst="rect">
                          <a:avLst/>
                        </a:prstGeom>
                        <a:noFill/>
                        <a:ln w="38100">
                          <a:noFill/>
                          <a:miter/>
                        </a:ln>
                      </p:spPr>
                    </p:pic>
                  </p:oleObj>
                </mc:Fallback>
              </mc:AlternateContent>
            </a:graphicData>
          </a:graphic>
        </p:graphicFrame>
      </p:grpSp>
      <p:sp>
        <p:nvSpPr>
          <p:cNvPr id="44039" name="矩形 44038"/>
          <p:cNvSpPr/>
          <p:nvPr/>
        </p:nvSpPr>
        <p:spPr>
          <a:xfrm>
            <a:off x="179388" y="476250"/>
            <a:ext cx="4784725" cy="519113"/>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对粒子群进行随机初始化       </a:t>
            </a:r>
            <a:endParaRPr lang="zh-CN" altLang="en-US" sz="2800" b="1">
              <a:solidFill>
                <a:schemeClr val="bg1"/>
              </a:solidFill>
              <a:latin typeface="Arial" panose="020B0604020202020204" pitchFamily="34" charset="0"/>
              <a:ea typeface="楷体_GB2312" pitchFamily="1" charset="-122"/>
            </a:endParaRPr>
          </a:p>
        </p:txBody>
      </p:sp>
      <p:sp>
        <p:nvSpPr>
          <p:cNvPr id="44040" name="矩形 44039"/>
          <p:cNvSpPr/>
          <p:nvPr/>
        </p:nvSpPr>
        <p:spPr>
          <a:xfrm>
            <a:off x="915988" y="1123950"/>
            <a:ext cx="6267450" cy="519113"/>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包括随机初始化各粒子的</a:t>
            </a:r>
            <a:r>
              <a:rPr lang="zh-CN" altLang="en-US" sz="2800" b="1">
                <a:solidFill>
                  <a:srgbClr val="FFFF00"/>
                </a:solidFill>
                <a:latin typeface="Arial" panose="020B0604020202020204" pitchFamily="34" charset="0"/>
                <a:ea typeface="楷体_GB2312" pitchFamily="1" charset="-122"/>
              </a:rPr>
              <a:t>位置</a:t>
            </a:r>
            <a:r>
              <a:rPr lang="zh-CN" altLang="en-US" sz="2800" b="1">
                <a:solidFill>
                  <a:schemeClr val="bg1"/>
                </a:solidFill>
                <a:latin typeface="Arial" panose="020B0604020202020204" pitchFamily="34" charset="0"/>
                <a:ea typeface="楷体_GB2312" pitchFamily="1" charset="-122"/>
              </a:rPr>
              <a:t>和</a:t>
            </a:r>
            <a:r>
              <a:rPr lang="zh-CN" altLang="en-US" sz="2800" b="1">
                <a:solidFill>
                  <a:srgbClr val="FFFF00"/>
                </a:solidFill>
                <a:latin typeface="Arial" panose="020B0604020202020204" pitchFamily="34" charset="0"/>
                <a:ea typeface="楷体_GB2312" pitchFamily="1" charset="-122"/>
              </a:rPr>
              <a:t>速度</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4041" name="对象 44040"/>
          <p:cNvGraphicFramePr>
            <a:graphicFrameLocks noChangeAspect="1"/>
          </p:cNvGraphicFramePr>
          <p:nvPr/>
        </p:nvGraphicFramePr>
        <p:xfrm>
          <a:off x="990600" y="3070225"/>
          <a:ext cx="6548438" cy="550863"/>
        </p:xfrm>
        <a:graphic>
          <a:graphicData uri="http://schemas.openxmlformats.org/presentationml/2006/ole">
            <mc:AlternateContent xmlns:mc="http://schemas.openxmlformats.org/markup-compatibility/2006">
              <mc:Choice xmlns:v="urn:schemas-microsoft-com:vml" Requires="v">
                <p:oleObj spid="_x0000_s3170" name="" r:id="rId5" imgW="2868930" imgH="241300" progId="Equation.DSMT4">
                  <p:embed/>
                </p:oleObj>
              </mc:Choice>
              <mc:Fallback>
                <p:oleObj name="" r:id="rId5" imgW="2868930" imgH="241300" progId="Equation.DSMT4">
                  <p:embed/>
                  <p:pic>
                    <p:nvPicPr>
                      <p:cNvPr id="0" name="图片 3169"/>
                      <p:cNvPicPr/>
                      <p:nvPr/>
                    </p:nvPicPr>
                    <p:blipFill>
                      <a:blip r:embed="rId6">
                        <a:lum bright="100000"/>
                      </a:blip>
                      <a:stretch>
                        <a:fillRect/>
                      </a:stretch>
                    </p:blipFill>
                    <p:spPr>
                      <a:xfrm>
                        <a:off x="990600" y="3070225"/>
                        <a:ext cx="6548438" cy="550863"/>
                      </a:xfrm>
                      <a:prstGeom prst="rect">
                        <a:avLst/>
                      </a:prstGeom>
                      <a:noFill/>
                      <a:ln w="38100">
                        <a:noFill/>
                        <a:miter/>
                      </a:ln>
                    </p:spPr>
                  </p:pic>
                </p:oleObj>
              </mc:Fallback>
            </mc:AlternateContent>
          </a:graphicData>
        </a:graphic>
      </p:graphicFrame>
      <p:graphicFrame>
        <p:nvGraphicFramePr>
          <p:cNvPr id="44042" name="对象 44041"/>
          <p:cNvGraphicFramePr>
            <a:graphicFrameLocks noChangeAspect="1"/>
          </p:cNvGraphicFramePr>
          <p:nvPr/>
        </p:nvGraphicFramePr>
        <p:xfrm>
          <a:off x="971550" y="4394200"/>
          <a:ext cx="7388225" cy="550863"/>
        </p:xfrm>
        <a:graphic>
          <a:graphicData uri="http://schemas.openxmlformats.org/presentationml/2006/ole">
            <mc:AlternateContent xmlns:mc="http://schemas.openxmlformats.org/markup-compatibility/2006">
              <mc:Choice xmlns:v="urn:schemas-microsoft-com:vml" Requires="v">
                <p:oleObj spid="_x0000_s3176" name="" r:id="rId7" imgW="3237230" imgH="241300" progId="Equation.DSMT4">
                  <p:embed/>
                </p:oleObj>
              </mc:Choice>
              <mc:Fallback>
                <p:oleObj name="" r:id="rId7" imgW="3237230" imgH="241300" progId="Equation.DSMT4">
                  <p:embed/>
                  <p:pic>
                    <p:nvPicPr>
                      <p:cNvPr id="0" name="图片 3175"/>
                      <p:cNvPicPr/>
                      <p:nvPr/>
                    </p:nvPicPr>
                    <p:blipFill>
                      <a:blip r:embed="rId8">
                        <a:lum bright="100000"/>
                      </a:blip>
                      <a:stretch>
                        <a:fillRect/>
                      </a:stretch>
                    </p:blipFill>
                    <p:spPr>
                      <a:xfrm>
                        <a:off x="971550" y="4394200"/>
                        <a:ext cx="7388225" cy="550863"/>
                      </a:xfrm>
                      <a:prstGeom prst="rect">
                        <a:avLst/>
                      </a:prstGeom>
                      <a:noFill/>
                      <a:ln w="38100">
                        <a:noFill/>
                        <a:miter/>
                      </a:ln>
                    </p:spPr>
                  </p:pic>
                </p:oleObj>
              </mc:Fallback>
            </mc:AlternateContent>
          </a:graphicData>
        </a:graphic>
      </p:graphicFrame>
      <p:graphicFrame>
        <p:nvGraphicFramePr>
          <p:cNvPr id="44043" name="对象 44042"/>
          <p:cNvGraphicFramePr>
            <a:graphicFrameLocks noChangeAspect="1"/>
          </p:cNvGraphicFramePr>
          <p:nvPr/>
        </p:nvGraphicFramePr>
        <p:xfrm>
          <a:off x="973138" y="3713163"/>
          <a:ext cx="7185025" cy="550862"/>
        </p:xfrm>
        <a:graphic>
          <a:graphicData uri="http://schemas.openxmlformats.org/presentationml/2006/ole">
            <mc:AlternateContent xmlns:mc="http://schemas.openxmlformats.org/markup-compatibility/2006">
              <mc:Choice xmlns:v="urn:schemas-microsoft-com:vml" Requires="v">
                <p:oleObj spid="_x0000_s3182" name="" r:id="rId9" imgW="3148330" imgH="241300" progId="Equation.DSMT4">
                  <p:embed/>
                </p:oleObj>
              </mc:Choice>
              <mc:Fallback>
                <p:oleObj name="" r:id="rId9" imgW="3148330" imgH="241300" progId="Equation.DSMT4">
                  <p:embed/>
                  <p:pic>
                    <p:nvPicPr>
                      <p:cNvPr id="0" name="图片 3181"/>
                      <p:cNvPicPr/>
                      <p:nvPr/>
                    </p:nvPicPr>
                    <p:blipFill>
                      <a:blip r:embed="rId10">
                        <a:lum bright="100000"/>
                      </a:blip>
                      <a:stretch>
                        <a:fillRect/>
                      </a:stretch>
                    </p:blipFill>
                    <p:spPr>
                      <a:xfrm>
                        <a:off x="973138" y="3713163"/>
                        <a:ext cx="7185025" cy="550862"/>
                      </a:xfrm>
                      <a:prstGeom prst="rect">
                        <a:avLst/>
                      </a:prstGeom>
                      <a:noFill/>
                      <a:ln w="38100">
                        <a:noFill/>
                        <a:miter/>
                      </a:ln>
                    </p:spPr>
                  </p:pic>
                </p:oleObj>
              </mc:Fallback>
            </mc:AlternateContent>
          </a:graphicData>
        </a:graphic>
      </p:graphicFrame>
      <p:graphicFrame>
        <p:nvGraphicFramePr>
          <p:cNvPr id="44044" name="对象 44043"/>
          <p:cNvGraphicFramePr>
            <a:graphicFrameLocks noChangeAspect="1"/>
          </p:cNvGraphicFramePr>
          <p:nvPr/>
        </p:nvGraphicFramePr>
        <p:xfrm>
          <a:off x="985838" y="5848350"/>
          <a:ext cx="7069137" cy="550863"/>
        </p:xfrm>
        <a:graphic>
          <a:graphicData uri="http://schemas.openxmlformats.org/presentationml/2006/ole">
            <mc:AlternateContent xmlns:mc="http://schemas.openxmlformats.org/markup-compatibility/2006">
              <mc:Choice xmlns:v="urn:schemas-microsoft-com:vml" Requires="v">
                <p:oleObj spid="_x0000_s3174" name="" r:id="rId11" imgW="3097530" imgH="241300" progId="Equation.DSMT4">
                  <p:embed/>
                </p:oleObj>
              </mc:Choice>
              <mc:Fallback>
                <p:oleObj name="" r:id="rId11" imgW="3097530" imgH="241300" progId="Equation.DSMT4">
                  <p:embed/>
                  <p:pic>
                    <p:nvPicPr>
                      <p:cNvPr id="0" name="图片 3173"/>
                      <p:cNvPicPr/>
                      <p:nvPr/>
                    </p:nvPicPr>
                    <p:blipFill>
                      <a:blip r:embed="rId12">
                        <a:lum bright="100000"/>
                      </a:blip>
                      <a:stretch>
                        <a:fillRect/>
                      </a:stretch>
                    </p:blipFill>
                    <p:spPr>
                      <a:xfrm>
                        <a:off x="985838" y="5848350"/>
                        <a:ext cx="7069137" cy="550863"/>
                      </a:xfrm>
                      <a:prstGeom prst="rect">
                        <a:avLst/>
                      </a:prstGeom>
                      <a:noFill/>
                      <a:ln w="38100">
                        <a:noFill/>
                        <a:miter/>
                      </a:ln>
                    </p:spPr>
                  </p:pic>
                </p:oleObj>
              </mc:Fallback>
            </mc:AlternateContent>
          </a:graphicData>
        </a:graphic>
      </p:graphicFrame>
      <p:graphicFrame>
        <p:nvGraphicFramePr>
          <p:cNvPr id="44045" name="对象 44044"/>
          <p:cNvGraphicFramePr>
            <a:graphicFrameLocks noChangeAspect="1"/>
          </p:cNvGraphicFramePr>
          <p:nvPr/>
        </p:nvGraphicFramePr>
        <p:xfrm>
          <a:off x="989013" y="5114925"/>
          <a:ext cx="6894512" cy="550863"/>
        </p:xfrm>
        <a:graphic>
          <a:graphicData uri="http://schemas.openxmlformats.org/presentationml/2006/ole">
            <mc:AlternateContent xmlns:mc="http://schemas.openxmlformats.org/markup-compatibility/2006">
              <mc:Choice xmlns:v="urn:schemas-microsoft-com:vml" Requires="v">
                <p:oleObj spid="_x0000_s3177" name="" r:id="rId13" imgW="3021330" imgH="241300" progId="Equation.DSMT4">
                  <p:embed/>
                </p:oleObj>
              </mc:Choice>
              <mc:Fallback>
                <p:oleObj name="" r:id="rId13" imgW="3021330" imgH="241300" progId="Equation.DSMT4">
                  <p:embed/>
                  <p:pic>
                    <p:nvPicPr>
                      <p:cNvPr id="0" name="图片 3176"/>
                      <p:cNvPicPr/>
                      <p:nvPr/>
                    </p:nvPicPr>
                    <p:blipFill>
                      <a:blip r:embed="rId14">
                        <a:lum bright="100000"/>
                      </a:blip>
                      <a:stretch>
                        <a:fillRect/>
                      </a:stretch>
                    </p:blipFill>
                    <p:spPr>
                      <a:xfrm>
                        <a:off x="989013" y="5114925"/>
                        <a:ext cx="6894512" cy="550863"/>
                      </a:xfrm>
                      <a:prstGeom prst="rect">
                        <a:avLst/>
                      </a:prstGeom>
                      <a:noFill/>
                      <a:ln w="38100">
                        <a:noFill/>
                        <a:miter/>
                      </a:ln>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9"/>
                                        </p:tgtEl>
                                        <p:attrNameLst>
                                          <p:attrName>style.visibility</p:attrName>
                                        </p:attrNameLst>
                                      </p:cBhvr>
                                      <p:to>
                                        <p:strVal val="visible"/>
                                      </p:to>
                                    </p:set>
                                    <p:animEffect transition="in" filter="wipe(left)">
                                      <p:cBhvr>
                                        <p:cTn id="7" dur="500"/>
                                        <p:tgtEl>
                                          <p:spTgt spid="440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40"/>
                                        </p:tgtEl>
                                        <p:attrNameLst>
                                          <p:attrName>style.visibility</p:attrName>
                                        </p:attrNameLst>
                                      </p:cBhvr>
                                      <p:to>
                                        <p:strVal val="visible"/>
                                      </p:to>
                                    </p:set>
                                    <p:animEffect transition="in" filter="wipe(left)">
                                      <p:cBhvr>
                                        <p:cTn id="12" dur="500"/>
                                        <p:tgtEl>
                                          <p:spTgt spid="440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035"/>
                                        </p:tgtEl>
                                        <p:attrNameLst>
                                          <p:attrName>style.visibility</p:attrName>
                                        </p:attrNameLst>
                                      </p:cBhvr>
                                      <p:to>
                                        <p:strVal val="visible"/>
                                      </p:to>
                                    </p:set>
                                    <p:animEffect transition="in" filter="wipe(left)">
                                      <p:cBhvr>
                                        <p:cTn id="17" dur="500"/>
                                        <p:tgtEl>
                                          <p:spTgt spid="440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4"/>
                                        </p:tgtEl>
                                        <p:attrNameLst>
                                          <p:attrName>style.visibility</p:attrName>
                                        </p:attrNameLst>
                                      </p:cBhvr>
                                      <p:to>
                                        <p:strVal val="visible"/>
                                      </p:to>
                                    </p:set>
                                    <p:animEffect transition="in" filter="wipe(left)">
                                      <p:cBhvr>
                                        <p:cTn id="22" dur="500"/>
                                        <p:tgtEl>
                                          <p:spTgt spid="440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041"/>
                                        </p:tgtEl>
                                        <p:attrNameLst>
                                          <p:attrName>style.visibility</p:attrName>
                                        </p:attrNameLst>
                                      </p:cBhvr>
                                      <p:to>
                                        <p:strVal val="visible"/>
                                      </p:to>
                                    </p:set>
                                    <p:animEffect transition="in" filter="wipe(left)">
                                      <p:cBhvr>
                                        <p:cTn id="27" dur="500"/>
                                        <p:tgtEl>
                                          <p:spTgt spid="44041"/>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44043"/>
                                        </p:tgtEl>
                                        <p:attrNameLst>
                                          <p:attrName>style.visibility</p:attrName>
                                        </p:attrNameLst>
                                      </p:cBhvr>
                                      <p:to>
                                        <p:strVal val="visible"/>
                                      </p:to>
                                    </p:set>
                                    <p:animEffect transition="in" filter="wipe(left)">
                                      <p:cBhvr>
                                        <p:cTn id="31" dur="500"/>
                                        <p:tgtEl>
                                          <p:spTgt spid="44043"/>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44042"/>
                                        </p:tgtEl>
                                        <p:attrNameLst>
                                          <p:attrName>style.visibility</p:attrName>
                                        </p:attrNameLst>
                                      </p:cBhvr>
                                      <p:to>
                                        <p:strVal val="visible"/>
                                      </p:to>
                                    </p:set>
                                    <p:animEffect transition="in" filter="wipe(left)">
                                      <p:cBhvr>
                                        <p:cTn id="35" dur="500"/>
                                        <p:tgtEl>
                                          <p:spTgt spid="44042"/>
                                        </p:tgtEl>
                                      </p:cBhvr>
                                    </p:animEffect>
                                  </p:childTnLst>
                                </p:cTn>
                              </p:par>
                            </p:childTnLst>
                          </p:cTn>
                        </p:par>
                        <p:par>
                          <p:cTn id="36" fill="hold">
                            <p:stCondLst>
                              <p:cond delay="1500"/>
                            </p:stCondLst>
                            <p:childTnLst>
                              <p:par>
                                <p:cTn id="37" presetID="22" presetClass="entr" presetSubtype="8" fill="hold" nodeType="afterEffect">
                                  <p:stCondLst>
                                    <p:cond delay="0"/>
                                  </p:stCondLst>
                                  <p:childTnLst>
                                    <p:set>
                                      <p:cBhvr>
                                        <p:cTn id="38" dur="1" fill="hold">
                                          <p:stCondLst>
                                            <p:cond delay="0"/>
                                          </p:stCondLst>
                                        </p:cTn>
                                        <p:tgtEl>
                                          <p:spTgt spid="44045"/>
                                        </p:tgtEl>
                                        <p:attrNameLst>
                                          <p:attrName>style.visibility</p:attrName>
                                        </p:attrNameLst>
                                      </p:cBhvr>
                                      <p:to>
                                        <p:strVal val="visible"/>
                                      </p:to>
                                    </p:set>
                                    <p:animEffect transition="in" filter="wipe(left)">
                                      <p:cBhvr>
                                        <p:cTn id="39" dur="500"/>
                                        <p:tgtEl>
                                          <p:spTgt spid="44045"/>
                                        </p:tgtEl>
                                      </p:cBhvr>
                                    </p:animEffect>
                                  </p:childTnLst>
                                </p:cTn>
                              </p:par>
                            </p:childTnLst>
                          </p:cTn>
                        </p:par>
                        <p:par>
                          <p:cTn id="40" fill="hold">
                            <p:stCondLst>
                              <p:cond delay="2000"/>
                            </p:stCondLst>
                            <p:childTnLst>
                              <p:par>
                                <p:cTn id="41" presetID="22" presetClass="entr" presetSubtype="8" fill="hold" nodeType="afterEffect">
                                  <p:stCondLst>
                                    <p:cond delay="0"/>
                                  </p:stCondLst>
                                  <p:childTnLst>
                                    <p:set>
                                      <p:cBhvr>
                                        <p:cTn id="42" dur="1" fill="hold">
                                          <p:stCondLst>
                                            <p:cond delay="0"/>
                                          </p:stCondLst>
                                        </p:cTn>
                                        <p:tgtEl>
                                          <p:spTgt spid="44044"/>
                                        </p:tgtEl>
                                        <p:attrNameLst>
                                          <p:attrName>style.visibility</p:attrName>
                                        </p:attrNameLst>
                                      </p:cBhvr>
                                      <p:to>
                                        <p:strVal val="visible"/>
                                      </p:to>
                                    </p:set>
                                    <p:animEffect transition="in" filter="wipe(left)">
                                      <p:cBhvr>
                                        <p:cTn id="43" dur="500"/>
                                        <p:tgtEl>
                                          <p:spTgt spid="44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P spid="44039" grpId="0"/>
      <p:bldP spid="4404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矩形 45057"/>
          <p:cNvSpPr/>
          <p:nvPr/>
        </p:nvSpPr>
        <p:spPr>
          <a:xfrm>
            <a:off x="971550" y="2355850"/>
            <a:ext cx="2265363" cy="519113"/>
          </a:xfrm>
          <a:prstGeom prst="rect">
            <a:avLst/>
          </a:prstGeom>
          <a:noFill/>
          <a:ln w="9525">
            <a:noFill/>
          </a:ln>
        </p:spPr>
        <p:txBody>
          <a:bodyPr wrap="none" anchor="ctr">
            <a:spAutoFit/>
          </a:bodyPr>
          <a:p>
            <a:pPr eaLnBrk="0" hangingPunct="0"/>
            <a:r>
              <a:rPr lang="zh-CN" altLang="en-US" sz="2800" b="1">
                <a:solidFill>
                  <a:srgbClr val="FFFF00"/>
                </a:solidFill>
                <a:latin typeface="Arial" panose="020B0604020202020204" pitchFamily="34" charset="0"/>
                <a:ea typeface="楷体_GB2312" pitchFamily="1" charset="-122"/>
              </a:rPr>
              <a:t>初始速度：   </a:t>
            </a:r>
            <a:endParaRPr lang="zh-CN" altLang="en-US" sz="2800" b="1">
              <a:solidFill>
                <a:srgbClr val="FFFF00"/>
              </a:solidFill>
              <a:latin typeface="Arial" panose="020B0604020202020204" pitchFamily="34" charset="0"/>
              <a:ea typeface="楷体_GB2312" pitchFamily="1" charset="-122"/>
            </a:endParaRPr>
          </a:p>
        </p:txBody>
      </p:sp>
      <p:grpSp>
        <p:nvGrpSpPr>
          <p:cNvPr id="45059" name="组合 45058"/>
          <p:cNvGrpSpPr/>
          <p:nvPr/>
        </p:nvGrpSpPr>
        <p:grpSpPr>
          <a:xfrm>
            <a:off x="941388" y="1736725"/>
            <a:ext cx="7747000" cy="550863"/>
            <a:chOff x="0" y="0"/>
            <a:chExt cx="4880" cy="347"/>
          </a:xfrm>
        </p:grpSpPr>
        <p:graphicFrame>
          <p:nvGraphicFramePr>
            <p:cNvPr id="45060" name="对象 45059"/>
            <p:cNvGraphicFramePr>
              <a:graphicFrameLocks noChangeAspect="1"/>
            </p:cNvGraphicFramePr>
            <p:nvPr/>
          </p:nvGraphicFramePr>
          <p:xfrm>
            <a:off x="2088" y="0"/>
            <a:ext cx="274" cy="347"/>
          </p:xfrm>
          <a:graphic>
            <a:graphicData uri="http://schemas.openxmlformats.org/presentationml/2006/ole">
              <mc:AlternateContent xmlns:mc="http://schemas.openxmlformats.org/markup-compatibility/2006">
                <mc:Choice xmlns:v="urn:schemas-microsoft-com:vml" Requires="v">
                  <p:oleObj spid="_x0000_s3173" name="" r:id="rId1" imgW="191135" imgH="242570" progId="Equation.DSMT4">
                    <p:embed/>
                  </p:oleObj>
                </mc:Choice>
                <mc:Fallback>
                  <p:oleObj name="" r:id="rId1" imgW="191135" imgH="242570" progId="Equation.DSMT4">
                    <p:embed/>
                    <p:pic>
                      <p:nvPicPr>
                        <p:cNvPr id="0" name="图片 3172"/>
                        <p:cNvPicPr/>
                        <p:nvPr/>
                      </p:nvPicPr>
                      <p:blipFill>
                        <a:blip r:embed="rId2">
                          <a:lum bright="100000"/>
                        </a:blip>
                        <a:stretch>
                          <a:fillRect/>
                        </a:stretch>
                      </p:blipFill>
                      <p:spPr>
                        <a:xfrm>
                          <a:off x="2088" y="0"/>
                          <a:ext cx="274" cy="347"/>
                        </a:xfrm>
                        <a:prstGeom prst="rect">
                          <a:avLst/>
                        </a:prstGeom>
                        <a:noFill/>
                        <a:ln w="38100">
                          <a:noFill/>
                          <a:miter/>
                        </a:ln>
                      </p:spPr>
                    </p:pic>
                  </p:oleObj>
                </mc:Fallback>
              </mc:AlternateContent>
            </a:graphicData>
          </a:graphic>
        </p:graphicFrame>
        <p:sp>
          <p:nvSpPr>
            <p:cNvPr id="45061" name="矩形 45060"/>
            <p:cNvSpPr/>
            <p:nvPr/>
          </p:nvSpPr>
          <p:spPr>
            <a:xfrm>
              <a:off x="0" y="0"/>
              <a:ext cx="4880" cy="327"/>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设各粒子的初始位置     和初始速度    为：</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5062" name="对象 45061"/>
            <p:cNvGraphicFramePr>
              <a:graphicFrameLocks noChangeAspect="1"/>
            </p:cNvGraphicFramePr>
            <p:nvPr/>
          </p:nvGraphicFramePr>
          <p:xfrm>
            <a:off x="3540" y="0"/>
            <a:ext cx="237" cy="347"/>
          </p:xfrm>
          <a:graphic>
            <a:graphicData uri="http://schemas.openxmlformats.org/presentationml/2006/ole">
              <mc:AlternateContent xmlns:mc="http://schemas.openxmlformats.org/markup-compatibility/2006">
                <mc:Choice xmlns:v="urn:schemas-microsoft-com:vml" Requires="v">
                  <p:oleObj spid="_x0000_s3169" name="" r:id="rId3" imgW="165735" imgH="241935" progId="Equation.DSMT4">
                    <p:embed/>
                  </p:oleObj>
                </mc:Choice>
                <mc:Fallback>
                  <p:oleObj name="" r:id="rId3" imgW="165735" imgH="241935" progId="Equation.DSMT4">
                    <p:embed/>
                    <p:pic>
                      <p:nvPicPr>
                        <p:cNvPr id="0" name="图片 3168"/>
                        <p:cNvPicPr/>
                        <p:nvPr/>
                      </p:nvPicPr>
                      <p:blipFill>
                        <a:blip r:embed="rId4">
                          <a:lum bright="100000"/>
                        </a:blip>
                        <a:stretch>
                          <a:fillRect/>
                        </a:stretch>
                      </p:blipFill>
                      <p:spPr>
                        <a:xfrm>
                          <a:off x="3540" y="0"/>
                          <a:ext cx="237" cy="347"/>
                        </a:xfrm>
                        <a:prstGeom prst="rect">
                          <a:avLst/>
                        </a:prstGeom>
                        <a:noFill/>
                        <a:ln w="38100">
                          <a:noFill/>
                          <a:miter/>
                        </a:ln>
                      </p:spPr>
                    </p:pic>
                  </p:oleObj>
                </mc:Fallback>
              </mc:AlternateContent>
            </a:graphicData>
          </a:graphic>
        </p:graphicFrame>
      </p:grpSp>
      <p:sp>
        <p:nvSpPr>
          <p:cNvPr id="45063" name="矩形 45062"/>
          <p:cNvSpPr/>
          <p:nvPr/>
        </p:nvSpPr>
        <p:spPr>
          <a:xfrm>
            <a:off x="179388" y="476250"/>
            <a:ext cx="4784725" cy="519113"/>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对粒子群进行随机初始化       </a:t>
            </a:r>
            <a:endParaRPr lang="zh-CN" altLang="en-US" sz="2800" b="1">
              <a:solidFill>
                <a:schemeClr val="bg1"/>
              </a:solidFill>
              <a:latin typeface="Arial" panose="020B0604020202020204" pitchFamily="34" charset="0"/>
              <a:ea typeface="楷体_GB2312" pitchFamily="1" charset="-122"/>
            </a:endParaRPr>
          </a:p>
        </p:txBody>
      </p:sp>
      <p:sp>
        <p:nvSpPr>
          <p:cNvPr id="45064" name="矩形 45063"/>
          <p:cNvSpPr/>
          <p:nvPr/>
        </p:nvSpPr>
        <p:spPr>
          <a:xfrm>
            <a:off x="915988" y="1123950"/>
            <a:ext cx="6267450" cy="519113"/>
          </a:xfrm>
          <a:prstGeom prst="rect">
            <a:avLst/>
          </a:prstGeom>
          <a:noFill/>
          <a:ln w="9525">
            <a:noFill/>
          </a:ln>
        </p:spPr>
        <p:txBody>
          <a:bodyPr wrap="none" anchor="t">
            <a:spAutoFit/>
          </a:bodyPr>
          <a:p>
            <a:pPr eaLnBrk="0" hangingPunct="0"/>
            <a:r>
              <a:rPr lang="zh-CN" altLang="en-US" sz="2800" b="1">
                <a:solidFill>
                  <a:schemeClr val="bg1"/>
                </a:solidFill>
                <a:latin typeface="Arial" panose="020B0604020202020204" pitchFamily="34" charset="0"/>
                <a:ea typeface="楷体_GB2312" pitchFamily="1" charset="-122"/>
              </a:rPr>
              <a:t>包括随机初始化各粒子的</a:t>
            </a:r>
            <a:r>
              <a:rPr lang="zh-CN" altLang="en-US" sz="2800" b="1">
                <a:solidFill>
                  <a:srgbClr val="FFFF00"/>
                </a:solidFill>
                <a:latin typeface="Arial" panose="020B0604020202020204" pitchFamily="34" charset="0"/>
                <a:ea typeface="楷体_GB2312" pitchFamily="1" charset="-122"/>
              </a:rPr>
              <a:t>位置</a:t>
            </a:r>
            <a:r>
              <a:rPr lang="zh-CN" altLang="en-US" sz="2800" b="1">
                <a:solidFill>
                  <a:schemeClr val="bg1"/>
                </a:solidFill>
                <a:latin typeface="Arial" panose="020B0604020202020204" pitchFamily="34" charset="0"/>
                <a:ea typeface="楷体_GB2312" pitchFamily="1" charset="-122"/>
              </a:rPr>
              <a:t>和</a:t>
            </a:r>
            <a:r>
              <a:rPr lang="zh-CN" altLang="en-US" sz="2800" b="1">
                <a:solidFill>
                  <a:srgbClr val="FFFF00"/>
                </a:solidFill>
                <a:latin typeface="Arial" panose="020B0604020202020204" pitchFamily="34" charset="0"/>
                <a:ea typeface="楷体_GB2312" pitchFamily="1" charset="-122"/>
              </a:rPr>
              <a:t>速度</a:t>
            </a:r>
            <a:r>
              <a:rPr lang="zh-CN" altLang="en-US" sz="2800" b="1">
                <a:solidFill>
                  <a:schemeClr val="bg1"/>
                </a:solidFill>
                <a:latin typeface="Arial" panose="020B0604020202020204" pitchFamily="34" charset="0"/>
                <a:ea typeface="楷体_GB2312" pitchFamily="1" charset="-122"/>
              </a:rPr>
              <a:t>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5065" name="对象 45064"/>
          <p:cNvGraphicFramePr>
            <a:graphicFrameLocks noChangeAspect="1"/>
          </p:cNvGraphicFramePr>
          <p:nvPr/>
        </p:nvGraphicFramePr>
        <p:xfrm>
          <a:off x="1436688" y="3070225"/>
          <a:ext cx="6780212" cy="550863"/>
        </p:xfrm>
        <a:graphic>
          <a:graphicData uri="http://schemas.openxmlformats.org/presentationml/2006/ole">
            <mc:AlternateContent xmlns:mc="http://schemas.openxmlformats.org/markup-compatibility/2006">
              <mc:Choice xmlns:v="urn:schemas-microsoft-com:vml" Requires="v">
                <p:oleObj spid="_x0000_s3167" name="" r:id="rId5" imgW="2970530" imgH="241300" progId="Equation.DSMT4">
                  <p:embed/>
                </p:oleObj>
              </mc:Choice>
              <mc:Fallback>
                <p:oleObj name="" r:id="rId5" imgW="2970530" imgH="241300" progId="Equation.DSMT4">
                  <p:embed/>
                  <p:pic>
                    <p:nvPicPr>
                      <p:cNvPr id="0" name="图片 3166"/>
                      <p:cNvPicPr/>
                      <p:nvPr/>
                    </p:nvPicPr>
                    <p:blipFill>
                      <a:blip r:embed="rId6">
                        <a:lum bright="100000"/>
                      </a:blip>
                      <a:stretch>
                        <a:fillRect/>
                      </a:stretch>
                    </p:blipFill>
                    <p:spPr>
                      <a:xfrm>
                        <a:off x="1436688" y="3070225"/>
                        <a:ext cx="6780212" cy="550863"/>
                      </a:xfrm>
                      <a:prstGeom prst="rect">
                        <a:avLst/>
                      </a:prstGeom>
                      <a:noFill/>
                      <a:ln w="38100">
                        <a:noFill/>
                        <a:miter/>
                      </a:ln>
                    </p:spPr>
                  </p:pic>
                </p:oleObj>
              </mc:Fallback>
            </mc:AlternateContent>
          </a:graphicData>
        </a:graphic>
      </p:graphicFrame>
      <p:graphicFrame>
        <p:nvGraphicFramePr>
          <p:cNvPr id="45066" name="对象 45065"/>
          <p:cNvGraphicFramePr>
            <a:graphicFrameLocks noChangeAspect="1"/>
          </p:cNvGraphicFramePr>
          <p:nvPr/>
        </p:nvGraphicFramePr>
        <p:xfrm>
          <a:off x="1417638" y="4437063"/>
          <a:ext cx="6983412" cy="550862"/>
        </p:xfrm>
        <a:graphic>
          <a:graphicData uri="http://schemas.openxmlformats.org/presentationml/2006/ole">
            <mc:AlternateContent xmlns:mc="http://schemas.openxmlformats.org/markup-compatibility/2006">
              <mc:Choice xmlns:v="urn:schemas-microsoft-com:vml" Requires="v">
                <p:oleObj spid="_x0000_s3178" name="" r:id="rId7" imgW="3059430" imgH="241300" progId="Equation.DSMT4">
                  <p:embed/>
                </p:oleObj>
              </mc:Choice>
              <mc:Fallback>
                <p:oleObj name="" r:id="rId7" imgW="3059430" imgH="241300" progId="Equation.DSMT4">
                  <p:embed/>
                  <p:pic>
                    <p:nvPicPr>
                      <p:cNvPr id="0" name="图片 3177"/>
                      <p:cNvPicPr/>
                      <p:nvPr/>
                    </p:nvPicPr>
                    <p:blipFill>
                      <a:blip r:embed="rId8">
                        <a:lum bright="100000"/>
                      </a:blip>
                      <a:stretch>
                        <a:fillRect/>
                      </a:stretch>
                    </p:blipFill>
                    <p:spPr>
                      <a:xfrm>
                        <a:off x="1417638" y="4437063"/>
                        <a:ext cx="6983412" cy="550862"/>
                      </a:xfrm>
                      <a:prstGeom prst="rect">
                        <a:avLst/>
                      </a:prstGeom>
                      <a:noFill/>
                      <a:ln w="38100">
                        <a:noFill/>
                        <a:miter/>
                      </a:ln>
                    </p:spPr>
                  </p:pic>
                </p:oleObj>
              </mc:Fallback>
            </mc:AlternateContent>
          </a:graphicData>
        </a:graphic>
      </p:graphicFrame>
      <p:graphicFrame>
        <p:nvGraphicFramePr>
          <p:cNvPr id="45067" name="对象 45066"/>
          <p:cNvGraphicFramePr>
            <a:graphicFrameLocks noChangeAspect="1"/>
          </p:cNvGraphicFramePr>
          <p:nvPr/>
        </p:nvGraphicFramePr>
        <p:xfrm>
          <a:off x="1419225" y="3756025"/>
          <a:ext cx="7185025" cy="550863"/>
        </p:xfrm>
        <a:graphic>
          <a:graphicData uri="http://schemas.openxmlformats.org/presentationml/2006/ole">
            <mc:AlternateContent xmlns:mc="http://schemas.openxmlformats.org/markup-compatibility/2006">
              <mc:Choice xmlns:v="urn:schemas-microsoft-com:vml" Requires="v">
                <p:oleObj spid="_x0000_s3179" name="" r:id="rId9" imgW="3148330" imgH="241300" progId="Equation.DSMT4">
                  <p:embed/>
                </p:oleObj>
              </mc:Choice>
              <mc:Fallback>
                <p:oleObj name="" r:id="rId9" imgW="3148330" imgH="241300" progId="Equation.DSMT4">
                  <p:embed/>
                  <p:pic>
                    <p:nvPicPr>
                      <p:cNvPr id="0" name="图片 3178"/>
                      <p:cNvPicPr/>
                      <p:nvPr/>
                    </p:nvPicPr>
                    <p:blipFill>
                      <a:blip r:embed="rId10">
                        <a:lum bright="100000"/>
                      </a:blip>
                      <a:stretch>
                        <a:fillRect/>
                      </a:stretch>
                    </p:blipFill>
                    <p:spPr>
                      <a:xfrm>
                        <a:off x="1419225" y="3756025"/>
                        <a:ext cx="7185025" cy="550863"/>
                      </a:xfrm>
                      <a:prstGeom prst="rect">
                        <a:avLst/>
                      </a:prstGeom>
                      <a:noFill/>
                      <a:ln w="38100">
                        <a:noFill/>
                        <a:miter/>
                      </a:ln>
                    </p:spPr>
                  </p:pic>
                </p:oleObj>
              </mc:Fallback>
            </mc:AlternateContent>
          </a:graphicData>
        </a:graphic>
      </p:graphicFrame>
      <p:graphicFrame>
        <p:nvGraphicFramePr>
          <p:cNvPr id="45068" name="对象 45067"/>
          <p:cNvGraphicFramePr>
            <a:graphicFrameLocks noChangeAspect="1"/>
          </p:cNvGraphicFramePr>
          <p:nvPr/>
        </p:nvGraphicFramePr>
        <p:xfrm>
          <a:off x="1463675" y="5891213"/>
          <a:ext cx="6489700" cy="550862"/>
        </p:xfrm>
        <a:graphic>
          <a:graphicData uri="http://schemas.openxmlformats.org/presentationml/2006/ole">
            <mc:AlternateContent xmlns:mc="http://schemas.openxmlformats.org/markup-compatibility/2006">
              <mc:Choice xmlns:v="urn:schemas-microsoft-com:vml" Requires="v">
                <p:oleObj spid="_x0000_s3180" name="" r:id="rId11" imgW="2843530" imgH="241300" progId="Equation.DSMT4">
                  <p:embed/>
                </p:oleObj>
              </mc:Choice>
              <mc:Fallback>
                <p:oleObj name="" r:id="rId11" imgW="2843530" imgH="241300" progId="Equation.DSMT4">
                  <p:embed/>
                  <p:pic>
                    <p:nvPicPr>
                      <p:cNvPr id="0" name="图片 3179"/>
                      <p:cNvPicPr/>
                      <p:nvPr/>
                    </p:nvPicPr>
                    <p:blipFill>
                      <a:blip r:embed="rId12">
                        <a:lum bright="100000"/>
                      </a:blip>
                      <a:stretch>
                        <a:fillRect/>
                      </a:stretch>
                    </p:blipFill>
                    <p:spPr>
                      <a:xfrm>
                        <a:off x="1463675" y="5891213"/>
                        <a:ext cx="6489700" cy="550862"/>
                      </a:xfrm>
                      <a:prstGeom prst="rect">
                        <a:avLst/>
                      </a:prstGeom>
                      <a:noFill/>
                      <a:ln w="38100">
                        <a:noFill/>
                        <a:miter/>
                      </a:ln>
                    </p:spPr>
                  </p:pic>
                </p:oleObj>
              </mc:Fallback>
            </mc:AlternateContent>
          </a:graphicData>
        </a:graphic>
      </p:graphicFrame>
      <p:graphicFrame>
        <p:nvGraphicFramePr>
          <p:cNvPr id="45069" name="对象 45068"/>
          <p:cNvGraphicFramePr>
            <a:graphicFrameLocks noChangeAspect="1"/>
          </p:cNvGraphicFramePr>
          <p:nvPr/>
        </p:nvGraphicFramePr>
        <p:xfrm>
          <a:off x="1450975" y="5157788"/>
          <a:ext cx="6750050" cy="550862"/>
        </p:xfrm>
        <a:graphic>
          <a:graphicData uri="http://schemas.openxmlformats.org/presentationml/2006/ole">
            <mc:AlternateContent xmlns:mc="http://schemas.openxmlformats.org/markup-compatibility/2006">
              <mc:Choice xmlns:v="urn:schemas-microsoft-com:vml" Requires="v">
                <p:oleObj spid="_x0000_s3168" name="" r:id="rId13" imgW="2957830" imgH="241300" progId="Equation.DSMT4">
                  <p:embed/>
                </p:oleObj>
              </mc:Choice>
              <mc:Fallback>
                <p:oleObj name="" r:id="rId13" imgW="2957830" imgH="241300" progId="Equation.DSMT4">
                  <p:embed/>
                  <p:pic>
                    <p:nvPicPr>
                      <p:cNvPr id="0" name="图片 3167"/>
                      <p:cNvPicPr/>
                      <p:nvPr/>
                    </p:nvPicPr>
                    <p:blipFill>
                      <a:blip r:embed="rId14">
                        <a:lum bright="100000"/>
                      </a:blip>
                      <a:stretch>
                        <a:fillRect/>
                      </a:stretch>
                    </p:blipFill>
                    <p:spPr>
                      <a:xfrm>
                        <a:off x="1450975" y="5157788"/>
                        <a:ext cx="6750050" cy="550862"/>
                      </a:xfrm>
                      <a:prstGeom prst="rect">
                        <a:avLst/>
                      </a:prstGeom>
                      <a:noFill/>
                      <a:ln w="38100">
                        <a:noFill/>
                        <a:miter/>
                      </a:ln>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wipe(left)">
                                      <p:cBhvr>
                                        <p:cTn id="7" dur="500"/>
                                        <p:tgtEl>
                                          <p:spTgt spid="450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5065"/>
                                        </p:tgtEl>
                                        <p:attrNameLst>
                                          <p:attrName>style.visibility</p:attrName>
                                        </p:attrNameLst>
                                      </p:cBhvr>
                                      <p:to>
                                        <p:strVal val="visible"/>
                                      </p:to>
                                    </p:set>
                                    <p:animEffect transition="in" filter="wipe(left)">
                                      <p:cBhvr>
                                        <p:cTn id="12" dur="500"/>
                                        <p:tgtEl>
                                          <p:spTgt spid="4506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5067"/>
                                        </p:tgtEl>
                                        <p:attrNameLst>
                                          <p:attrName>style.visibility</p:attrName>
                                        </p:attrNameLst>
                                      </p:cBhvr>
                                      <p:to>
                                        <p:strVal val="visible"/>
                                      </p:to>
                                    </p:set>
                                    <p:animEffect transition="in" filter="wipe(left)">
                                      <p:cBhvr>
                                        <p:cTn id="16" dur="500"/>
                                        <p:tgtEl>
                                          <p:spTgt spid="4506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45066"/>
                                        </p:tgtEl>
                                        <p:attrNameLst>
                                          <p:attrName>style.visibility</p:attrName>
                                        </p:attrNameLst>
                                      </p:cBhvr>
                                      <p:to>
                                        <p:strVal val="visible"/>
                                      </p:to>
                                    </p:set>
                                    <p:animEffect transition="in" filter="wipe(left)">
                                      <p:cBhvr>
                                        <p:cTn id="20" dur="500"/>
                                        <p:tgtEl>
                                          <p:spTgt spid="45066"/>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45069"/>
                                        </p:tgtEl>
                                        <p:attrNameLst>
                                          <p:attrName>style.visibility</p:attrName>
                                        </p:attrNameLst>
                                      </p:cBhvr>
                                      <p:to>
                                        <p:strVal val="visible"/>
                                      </p:to>
                                    </p:set>
                                    <p:animEffect transition="in" filter="wipe(left)">
                                      <p:cBhvr>
                                        <p:cTn id="24" dur="500"/>
                                        <p:tgtEl>
                                          <p:spTgt spid="45069"/>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45068"/>
                                        </p:tgtEl>
                                        <p:attrNameLst>
                                          <p:attrName>style.visibility</p:attrName>
                                        </p:attrNameLst>
                                      </p:cBhvr>
                                      <p:to>
                                        <p:strVal val="visible"/>
                                      </p:to>
                                    </p:set>
                                    <p:animEffect transition="in" filter="wipe(left)">
                                      <p:cBhvr>
                                        <p:cTn id="28" dur="500"/>
                                        <p:tgtEl>
                                          <p:spTgt spid="45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矩形 46081"/>
          <p:cNvSpPr/>
          <p:nvPr/>
        </p:nvSpPr>
        <p:spPr>
          <a:xfrm>
            <a:off x="971550" y="1276350"/>
            <a:ext cx="2265363"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6083" name="对象 46082"/>
          <p:cNvGraphicFramePr>
            <a:graphicFrameLocks noChangeAspect="1"/>
          </p:cNvGraphicFramePr>
          <p:nvPr/>
        </p:nvGraphicFramePr>
        <p:xfrm>
          <a:off x="2760663" y="1265238"/>
          <a:ext cx="4086225" cy="550862"/>
        </p:xfrm>
        <a:graphic>
          <a:graphicData uri="http://schemas.openxmlformats.org/presentationml/2006/ole">
            <mc:AlternateContent xmlns:mc="http://schemas.openxmlformats.org/markup-compatibility/2006">
              <mc:Choice xmlns:v="urn:schemas-microsoft-com:vml" Requires="v">
                <p:oleObj spid="_x0000_s3171" name="" r:id="rId1" imgW="1790065" imgH="241300" progId="Equation.DSMT4">
                  <p:embed/>
                </p:oleObj>
              </mc:Choice>
              <mc:Fallback>
                <p:oleObj name="" r:id="rId1" imgW="1790065" imgH="241300" progId="Equation.DSMT4">
                  <p:embed/>
                  <p:pic>
                    <p:nvPicPr>
                      <p:cNvPr id="0" name="图片 3170"/>
                      <p:cNvPicPr/>
                      <p:nvPr/>
                    </p:nvPicPr>
                    <p:blipFill>
                      <a:blip r:embed="rId2">
                        <a:lum bright="100000"/>
                      </a:blip>
                      <a:stretch>
                        <a:fillRect/>
                      </a:stretch>
                    </p:blipFill>
                    <p:spPr>
                      <a:xfrm>
                        <a:off x="2760663" y="1265238"/>
                        <a:ext cx="4086225" cy="550862"/>
                      </a:xfrm>
                      <a:prstGeom prst="rect">
                        <a:avLst/>
                      </a:prstGeom>
                      <a:noFill/>
                      <a:ln w="38100">
                        <a:noFill/>
                        <a:miter/>
                      </a:ln>
                    </p:spPr>
                  </p:pic>
                </p:oleObj>
              </mc:Fallback>
            </mc:AlternateContent>
          </a:graphicData>
        </a:graphic>
      </p:graphicFrame>
      <p:sp>
        <p:nvSpPr>
          <p:cNvPr id="46084" name="矩形 46083"/>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6085" name="对象 46084"/>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181" name="" r:id="rId3" imgW="1891665" imgH="241300" progId="Equation.DSMT4">
                  <p:embed/>
                </p:oleObj>
              </mc:Choice>
              <mc:Fallback>
                <p:oleObj name="" r:id="rId3" imgW="1891665" imgH="241300" progId="Equation.DSMT4">
                  <p:embed/>
                  <p:pic>
                    <p:nvPicPr>
                      <p:cNvPr id="0" name="图片 3180"/>
                      <p:cNvPicPr/>
                      <p:nvPr/>
                    </p:nvPicPr>
                    <p:blipFill>
                      <a:blip r:embed="rId4">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graphicFrame>
        <p:nvGraphicFramePr>
          <p:cNvPr id="46086" name="对象 46085"/>
          <p:cNvGraphicFramePr>
            <a:graphicFrameLocks noChangeAspect="1"/>
          </p:cNvGraphicFramePr>
          <p:nvPr/>
        </p:nvGraphicFramePr>
        <p:xfrm>
          <a:off x="1042988" y="3716338"/>
          <a:ext cx="3302000" cy="550862"/>
        </p:xfrm>
        <a:graphic>
          <a:graphicData uri="http://schemas.openxmlformats.org/presentationml/2006/ole">
            <mc:AlternateContent xmlns:mc="http://schemas.openxmlformats.org/markup-compatibility/2006">
              <mc:Choice xmlns:v="urn:schemas-microsoft-com:vml" Requires="v">
                <p:oleObj spid="_x0000_s3172" name="" r:id="rId5" imgW="1449705" imgH="241300" progId="Equation.DSMT4">
                  <p:embed/>
                </p:oleObj>
              </mc:Choice>
              <mc:Fallback>
                <p:oleObj name="" r:id="rId5" imgW="1449705" imgH="241300" progId="Equation.DSMT4">
                  <p:embed/>
                  <p:pic>
                    <p:nvPicPr>
                      <p:cNvPr id="0" name="图片 3171"/>
                      <p:cNvPicPr/>
                      <p:nvPr/>
                    </p:nvPicPr>
                    <p:blipFill>
                      <a:blip r:embed="rId6">
                        <a:lum bright="100000"/>
                      </a:blip>
                      <a:stretch>
                        <a:fillRect/>
                      </a:stretch>
                    </p:blipFill>
                    <p:spPr>
                      <a:xfrm>
                        <a:off x="1042988" y="3716338"/>
                        <a:ext cx="3302000" cy="550862"/>
                      </a:xfrm>
                      <a:prstGeom prst="rect">
                        <a:avLst/>
                      </a:prstGeom>
                      <a:noFill/>
                      <a:ln w="38100">
                        <a:noFill/>
                        <a:miter/>
                      </a:ln>
                    </p:spPr>
                  </p:pic>
                </p:oleObj>
              </mc:Fallback>
            </mc:AlternateContent>
          </a:graphicData>
        </a:graphic>
      </p:graphicFrame>
      <p:sp>
        <p:nvSpPr>
          <p:cNvPr id="46087" name="矩形 46086"/>
          <p:cNvSpPr/>
          <p:nvPr/>
        </p:nvSpPr>
        <p:spPr>
          <a:xfrm>
            <a:off x="179388" y="2060575"/>
            <a:ext cx="4572000"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计算每个粒子的适应值</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6088" name="对象 46087"/>
          <p:cNvGraphicFramePr>
            <a:graphicFrameLocks noChangeAspect="1"/>
          </p:cNvGraphicFramePr>
          <p:nvPr/>
        </p:nvGraphicFramePr>
        <p:xfrm>
          <a:off x="995363" y="4321175"/>
          <a:ext cx="3303587" cy="550863"/>
        </p:xfrm>
        <a:graphic>
          <a:graphicData uri="http://schemas.openxmlformats.org/presentationml/2006/ole">
            <mc:AlternateContent xmlns:mc="http://schemas.openxmlformats.org/markup-compatibility/2006">
              <mc:Choice xmlns:v="urn:schemas-microsoft-com:vml" Requires="v">
                <p:oleObj spid="_x0000_s3199" name="" r:id="rId7" imgW="1449705" imgH="241300" progId="Equation.DSMT4">
                  <p:embed/>
                </p:oleObj>
              </mc:Choice>
              <mc:Fallback>
                <p:oleObj name="" r:id="rId7" imgW="1449705" imgH="241300" progId="Equation.DSMT4">
                  <p:embed/>
                  <p:pic>
                    <p:nvPicPr>
                      <p:cNvPr id="0" name="图片 3198"/>
                      <p:cNvPicPr/>
                      <p:nvPr/>
                    </p:nvPicPr>
                    <p:blipFill>
                      <a:blip r:embed="rId8">
                        <a:lum bright="100000"/>
                      </a:blip>
                      <a:stretch>
                        <a:fillRect/>
                      </a:stretch>
                    </p:blipFill>
                    <p:spPr>
                      <a:xfrm>
                        <a:off x="995363" y="4321175"/>
                        <a:ext cx="3303587" cy="550863"/>
                      </a:xfrm>
                      <a:prstGeom prst="rect">
                        <a:avLst/>
                      </a:prstGeom>
                      <a:noFill/>
                      <a:ln w="38100">
                        <a:noFill/>
                        <a:miter/>
                      </a:ln>
                    </p:spPr>
                  </p:pic>
                </p:oleObj>
              </mc:Fallback>
            </mc:AlternateContent>
          </a:graphicData>
        </a:graphic>
      </p:graphicFrame>
      <p:grpSp>
        <p:nvGrpSpPr>
          <p:cNvPr id="46089" name="组合 46088"/>
          <p:cNvGrpSpPr/>
          <p:nvPr/>
        </p:nvGrpSpPr>
        <p:grpSpPr>
          <a:xfrm>
            <a:off x="233363" y="2593975"/>
            <a:ext cx="8480425" cy="985838"/>
            <a:chOff x="0" y="0"/>
            <a:chExt cx="5342" cy="621"/>
          </a:xfrm>
        </p:grpSpPr>
        <p:graphicFrame>
          <p:nvGraphicFramePr>
            <p:cNvPr id="46090" name="对象 46089"/>
            <p:cNvGraphicFramePr>
              <a:graphicFrameLocks noChangeAspect="1"/>
            </p:cNvGraphicFramePr>
            <p:nvPr/>
          </p:nvGraphicFramePr>
          <p:xfrm>
            <a:off x="510" y="0"/>
            <a:ext cx="3230" cy="621"/>
          </p:xfrm>
          <a:graphic>
            <a:graphicData uri="http://schemas.openxmlformats.org/presentationml/2006/ole">
              <mc:AlternateContent xmlns:mc="http://schemas.openxmlformats.org/markup-compatibility/2006">
                <mc:Choice xmlns:v="urn:schemas-microsoft-com:vml" Requires="v">
                  <p:oleObj spid="_x0000_s3186" name="" r:id="rId9" imgW="2246630" imgH="431800" progId="Equation.DSMT4">
                    <p:embed/>
                  </p:oleObj>
                </mc:Choice>
                <mc:Fallback>
                  <p:oleObj name="" r:id="rId9" imgW="2246630" imgH="431800" progId="Equation.DSMT4">
                    <p:embed/>
                    <p:pic>
                      <p:nvPicPr>
                        <p:cNvPr id="0" name="图片 3185"/>
                        <p:cNvPicPr/>
                        <p:nvPr/>
                      </p:nvPicPr>
                      <p:blipFill>
                        <a:blip r:embed="rId10">
                          <a:lum bright="100000"/>
                        </a:blip>
                        <a:stretch>
                          <a:fillRect/>
                        </a:stretch>
                      </p:blipFill>
                      <p:spPr>
                        <a:xfrm>
                          <a:off x="510" y="0"/>
                          <a:ext cx="3230" cy="621"/>
                        </a:xfrm>
                        <a:prstGeom prst="rect">
                          <a:avLst/>
                        </a:prstGeom>
                        <a:noFill/>
                        <a:ln w="38100">
                          <a:noFill/>
                          <a:miter/>
                        </a:ln>
                      </p:spPr>
                    </p:pic>
                  </p:oleObj>
                </mc:Fallback>
              </mc:AlternateContent>
            </a:graphicData>
          </a:graphic>
        </p:graphicFrame>
        <p:sp>
          <p:nvSpPr>
            <p:cNvPr id="46091" name="矩形 46090"/>
            <p:cNvSpPr/>
            <p:nvPr/>
          </p:nvSpPr>
          <p:spPr>
            <a:xfrm>
              <a:off x="0" y="136"/>
              <a:ext cx="1018"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按照    </a:t>
              </a:r>
              <a:endParaRPr lang="zh-CN" altLang="en-US" sz="2800" b="1">
                <a:solidFill>
                  <a:schemeClr val="bg1"/>
                </a:solidFill>
                <a:latin typeface="楷体_GB2312" pitchFamily="1" charset="-122"/>
                <a:ea typeface="楷体_GB2312" pitchFamily="1" charset="-122"/>
              </a:endParaRPr>
            </a:p>
          </p:txBody>
        </p:sp>
        <p:sp>
          <p:nvSpPr>
            <p:cNvPr id="46092" name="矩形 46091"/>
            <p:cNvSpPr/>
            <p:nvPr/>
          </p:nvSpPr>
          <p:spPr>
            <a:xfrm>
              <a:off x="3649" y="136"/>
              <a:ext cx="1693"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计算适应值    </a:t>
              </a:r>
              <a:endParaRPr lang="zh-CN" altLang="en-US" sz="2800" b="1">
                <a:solidFill>
                  <a:schemeClr val="bg1"/>
                </a:solidFill>
                <a:latin typeface="楷体_GB2312" pitchFamily="1" charset="-122"/>
                <a:ea typeface="楷体_GB2312" pitchFamily="1" charset="-122"/>
              </a:endParaRPr>
            </a:p>
          </p:txBody>
        </p:sp>
      </p:grpSp>
      <p:graphicFrame>
        <p:nvGraphicFramePr>
          <p:cNvPr id="46093" name="对象 46092" descr="紫色网格"/>
          <p:cNvGraphicFramePr>
            <a:graphicFrameLocks noChangeAspect="1"/>
          </p:cNvGraphicFramePr>
          <p:nvPr/>
        </p:nvGraphicFramePr>
        <p:xfrm>
          <a:off x="5580063" y="4508500"/>
          <a:ext cx="1331912" cy="581025"/>
        </p:xfrm>
        <a:graphic>
          <a:graphicData uri="http://schemas.openxmlformats.org/presentationml/2006/ole">
            <mc:AlternateContent xmlns:mc="http://schemas.openxmlformats.org/markup-compatibility/2006">
              <mc:Choice xmlns:v="urn:schemas-microsoft-com:vml" Requires="v">
                <p:oleObj spid="_x0000_s3198" name="" r:id="rId11" imgW="584835" imgH="254000" progId="Equation.DSMT4">
                  <p:embed/>
                </p:oleObj>
              </mc:Choice>
              <mc:Fallback>
                <p:oleObj name="" r:id="rId11" imgW="584835" imgH="254000" progId="Equation.DSMT4">
                  <p:embed/>
                  <p:pic>
                    <p:nvPicPr>
                      <p:cNvPr id="0" name="图片 3197"/>
                      <p:cNvPicPr/>
                      <p:nvPr/>
                    </p:nvPicPr>
                    <p:blipFill>
                      <a:blip r:embed="rId12"/>
                      <a:stretch>
                        <a:fillRect/>
                      </a:stretch>
                    </p:blipFill>
                    <p:spPr>
                      <a:xfrm>
                        <a:off x="5580063" y="4508500"/>
                        <a:ext cx="1331912" cy="581025"/>
                      </a:xfrm>
                      <a:prstGeom prst="rect">
                        <a:avLst/>
                      </a:prstGeom>
                      <a:blipFill rotWithShape="1">
                        <a:blip r:embed="rId13"/>
                      </a:blipFill>
                      <a:ln w="38100" cap="flat" cmpd="sng">
                        <a:solidFill>
                          <a:srgbClr val="00FF00"/>
                        </a:solidFill>
                        <a:prstDash val="solid"/>
                        <a:miter/>
                        <a:headEnd type="none" w="med" len="med"/>
                        <a:tailEnd type="none" w="med" len="med"/>
                      </a:ln>
                    </p:spPr>
                  </p:pic>
                </p:oleObj>
              </mc:Fallback>
            </mc:AlternateContent>
          </a:graphicData>
        </a:graphic>
      </p:graphicFrame>
      <p:graphicFrame>
        <p:nvGraphicFramePr>
          <p:cNvPr id="46094" name="对象 46093"/>
          <p:cNvGraphicFramePr>
            <a:graphicFrameLocks noChangeAspect="1"/>
          </p:cNvGraphicFramePr>
          <p:nvPr/>
        </p:nvGraphicFramePr>
        <p:xfrm>
          <a:off x="923925" y="6161088"/>
          <a:ext cx="3273425" cy="552450"/>
        </p:xfrm>
        <a:graphic>
          <a:graphicData uri="http://schemas.openxmlformats.org/presentationml/2006/ole">
            <mc:AlternateContent xmlns:mc="http://schemas.openxmlformats.org/markup-compatibility/2006">
              <mc:Choice xmlns:v="urn:schemas-microsoft-com:vml" Requires="v">
                <p:oleObj spid="_x0000_s3195" name="" r:id="rId14" imgW="1437005" imgH="241300" progId="Equation.DSMT4">
                  <p:embed/>
                </p:oleObj>
              </mc:Choice>
              <mc:Fallback>
                <p:oleObj name="" r:id="rId14" imgW="1437005" imgH="241300" progId="Equation.DSMT4">
                  <p:embed/>
                  <p:pic>
                    <p:nvPicPr>
                      <p:cNvPr id="0" name="图片 3194"/>
                      <p:cNvPicPr/>
                      <p:nvPr/>
                    </p:nvPicPr>
                    <p:blipFill>
                      <a:blip r:embed="rId15">
                        <a:lum bright="100000"/>
                      </a:blip>
                      <a:stretch>
                        <a:fillRect/>
                      </a:stretch>
                    </p:blipFill>
                    <p:spPr>
                      <a:xfrm>
                        <a:off x="923925" y="6161088"/>
                        <a:ext cx="3273425" cy="552450"/>
                      </a:xfrm>
                      <a:prstGeom prst="rect">
                        <a:avLst/>
                      </a:prstGeom>
                      <a:noFill/>
                      <a:ln w="38100">
                        <a:noFill/>
                        <a:miter/>
                      </a:ln>
                    </p:spPr>
                  </p:pic>
                </p:oleObj>
              </mc:Fallback>
            </mc:AlternateContent>
          </a:graphicData>
        </a:graphic>
      </p:graphicFrame>
      <p:graphicFrame>
        <p:nvGraphicFramePr>
          <p:cNvPr id="46095" name="对象 46094"/>
          <p:cNvGraphicFramePr>
            <a:graphicFrameLocks noChangeAspect="1"/>
          </p:cNvGraphicFramePr>
          <p:nvPr/>
        </p:nvGraphicFramePr>
        <p:xfrm>
          <a:off x="938213" y="5589588"/>
          <a:ext cx="3273425" cy="552450"/>
        </p:xfrm>
        <a:graphic>
          <a:graphicData uri="http://schemas.openxmlformats.org/presentationml/2006/ole">
            <mc:AlternateContent xmlns:mc="http://schemas.openxmlformats.org/markup-compatibility/2006">
              <mc:Choice xmlns:v="urn:schemas-microsoft-com:vml" Requires="v">
                <p:oleObj spid="_x0000_s3189" name="" r:id="rId16" imgW="1437005" imgH="241300" progId="Equation.DSMT4">
                  <p:embed/>
                </p:oleObj>
              </mc:Choice>
              <mc:Fallback>
                <p:oleObj name="" r:id="rId16" imgW="1437005" imgH="241300" progId="Equation.DSMT4">
                  <p:embed/>
                  <p:pic>
                    <p:nvPicPr>
                      <p:cNvPr id="0" name="图片 3188"/>
                      <p:cNvPicPr/>
                      <p:nvPr/>
                    </p:nvPicPr>
                    <p:blipFill>
                      <a:blip r:embed="rId17">
                        <a:lum bright="100000"/>
                      </a:blip>
                      <a:stretch>
                        <a:fillRect/>
                      </a:stretch>
                    </p:blipFill>
                    <p:spPr>
                      <a:xfrm>
                        <a:off x="938213" y="5589588"/>
                        <a:ext cx="3273425" cy="552450"/>
                      </a:xfrm>
                      <a:prstGeom prst="rect">
                        <a:avLst/>
                      </a:prstGeom>
                      <a:noFill/>
                      <a:ln w="38100">
                        <a:noFill/>
                        <a:miter/>
                      </a:ln>
                    </p:spPr>
                  </p:pic>
                </p:oleObj>
              </mc:Fallback>
            </mc:AlternateContent>
          </a:graphicData>
        </a:graphic>
      </p:graphicFrame>
      <p:graphicFrame>
        <p:nvGraphicFramePr>
          <p:cNvPr id="46096" name="对象 46095"/>
          <p:cNvGraphicFramePr>
            <a:graphicFrameLocks noChangeAspect="1"/>
          </p:cNvGraphicFramePr>
          <p:nvPr/>
        </p:nvGraphicFramePr>
        <p:xfrm>
          <a:off x="938213" y="4956175"/>
          <a:ext cx="3244850" cy="550863"/>
        </p:xfrm>
        <a:graphic>
          <a:graphicData uri="http://schemas.openxmlformats.org/presentationml/2006/ole">
            <mc:AlternateContent xmlns:mc="http://schemas.openxmlformats.org/markup-compatibility/2006">
              <mc:Choice xmlns:v="urn:schemas-microsoft-com:vml" Requires="v">
                <p:oleObj spid="_x0000_s3190" name="" r:id="rId18" imgW="1424305" imgH="241300" progId="Equation.DSMT4">
                  <p:embed/>
                </p:oleObj>
              </mc:Choice>
              <mc:Fallback>
                <p:oleObj name="" r:id="rId18" imgW="1424305" imgH="241300" progId="Equation.DSMT4">
                  <p:embed/>
                  <p:pic>
                    <p:nvPicPr>
                      <p:cNvPr id="0" name="图片 3189"/>
                      <p:cNvPicPr/>
                      <p:nvPr/>
                    </p:nvPicPr>
                    <p:blipFill>
                      <a:blip r:embed="rId19">
                        <a:lum bright="100000"/>
                      </a:blip>
                      <a:stretch>
                        <a:fillRect/>
                      </a:stretch>
                    </p:blipFill>
                    <p:spPr>
                      <a:xfrm>
                        <a:off x="938213" y="4956175"/>
                        <a:ext cx="3244850" cy="550863"/>
                      </a:xfrm>
                      <a:prstGeom prst="rect">
                        <a:avLst/>
                      </a:prstGeom>
                      <a:noFill/>
                      <a:ln w="38100">
                        <a:noFill/>
                        <a:miter/>
                      </a:ln>
                    </p:spPr>
                  </p:pic>
                </p:oleObj>
              </mc:Fallback>
            </mc:AlternateContent>
          </a:graphicData>
        </a:graphic>
      </p:graphicFrame>
      <p:sp>
        <p:nvSpPr>
          <p:cNvPr id="46097" name="圆角矩形标注 46096" descr="紫色网格"/>
          <p:cNvSpPr/>
          <p:nvPr/>
        </p:nvSpPr>
        <p:spPr>
          <a:xfrm>
            <a:off x="5076825" y="3573463"/>
            <a:ext cx="2447925" cy="646112"/>
          </a:xfrm>
          <a:prstGeom prst="wedgeRoundRectCallout">
            <a:avLst>
              <a:gd name="adj1" fmla="val -79769"/>
              <a:gd name="adj2" fmla="val 15847"/>
              <a:gd name="adj3" fmla="val 16667"/>
            </a:avLst>
          </a:prstGeom>
          <a:blipFill rotWithShape="1">
            <a:blip r:embed="rId13"/>
          </a:blipFill>
          <a:ln w="38100" cap="flat" cmpd="sng">
            <a:solidFill>
              <a:srgbClr val="00FF00"/>
            </a:solidFill>
            <a:prstDash val="solid"/>
            <a:miter/>
            <a:headEnd type="none" w="med" len="med"/>
            <a:tailEnd type="none" w="med" len="med"/>
          </a:ln>
        </p:spPr>
        <p:txBody>
          <a:bodyPr/>
          <a:p>
            <a:pPr algn="ctr" eaLnBrk="0" hangingPunct="0"/>
            <a:r>
              <a:rPr lang="zh-CN" altLang="en-US" sz="2800" b="1">
                <a:solidFill>
                  <a:schemeClr val="bg1"/>
                </a:solidFill>
                <a:latin typeface="Arial" panose="020B0604020202020204" pitchFamily="34" charset="0"/>
                <a:ea typeface="楷体_GB2312" pitchFamily="1" charset="-122"/>
              </a:rPr>
              <a:t>历史最优解</a:t>
            </a:r>
            <a:endParaRPr lang="zh-CN" altLang="en-US" sz="2800" b="1">
              <a:solidFill>
                <a:schemeClr val="bg1"/>
              </a:solidFill>
              <a:latin typeface="Arial" panose="020B0604020202020204" pitchFamily="34" charset="0"/>
              <a:ea typeface="楷体_GB2312" pitchFamily="1" charset="-122"/>
            </a:endParaRPr>
          </a:p>
        </p:txBody>
      </p:sp>
      <p:graphicFrame>
        <p:nvGraphicFramePr>
          <p:cNvPr id="46098" name="对象 46097" descr="紫色网格"/>
          <p:cNvGraphicFramePr>
            <a:graphicFrameLocks noChangeAspect="1"/>
          </p:cNvGraphicFramePr>
          <p:nvPr/>
        </p:nvGraphicFramePr>
        <p:xfrm>
          <a:off x="4859338" y="5300663"/>
          <a:ext cx="3241675" cy="550862"/>
        </p:xfrm>
        <a:graphic>
          <a:graphicData uri="http://schemas.openxmlformats.org/presentationml/2006/ole">
            <mc:AlternateContent xmlns:mc="http://schemas.openxmlformats.org/markup-compatibility/2006">
              <mc:Choice xmlns:v="urn:schemas-microsoft-com:vml" Requires="v">
                <p:oleObj spid="_x0000_s3191" name="" r:id="rId20" imgW="1424305" imgH="241300" progId="Equation.DSMT4">
                  <p:embed/>
                </p:oleObj>
              </mc:Choice>
              <mc:Fallback>
                <p:oleObj name="" r:id="rId20" imgW="1424305" imgH="241300" progId="Equation.DSMT4">
                  <p:embed/>
                  <p:pic>
                    <p:nvPicPr>
                      <p:cNvPr id="0" name="图片 3190"/>
                      <p:cNvPicPr/>
                      <p:nvPr/>
                    </p:nvPicPr>
                    <p:blipFill>
                      <a:blip r:embed="rId21"/>
                      <a:stretch>
                        <a:fillRect/>
                      </a:stretch>
                    </p:blipFill>
                    <p:spPr>
                      <a:xfrm>
                        <a:off x="4859338" y="5300663"/>
                        <a:ext cx="3241675" cy="550862"/>
                      </a:xfrm>
                      <a:prstGeom prst="rect">
                        <a:avLst/>
                      </a:prstGeom>
                      <a:blipFill rotWithShape="1">
                        <a:blip r:embed="rId13"/>
                      </a:blipFill>
                      <a:ln w="38100" cap="flat" cmpd="sng">
                        <a:solidFill>
                          <a:srgbClr val="00FF00"/>
                        </a:solidFill>
                        <a:prstDash val="solid"/>
                        <a:miter/>
                        <a:headEnd type="none" w="med" len="med"/>
                        <a:tailEnd type="none" w="med" len="med"/>
                      </a:ln>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wipe(left)">
                                      <p:cBhvr>
                                        <p:cTn id="7" dur="500"/>
                                        <p:tgtEl>
                                          <p:spTgt spid="460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6083"/>
                                        </p:tgtEl>
                                        <p:attrNameLst>
                                          <p:attrName>style.visibility</p:attrName>
                                        </p:attrNameLst>
                                      </p:cBhvr>
                                      <p:to>
                                        <p:strVal val="visible"/>
                                      </p:to>
                                    </p:set>
                                    <p:animEffect transition="in" filter="wipe(left)">
                                      <p:cBhvr>
                                        <p:cTn id="12" dur="500"/>
                                        <p:tgtEl>
                                          <p:spTgt spid="460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87"/>
                                        </p:tgtEl>
                                        <p:attrNameLst>
                                          <p:attrName>style.visibility</p:attrName>
                                        </p:attrNameLst>
                                      </p:cBhvr>
                                      <p:to>
                                        <p:strVal val="visible"/>
                                      </p:to>
                                    </p:set>
                                    <p:animEffect transition="in" filter="wipe(left)">
                                      <p:cBhvr>
                                        <p:cTn id="17" dur="500"/>
                                        <p:tgtEl>
                                          <p:spTgt spid="460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6089"/>
                                        </p:tgtEl>
                                        <p:attrNameLst>
                                          <p:attrName>style.visibility</p:attrName>
                                        </p:attrNameLst>
                                      </p:cBhvr>
                                      <p:to>
                                        <p:strVal val="visible"/>
                                      </p:to>
                                    </p:set>
                                    <p:animEffect transition="in" filter="wipe(left)">
                                      <p:cBhvr>
                                        <p:cTn id="22" dur="500"/>
                                        <p:tgtEl>
                                          <p:spTgt spid="460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6086"/>
                                        </p:tgtEl>
                                        <p:attrNameLst>
                                          <p:attrName>style.visibility</p:attrName>
                                        </p:attrNameLst>
                                      </p:cBhvr>
                                      <p:to>
                                        <p:strVal val="visible"/>
                                      </p:to>
                                    </p:set>
                                    <p:animEffect transition="in" filter="wipe(left)">
                                      <p:cBhvr>
                                        <p:cTn id="27" dur="500"/>
                                        <p:tgtEl>
                                          <p:spTgt spid="4608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6088"/>
                                        </p:tgtEl>
                                        <p:attrNameLst>
                                          <p:attrName>style.visibility</p:attrName>
                                        </p:attrNameLst>
                                      </p:cBhvr>
                                      <p:to>
                                        <p:strVal val="visible"/>
                                      </p:to>
                                    </p:set>
                                    <p:animEffect transition="in" filter="wipe(left)">
                                      <p:cBhvr>
                                        <p:cTn id="32" dur="500"/>
                                        <p:tgtEl>
                                          <p:spTgt spid="4608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6096"/>
                                        </p:tgtEl>
                                        <p:attrNameLst>
                                          <p:attrName>style.visibility</p:attrName>
                                        </p:attrNameLst>
                                      </p:cBhvr>
                                      <p:to>
                                        <p:strVal val="visible"/>
                                      </p:to>
                                    </p:set>
                                    <p:animEffect transition="in" filter="wipe(left)">
                                      <p:cBhvr>
                                        <p:cTn id="37" dur="500"/>
                                        <p:tgtEl>
                                          <p:spTgt spid="4609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6095"/>
                                        </p:tgtEl>
                                        <p:attrNameLst>
                                          <p:attrName>style.visibility</p:attrName>
                                        </p:attrNameLst>
                                      </p:cBhvr>
                                      <p:to>
                                        <p:strVal val="visible"/>
                                      </p:to>
                                    </p:set>
                                    <p:animEffect transition="in" filter="wipe(left)">
                                      <p:cBhvr>
                                        <p:cTn id="42" dur="500"/>
                                        <p:tgtEl>
                                          <p:spTgt spid="4609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6094"/>
                                        </p:tgtEl>
                                        <p:attrNameLst>
                                          <p:attrName>style.visibility</p:attrName>
                                        </p:attrNameLst>
                                      </p:cBhvr>
                                      <p:to>
                                        <p:strVal val="visible"/>
                                      </p:to>
                                    </p:set>
                                    <p:animEffect transition="in" filter="wipe(left)">
                                      <p:cBhvr>
                                        <p:cTn id="47" dur="500"/>
                                        <p:tgtEl>
                                          <p:spTgt spid="4609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6097"/>
                                        </p:tgtEl>
                                        <p:attrNameLst>
                                          <p:attrName>style.visibility</p:attrName>
                                        </p:attrNameLst>
                                      </p:cBhvr>
                                      <p:to>
                                        <p:strVal val="visible"/>
                                      </p:to>
                                    </p:set>
                                    <p:animEffect transition="in" filter="wipe(left)">
                                      <p:cBhvr>
                                        <p:cTn id="52" dur="500"/>
                                        <p:tgtEl>
                                          <p:spTgt spid="4609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6093"/>
                                        </p:tgtEl>
                                        <p:attrNameLst>
                                          <p:attrName>style.visibility</p:attrName>
                                        </p:attrNameLst>
                                      </p:cBhvr>
                                      <p:to>
                                        <p:strVal val="visible"/>
                                      </p:to>
                                    </p:set>
                                    <p:animEffect transition="in" filter="wipe(left)">
                                      <p:cBhvr>
                                        <p:cTn id="57" dur="500"/>
                                        <p:tgtEl>
                                          <p:spTgt spid="4609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6098"/>
                                        </p:tgtEl>
                                        <p:attrNameLst>
                                          <p:attrName>style.visibility</p:attrName>
                                        </p:attrNameLst>
                                      </p:cBhvr>
                                      <p:to>
                                        <p:strVal val="visible"/>
                                      </p:to>
                                    </p:set>
                                    <p:animEffect transition="in" filter="wipe(left)">
                                      <p:cBhvr>
                                        <p:cTn id="62" dur="500"/>
                                        <p:tgtEl>
                                          <p:spTgt spid="46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7" grpId="0"/>
      <p:bldP spid="4609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矩形 47105"/>
          <p:cNvSpPr/>
          <p:nvPr/>
        </p:nvSpPr>
        <p:spPr>
          <a:xfrm>
            <a:off x="468313" y="3386138"/>
            <a:ext cx="5010150" cy="519112"/>
          </a:xfrm>
          <a:prstGeom prst="rect">
            <a:avLst/>
          </a:prstGeom>
          <a:noFill/>
          <a:ln w="9525">
            <a:noFill/>
          </a:ln>
        </p:spPr>
        <p:txBody>
          <a:bodyPr wrap="none" anchor="ctr">
            <a:spAutoFit/>
          </a:bodyPr>
          <a:p>
            <a:pPr eaLnBrk="0" hangingPunct="0"/>
            <a:r>
              <a:rPr lang="zh-CN" altLang="en-US" sz="2800" b="1">
                <a:solidFill>
                  <a:srgbClr val="FFFF00"/>
                </a:solidFill>
                <a:latin typeface="楷体_GB2312" pitchFamily="1" charset="-122"/>
                <a:ea typeface="楷体_GB2312" pitchFamily="1" charset="-122"/>
              </a:rPr>
              <a:t>更新粒子的速度和位置：     </a:t>
            </a:r>
            <a:endParaRPr lang="zh-CN" altLang="en-US" sz="2800" b="1">
              <a:solidFill>
                <a:srgbClr val="FFFF00"/>
              </a:solidFill>
              <a:latin typeface="楷体_GB2312" pitchFamily="1" charset="-122"/>
              <a:ea typeface="楷体_GB2312" pitchFamily="1" charset="-122"/>
            </a:endParaRPr>
          </a:p>
        </p:txBody>
      </p:sp>
      <p:graphicFrame>
        <p:nvGraphicFramePr>
          <p:cNvPr id="47107" name="对象 47106"/>
          <p:cNvGraphicFramePr>
            <a:graphicFrameLocks noChangeAspect="1"/>
          </p:cNvGraphicFramePr>
          <p:nvPr/>
        </p:nvGraphicFramePr>
        <p:xfrm>
          <a:off x="2395538" y="4979988"/>
          <a:ext cx="5272087" cy="550862"/>
        </p:xfrm>
        <a:graphic>
          <a:graphicData uri="http://schemas.openxmlformats.org/presentationml/2006/ole">
            <mc:AlternateContent xmlns:mc="http://schemas.openxmlformats.org/markup-compatibility/2006">
              <mc:Choice xmlns:v="urn:schemas-microsoft-com:vml" Requires="v">
                <p:oleObj spid="_x0000_s3194" name="" r:id="rId1" imgW="2310130" imgH="241300" progId="Equation.DSMT4">
                  <p:embed/>
                </p:oleObj>
              </mc:Choice>
              <mc:Fallback>
                <p:oleObj name="" r:id="rId1" imgW="2310130" imgH="241300" progId="Equation.DSMT4">
                  <p:embed/>
                  <p:pic>
                    <p:nvPicPr>
                      <p:cNvPr id="0" name="图片 3193"/>
                      <p:cNvPicPr/>
                      <p:nvPr/>
                    </p:nvPicPr>
                    <p:blipFill>
                      <a:blip r:embed="rId2"/>
                      <a:stretch>
                        <a:fillRect/>
                      </a:stretch>
                    </p:blipFill>
                    <p:spPr>
                      <a:xfrm>
                        <a:off x="2395538" y="4979988"/>
                        <a:ext cx="5272087" cy="550862"/>
                      </a:xfrm>
                      <a:prstGeom prst="rect">
                        <a:avLst/>
                      </a:prstGeom>
                      <a:noFill/>
                      <a:ln w="38100">
                        <a:noFill/>
                        <a:miter/>
                      </a:ln>
                    </p:spPr>
                  </p:pic>
                </p:oleObj>
              </mc:Fallback>
            </mc:AlternateContent>
          </a:graphicData>
        </a:graphic>
      </p:graphicFrame>
      <p:graphicFrame>
        <p:nvGraphicFramePr>
          <p:cNvPr id="47108" name="对象 47107"/>
          <p:cNvGraphicFramePr>
            <a:graphicFrameLocks noChangeAspect="1"/>
          </p:cNvGraphicFramePr>
          <p:nvPr/>
        </p:nvGraphicFramePr>
        <p:xfrm>
          <a:off x="2408238" y="5643563"/>
          <a:ext cx="2143125" cy="522287"/>
        </p:xfrm>
        <a:graphic>
          <a:graphicData uri="http://schemas.openxmlformats.org/presentationml/2006/ole">
            <mc:AlternateContent xmlns:mc="http://schemas.openxmlformats.org/markup-compatibility/2006">
              <mc:Choice xmlns:v="urn:schemas-microsoft-com:vml" Requires="v">
                <p:oleObj spid="_x0000_s3187" name="" r:id="rId3" imgW="941705" imgH="229235" progId="Equation.DSMT4">
                  <p:embed/>
                </p:oleObj>
              </mc:Choice>
              <mc:Fallback>
                <p:oleObj name="" r:id="rId3" imgW="941705" imgH="229235" progId="Equation.DSMT4">
                  <p:embed/>
                  <p:pic>
                    <p:nvPicPr>
                      <p:cNvPr id="0" name="图片 3186"/>
                      <p:cNvPicPr/>
                      <p:nvPr/>
                    </p:nvPicPr>
                    <p:blipFill>
                      <a:blip r:embed="rId4"/>
                      <a:stretch>
                        <a:fillRect/>
                      </a:stretch>
                    </p:blipFill>
                    <p:spPr>
                      <a:xfrm>
                        <a:off x="2408238" y="5643563"/>
                        <a:ext cx="2143125" cy="522287"/>
                      </a:xfrm>
                      <a:prstGeom prst="rect">
                        <a:avLst/>
                      </a:prstGeom>
                      <a:noFill/>
                      <a:ln w="38100">
                        <a:noFill/>
                        <a:miter/>
                      </a:ln>
                    </p:spPr>
                  </p:pic>
                </p:oleObj>
              </mc:Fallback>
            </mc:AlternateContent>
          </a:graphicData>
        </a:graphic>
      </p:graphicFrame>
      <p:grpSp>
        <p:nvGrpSpPr>
          <p:cNvPr id="47109" name="组合 47108"/>
          <p:cNvGrpSpPr/>
          <p:nvPr/>
        </p:nvGrpSpPr>
        <p:grpSpPr>
          <a:xfrm>
            <a:off x="539750" y="4121150"/>
            <a:ext cx="8428038" cy="522288"/>
            <a:chOff x="0" y="0"/>
            <a:chExt cx="5309" cy="329"/>
          </a:xfrm>
        </p:grpSpPr>
        <p:grpSp>
          <p:nvGrpSpPr>
            <p:cNvPr id="47110" name="组合 47109"/>
            <p:cNvGrpSpPr/>
            <p:nvPr/>
          </p:nvGrpSpPr>
          <p:grpSpPr>
            <a:xfrm>
              <a:off x="0" y="0"/>
              <a:ext cx="2029" cy="329"/>
              <a:chOff x="0" y="0"/>
              <a:chExt cx="2029" cy="329"/>
            </a:xfrm>
          </p:grpSpPr>
          <p:graphicFrame>
            <p:nvGraphicFramePr>
              <p:cNvPr id="47111" name="对象 47110"/>
              <p:cNvGraphicFramePr>
                <a:graphicFrameLocks noChangeAspect="1"/>
              </p:cNvGraphicFramePr>
              <p:nvPr/>
            </p:nvGraphicFramePr>
            <p:xfrm>
              <a:off x="1080" y="0"/>
              <a:ext cx="949" cy="329"/>
            </p:xfrm>
            <a:graphic>
              <a:graphicData uri="http://schemas.openxmlformats.org/presentationml/2006/ole">
                <mc:AlternateContent xmlns:mc="http://schemas.openxmlformats.org/markup-compatibility/2006">
                  <mc:Choice xmlns:v="urn:schemas-microsoft-com:vml" Requires="v">
                    <p:oleObj spid="_x0000_s3193" name="" r:id="rId5" imgW="661035" imgH="228600" progId="Equation.DSMT4">
                      <p:embed/>
                    </p:oleObj>
                  </mc:Choice>
                  <mc:Fallback>
                    <p:oleObj name="" r:id="rId5" imgW="661035" imgH="228600" progId="Equation.DSMT4">
                      <p:embed/>
                      <p:pic>
                        <p:nvPicPr>
                          <p:cNvPr id="0" name="图片 3192"/>
                          <p:cNvPicPr/>
                          <p:nvPr/>
                        </p:nvPicPr>
                        <p:blipFill>
                          <a:blip r:embed="rId6">
                            <a:lum bright="100000"/>
                          </a:blip>
                          <a:stretch>
                            <a:fillRect/>
                          </a:stretch>
                        </p:blipFill>
                        <p:spPr>
                          <a:xfrm>
                            <a:off x="1080" y="0"/>
                            <a:ext cx="949" cy="329"/>
                          </a:xfrm>
                          <a:prstGeom prst="rect">
                            <a:avLst/>
                          </a:prstGeom>
                          <a:noFill/>
                          <a:ln w="38100">
                            <a:noFill/>
                            <a:miter/>
                          </a:ln>
                        </p:spPr>
                      </p:pic>
                    </p:oleObj>
                  </mc:Fallback>
                </mc:AlternateContent>
              </a:graphicData>
            </a:graphic>
          </p:graphicFrame>
          <p:graphicFrame>
            <p:nvGraphicFramePr>
              <p:cNvPr id="47112" name="对象 47111"/>
              <p:cNvGraphicFramePr>
                <a:graphicFrameLocks noChangeAspect="1"/>
              </p:cNvGraphicFramePr>
              <p:nvPr/>
            </p:nvGraphicFramePr>
            <p:xfrm>
              <a:off x="318" y="0"/>
              <a:ext cx="529" cy="329"/>
            </p:xfrm>
            <a:graphic>
              <a:graphicData uri="http://schemas.openxmlformats.org/presentationml/2006/ole">
                <mc:AlternateContent xmlns:mc="http://schemas.openxmlformats.org/markup-compatibility/2006">
                  <mc:Choice xmlns:v="urn:schemas-microsoft-com:vml" Requires="v">
                    <p:oleObj spid="_x0000_s3188" name="" r:id="rId7" imgW="369570" imgH="229235" progId="Equation.DSMT4">
                      <p:embed/>
                    </p:oleObj>
                  </mc:Choice>
                  <mc:Fallback>
                    <p:oleObj name="" r:id="rId7" imgW="369570" imgH="229235" progId="Equation.DSMT4">
                      <p:embed/>
                      <p:pic>
                        <p:nvPicPr>
                          <p:cNvPr id="0" name="图片 3187"/>
                          <p:cNvPicPr/>
                          <p:nvPr/>
                        </p:nvPicPr>
                        <p:blipFill>
                          <a:blip r:embed="rId8">
                            <a:lum bright="100000"/>
                          </a:blip>
                          <a:stretch>
                            <a:fillRect/>
                          </a:stretch>
                        </p:blipFill>
                        <p:spPr>
                          <a:xfrm>
                            <a:off x="318" y="0"/>
                            <a:ext cx="529" cy="329"/>
                          </a:xfrm>
                          <a:prstGeom prst="rect">
                            <a:avLst/>
                          </a:prstGeom>
                          <a:noFill/>
                          <a:ln w="38100">
                            <a:noFill/>
                            <a:miter/>
                          </a:ln>
                        </p:spPr>
                      </p:pic>
                    </p:oleObj>
                  </mc:Fallback>
                </mc:AlternateContent>
              </a:graphicData>
            </a:graphic>
          </p:graphicFrame>
          <p:sp>
            <p:nvSpPr>
              <p:cNvPr id="47113" name="矩形 47112"/>
              <p:cNvSpPr/>
              <p:nvPr/>
            </p:nvSpPr>
            <p:spPr>
              <a:xfrm>
                <a:off x="0" y="0"/>
                <a:ext cx="1434" cy="327"/>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取          ，    </a:t>
                </a:r>
                <a:endParaRPr lang="zh-CN" altLang="en-US" sz="2800" b="1">
                  <a:solidFill>
                    <a:schemeClr val="bg1"/>
                  </a:solidFill>
                  <a:latin typeface="Arial" panose="020B0604020202020204" pitchFamily="34" charset="0"/>
                  <a:ea typeface="楷体_GB2312" pitchFamily="1" charset="-122"/>
                </a:endParaRPr>
              </a:p>
            </p:txBody>
          </p:sp>
        </p:grpSp>
        <p:sp>
          <p:nvSpPr>
            <p:cNvPr id="47114" name="矩形 47113"/>
            <p:cNvSpPr/>
            <p:nvPr/>
          </p:nvSpPr>
          <p:spPr>
            <a:xfrm>
              <a:off x="1896" y="0"/>
              <a:ext cx="3413" cy="327"/>
            </a:xfrm>
            <a:prstGeom prst="rect">
              <a:avLst/>
            </a:prstGeom>
            <a:noFill/>
            <a:ln w="9525">
              <a:noFill/>
            </a:ln>
          </p:spPr>
          <p:txBody>
            <a:bodyPr wrap="none" anchor="t">
              <a:spAutoFit/>
            </a:bodyPr>
            <a:p>
              <a:pPr eaLnBrk="0" hangingPunct="0"/>
              <a:r>
                <a:rPr lang="en-US" altLang="zh-CN" sz="2800" b="1">
                  <a:solidFill>
                    <a:schemeClr val="bg1"/>
                  </a:solidFill>
                  <a:latin typeface="Arial" panose="020B0604020202020204" pitchFamily="34" charset="0"/>
                  <a:ea typeface="楷体_GB2312" pitchFamily="1" charset="-122"/>
                </a:rPr>
                <a:t> , </a:t>
              </a:r>
              <a:r>
                <a:rPr lang="zh-CN" altLang="en-US" sz="2800" b="1">
                  <a:solidFill>
                    <a:schemeClr val="bg1"/>
                  </a:solidFill>
                  <a:latin typeface="Arial" panose="020B0604020202020204" pitchFamily="34" charset="0"/>
                  <a:ea typeface="楷体_GB2312" pitchFamily="1" charset="-122"/>
                </a:rPr>
                <a:t>得到速度和位置的更新函数为   </a:t>
              </a:r>
              <a:endParaRPr lang="zh-CN" altLang="en-US" sz="2800" b="1">
                <a:solidFill>
                  <a:schemeClr val="bg1"/>
                </a:solidFill>
                <a:latin typeface="Arial" panose="020B0604020202020204" pitchFamily="34" charset="0"/>
                <a:ea typeface="楷体_GB2312" pitchFamily="1" charset="-122"/>
              </a:endParaRPr>
            </a:p>
          </p:txBody>
        </p:sp>
      </p:grpSp>
      <p:sp>
        <p:nvSpPr>
          <p:cNvPr id="47115" name="矩形 47114"/>
          <p:cNvSpPr/>
          <p:nvPr/>
        </p:nvSpPr>
        <p:spPr>
          <a:xfrm>
            <a:off x="985838" y="1190625"/>
            <a:ext cx="2265362"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7116" name="对象 47115"/>
          <p:cNvGraphicFramePr>
            <a:graphicFrameLocks noChangeAspect="1"/>
          </p:cNvGraphicFramePr>
          <p:nvPr/>
        </p:nvGraphicFramePr>
        <p:xfrm>
          <a:off x="2774950" y="1179513"/>
          <a:ext cx="4086225" cy="550862"/>
        </p:xfrm>
        <a:graphic>
          <a:graphicData uri="http://schemas.openxmlformats.org/presentationml/2006/ole">
            <mc:AlternateContent xmlns:mc="http://schemas.openxmlformats.org/markup-compatibility/2006">
              <mc:Choice xmlns:v="urn:schemas-microsoft-com:vml" Requires="v">
                <p:oleObj spid="_x0000_s3196" name="" r:id="rId9" imgW="1790065" imgH="241300" progId="Equation.DSMT4">
                  <p:embed/>
                </p:oleObj>
              </mc:Choice>
              <mc:Fallback>
                <p:oleObj name="" r:id="rId9" imgW="1790065" imgH="241300" progId="Equation.DSMT4">
                  <p:embed/>
                  <p:pic>
                    <p:nvPicPr>
                      <p:cNvPr id="0" name="图片 3195"/>
                      <p:cNvPicPr/>
                      <p:nvPr/>
                    </p:nvPicPr>
                    <p:blipFill>
                      <a:blip r:embed="rId10">
                        <a:lum bright="100000"/>
                      </a:blip>
                      <a:stretch>
                        <a:fillRect/>
                      </a:stretch>
                    </p:blipFill>
                    <p:spPr>
                      <a:xfrm>
                        <a:off x="2774950" y="1179513"/>
                        <a:ext cx="4086225" cy="550862"/>
                      </a:xfrm>
                      <a:prstGeom prst="rect">
                        <a:avLst/>
                      </a:prstGeom>
                      <a:noFill/>
                      <a:ln w="38100">
                        <a:noFill/>
                        <a:miter/>
                      </a:ln>
                    </p:spPr>
                  </p:pic>
                </p:oleObj>
              </mc:Fallback>
            </mc:AlternateContent>
          </a:graphicData>
        </a:graphic>
      </p:graphicFrame>
      <p:sp>
        <p:nvSpPr>
          <p:cNvPr id="47117" name="矩形 47116"/>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7118" name="对象 47117"/>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197" name="" r:id="rId11" imgW="1891665" imgH="241300" progId="Equation.DSMT4">
                  <p:embed/>
                </p:oleObj>
              </mc:Choice>
              <mc:Fallback>
                <p:oleObj name="" r:id="rId11" imgW="1891665" imgH="241300" progId="Equation.DSMT4">
                  <p:embed/>
                  <p:pic>
                    <p:nvPicPr>
                      <p:cNvPr id="0" name="图片 3196"/>
                      <p:cNvPicPr/>
                      <p:nvPr/>
                    </p:nvPicPr>
                    <p:blipFill>
                      <a:blip r:embed="rId12">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sp>
        <p:nvSpPr>
          <p:cNvPr id="47119" name="矩形 47118"/>
          <p:cNvSpPr/>
          <p:nvPr/>
        </p:nvSpPr>
        <p:spPr>
          <a:xfrm>
            <a:off x="468313" y="1938338"/>
            <a:ext cx="357981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群体历史最优解：   </a:t>
            </a:r>
            <a:endParaRPr lang="zh-CN" altLang="en-US" sz="2800" b="1">
              <a:solidFill>
                <a:schemeClr val="bg1"/>
              </a:solidFill>
              <a:latin typeface="楷体_GB2312" pitchFamily="1" charset="-122"/>
              <a:ea typeface="楷体_GB2312" pitchFamily="1" charset="-122"/>
            </a:endParaRPr>
          </a:p>
        </p:txBody>
      </p:sp>
      <p:graphicFrame>
        <p:nvGraphicFramePr>
          <p:cNvPr id="47120" name="对象 47119"/>
          <p:cNvGraphicFramePr>
            <a:graphicFrameLocks noChangeAspect="1"/>
          </p:cNvGraphicFramePr>
          <p:nvPr/>
        </p:nvGraphicFramePr>
        <p:xfrm>
          <a:off x="3276600" y="1917700"/>
          <a:ext cx="1331913" cy="581025"/>
        </p:xfrm>
        <a:graphic>
          <a:graphicData uri="http://schemas.openxmlformats.org/presentationml/2006/ole">
            <mc:AlternateContent xmlns:mc="http://schemas.openxmlformats.org/markup-compatibility/2006">
              <mc:Choice xmlns:v="urn:schemas-microsoft-com:vml" Requires="v">
                <p:oleObj spid="_x0000_s3192" name="" r:id="rId13" imgW="584835" imgH="254000" progId="Equation.DSMT4">
                  <p:embed/>
                </p:oleObj>
              </mc:Choice>
              <mc:Fallback>
                <p:oleObj name="" r:id="rId13" imgW="584835" imgH="254000" progId="Equation.DSMT4">
                  <p:embed/>
                  <p:pic>
                    <p:nvPicPr>
                      <p:cNvPr id="0" name="图片 3191"/>
                      <p:cNvPicPr/>
                      <p:nvPr/>
                    </p:nvPicPr>
                    <p:blipFill>
                      <a:blip r:embed="rId14"/>
                      <a:stretch>
                        <a:fillRect/>
                      </a:stretch>
                    </p:blipFill>
                    <p:spPr>
                      <a:xfrm>
                        <a:off x="3276600" y="1917700"/>
                        <a:ext cx="1331913" cy="581025"/>
                      </a:xfrm>
                      <a:prstGeom prst="rect">
                        <a:avLst/>
                      </a:prstGeom>
                      <a:noFill/>
                      <a:ln w="38100">
                        <a:noFill/>
                        <a:miter/>
                      </a:ln>
                    </p:spPr>
                  </p:pic>
                </p:oleObj>
              </mc:Fallback>
            </mc:AlternateContent>
          </a:graphicData>
        </a:graphic>
      </p:graphicFrame>
      <p:graphicFrame>
        <p:nvGraphicFramePr>
          <p:cNvPr id="47121" name="对象 47120"/>
          <p:cNvGraphicFramePr>
            <a:graphicFrameLocks noChangeAspect="1"/>
          </p:cNvGraphicFramePr>
          <p:nvPr/>
        </p:nvGraphicFramePr>
        <p:xfrm>
          <a:off x="3319463" y="2541588"/>
          <a:ext cx="3241675" cy="550862"/>
        </p:xfrm>
        <a:graphic>
          <a:graphicData uri="http://schemas.openxmlformats.org/presentationml/2006/ole">
            <mc:AlternateContent xmlns:mc="http://schemas.openxmlformats.org/markup-compatibility/2006">
              <mc:Choice xmlns:v="urn:schemas-microsoft-com:vml" Requires="v">
                <p:oleObj spid="_x0000_s3184" name="" r:id="rId15" imgW="1424305" imgH="241300" progId="Equation.DSMT4">
                  <p:embed/>
                </p:oleObj>
              </mc:Choice>
              <mc:Fallback>
                <p:oleObj name="" r:id="rId15" imgW="1424305" imgH="241300" progId="Equation.DSMT4">
                  <p:embed/>
                  <p:pic>
                    <p:nvPicPr>
                      <p:cNvPr id="0" name="图片 3183"/>
                      <p:cNvPicPr/>
                      <p:nvPr/>
                    </p:nvPicPr>
                    <p:blipFill>
                      <a:blip r:embed="rId16"/>
                      <a:stretch>
                        <a:fillRect/>
                      </a:stretch>
                    </p:blipFill>
                    <p:spPr>
                      <a:xfrm>
                        <a:off x="3319463" y="2541588"/>
                        <a:ext cx="3241675" cy="550862"/>
                      </a:xfrm>
                      <a:prstGeom prst="rect">
                        <a:avLst/>
                      </a:prstGeom>
                      <a:noFill/>
                      <a:ln w="38100">
                        <a:noFill/>
                        <a:miter/>
                      </a:ln>
                    </p:spPr>
                  </p:pic>
                </p:oleObj>
              </mc:Fallback>
            </mc:AlternateContent>
          </a:graphicData>
        </a:graphic>
      </p:graphicFrame>
      <p:sp>
        <p:nvSpPr>
          <p:cNvPr id="47122" name="矩形 47121"/>
          <p:cNvSpPr/>
          <p:nvPr/>
        </p:nvSpPr>
        <p:spPr>
          <a:xfrm>
            <a:off x="468313" y="2543175"/>
            <a:ext cx="3579812" cy="519113"/>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个体历史最优解：   </a:t>
            </a:r>
            <a:endParaRPr lang="zh-CN" altLang="en-US" sz="2800" b="1">
              <a:solidFill>
                <a:schemeClr val="bg1"/>
              </a:solidFill>
              <a:latin typeface="楷体_GB2312" pitchFamily="1" charset="-122"/>
              <a:ea typeface="楷体_GB2312" pitchFamily="1"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19"/>
                                        </p:tgtEl>
                                        <p:attrNameLst>
                                          <p:attrName>style.visibility</p:attrName>
                                        </p:attrNameLst>
                                      </p:cBhvr>
                                      <p:to>
                                        <p:strVal val="visible"/>
                                      </p:to>
                                    </p:set>
                                    <p:animEffect transition="in" filter="wipe(left)">
                                      <p:cBhvr>
                                        <p:cTn id="7" dur="500"/>
                                        <p:tgtEl>
                                          <p:spTgt spid="471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120"/>
                                        </p:tgtEl>
                                        <p:attrNameLst>
                                          <p:attrName>style.visibility</p:attrName>
                                        </p:attrNameLst>
                                      </p:cBhvr>
                                      <p:to>
                                        <p:strVal val="visible"/>
                                      </p:to>
                                    </p:set>
                                    <p:animEffect transition="in" filter="wipe(left)">
                                      <p:cBhvr>
                                        <p:cTn id="12" dur="500"/>
                                        <p:tgtEl>
                                          <p:spTgt spid="471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22"/>
                                        </p:tgtEl>
                                        <p:attrNameLst>
                                          <p:attrName>style.visibility</p:attrName>
                                        </p:attrNameLst>
                                      </p:cBhvr>
                                      <p:to>
                                        <p:strVal val="visible"/>
                                      </p:to>
                                    </p:set>
                                    <p:animEffect transition="in" filter="wipe(left)">
                                      <p:cBhvr>
                                        <p:cTn id="17" dur="500"/>
                                        <p:tgtEl>
                                          <p:spTgt spid="471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7121"/>
                                        </p:tgtEl>
                                        <p:attrNameLst>
                                          <p:attrName>style.visibility</p:attrName>
                                        </p:attrNameLst>
                                      </p:cBhvr>
                                      <p:to>
                                        <p:strVal val="visible"/>
                                      </p:to>
                                    </p:set>
                                    <p:animEffect transition="in" filter="wipe(left)">
                                      <p:cBhvr>
                                        <p:cTn id="22" dur="500"/>
                                        <p:tgtEl>
                                          <p:spTgt spid="471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7106"/>
                                        </p:tgtEl>
                                        <p:attrNameLst>
                                          <p:attrName>style.visibility</p:attrName>
                                        </p:attrNameLst>
                                      </p:cBhvr>
                                      <p:to>
                                        <p:strVal val="visible"/>
                                      </p:to>
                                    </p:set>
                                    <p:animEffect transition="in" filter="wipe(left)">
                                      <p:cBhvr>
                                        <p:cTn id="27" dur="500"/>
                                        <p:tgtEl>
                                          <p:spTgt spid="4710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7109"/>
                                        </p:tgtEl>
                                        <p:attrNameLst>
                                          <p:attrName>style.visibility</p:attrName>
                                        </p:attrNameLst>
                                      </p:cBhvr>
                                      <p:to>
                                        <p:strVal val="visible"/>
                                      </p:to>
                                    </p:set>
                                    <p:animEffect transition="in" filter="wipe(left)">
                                      <p:cBhvr>
                                        <p:cTn id="32" dur="500"/>
                                        <p:tgtEl>
                                          <p:spTgt spid="4710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7107"/>
                                        </p:tgtEl>
                                        <p:attrNameLst>
                                          <p:attrName>style.visibility</p:attrName>
                                        </p:attrNameLst>
                                      </p:cBhvr>
                                      <p:to>
                                        <p:strVal val="visible"/>
                                      </p:to>
                                    </p:set>
                                    <p:animEffect transition="in" filter="wipe(left)">
                                      <p:cBhvr>
                                        <p:cTn id="37" dur="500"/>
                                        <p:tgtEl>
                                          <p:spTgt spid="4710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7108"/>
                                        </p:tgtEl>
                                        <p:attrNameLst>
                                          <p:attrName>style.visibility</p:attrName>
                                        </p:attrNameLst>
                                      </p:cBhvr>
                                      <p:to>
                                        <p:strVal val="visible"/>
                                      </p:to>
                                    </p:set>
                                    <p:animEffect transition="in" filter="wipe(left)">
                                      <p:cBhvr>
                                        <p:cTn id="42" dur="5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P spid="47119" grpId="0"/>
      <p:bldP spid="4712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8130" name="对象 48129"/>
          <p:cNvGraphicFramePr>
            <a:graphicFrameLocks noChangeAspect="1"/>
          </p:cNvGraphicFramePr>
          <p:nvPr/>
        </p:nvGraphicFramePr>
        <p:xfrm>
          <a:off x="971550" y="3644900"/>
          <a:ext cx="6748463" cy="550863"/>
        </p:xfrm>
        <a:graphic>
          <a:graphicData uri="http://schemas.openxmlformats.org/presentationml/2006/ole">
            <mc:AlternateContent xmlns:mc="http://schemas.openxmlformats.org/markup-compatibility/2006">
              <mc:Choice xmlns:v="urn:schemas-microsoft-com:vml" Requires="v">
                <p:oleObj spid="_x0000_s3185" name="" r:id="rId1" imgW="2957830" imgH="241300" progId="Equation.DSMT4">
                  <p:embed/>
                </p:oleObj>
              </mc:Choice>
              <mc:Fallback>
                <p:oleObj name="" r:id="rId1" imgW="2957830" imgH="241300" progId="Equation.DSMT4">
                  <p:embed/>
                  <p:pic>
                    <p:nvPicPr>
                      <p:cNvPr id="0" name="图片 3184"/>
                      <p:cNvPicPr/>
                      <p:nvPr/>
                    </p:nvPicPr>
                    <p:blipFill>
                      <a:blip r:embed="rId2">
                        <a:lum bright="100000"/>
                      </a:blip>
                      <a:stretch>
                        <a:fillRect/>
                      </a:stretch>
                    </p:blipFill>
                    <p:spPr>
                      <a:xfrm>
                        <a:off x="971550" y="3644900"/>
                        <a:ext cx="6748463" cy="550863"/>
                      </a:xfrm>
                      <a:prstGeom prst="rect">
                        <a:avLst/>
                      </a:prstGeom>
                      <a:noFill/>
                      <a:ln w="38100">
                        <a:noFill/>
                        <a:miter/>
                      </a:ln>
                    </p:spPr>
                  </p:pic>
                </p:oleObj>
              </mc:Fallback>
            </mc:AlternateContent>
          </a:graphicData>
        </a:graphic>
      </p:graphicFrame>
      <p:graphicFrame>
        <p:nvGraphicFramePr>
          <p:cNvPr id="48131" name="对象 48130"/>
          <p:cNvGraphicFramePr>
            <a:graphicFrameLocks noChangeAspect="1"/>
          </p:cNvGraphicFramePr>
          <p:nvPr/>
        </p:nvGraphicFramePr>
        <p:xfrm>
          <a:off x="963613" y="4119563"/>
          <a:ext cx="6834187" cy="550862"/>
        </p:xfrm>
        <a:graphic>
          <a:graphicData uri="http://schemas.openxmlformats.org/presentationml/2006/ole">
            <mc:AlternateContent xmlns:mc="http://schemas.openxmlformats.org/markup-compatibility/2006">
              <mc:Choice xmlns:v="urn:schemas-microsoft-com:vml" Requires="v">
                <p:oleObj spid="_x0000_s3211" name="" r:id="rId3" imgW="2995930" imgH="241300" progId="Equation.DSMT4">
                  <p:embed/>
                </p:oleObj>
              </mc:Choice>
              <mc:Fallback>
                <p:oleObj name="" r:id="rId3" imgW="2995930" imgH="241300" progId="Equation.DSMT4">
                  <p:embed/>
                  <p:pic>
                    <p:nvPicPr>
                      <p:cNvPr id="0" name="图片 3210"/>
                      <p:cNvPicPr/>
                      <p:nvPr/>
                    </p:nvPicPr>
                    <p:blipFill>
                      <a:blip r:embed="rId4">
                        <a:lum bright="100000"/>
                      </a:blip>
                      <a:stretch>
                        <a:fillRect/>
                      </a:stretch>
                    </p:blipFill>
                    <p:spPr>
                      <a:xfrm>
                        <a:off x="963613" y="4119563"/>
                        <a:ext cx="6834187" cy="550862"/>
                      </a:xfrm>
                      <a:prstGeom prst="rect">
                        <a:avLst/>
                      </a:prstGeom>
                      <a:noFill/>
                      <a:ln w="38100">
                        <a:noFill/>
                        <a:miter/>
                      </a:ln>
                    </p:spPr>
                  </p:pic>
                </p:oleObj>
              </mc:Fallback>
            </mc:AlternateContent>
          </a:graphicData>
        </a:graphic>
      </p:graphicFrame>
      <p:sp>
        <p:nvSpPr>
          <p:cNvPr id="48132" name="矩形 48131"/>
          <p:cNvSpPr/>
          <p:nvPr/>
        </p:nvSpPr>
        <p:spPr>
          <a:xfrm>
            <a:off x="539750" y="3068638"/>
            <a:ext cx="2684463" cy="519112"/>
          </a:xfrm>
          <a:prstGeom prst="rect">
            <a:avLst/>
          </a:prstGeom>
          <a:noFill/>
          <a:ln w="9525">
            <a:noFill/>
          </a:ln>
        </p:spPr>
        <p:txBody>
          <a:bodyPr wrap="none" anchor="t">
            <a:spAutoFit/>
          </a:bodyPr>
          <a:p>
            <a:pPr eaLnBrk="0" hangingPunct="0"/>
            <a:r>
              <a:rPr lang="zh-CN" altLang="en-US" sz="2800" b="1">
                <a:solidFill>
                  <a:srgbClr val="FFFF00"/>
                </a:solidFill>
                <a:latin typeface="Arial" panose="020B0604020202020204" pitchFamily="34" charset="0"/>
                <a:ea typeface="楷体_GB2312" pitchFamily="1" charset="-122"/>
              </a:rPr>
              <a:t>更新速度，得：</a:t>
            </a:r>
            <a:endParaRPr lang="zh-CN" altLang="en-US" sz="2800" b="1">
              <a:solidFill>
                <a:srgbClr val="FFFF00"/>
              </a:solidFill>
              <a:latin typeface="Arial" panose="020B0604020202020204" pitchFamily="34" charset="0"/>
              <a:ea typeface="楷体_GB2312" pitchFamily="1" charset="-122"/>
            </a:endParaRPr>
          </a:p>
        </p:txBody>
      </p:sp>
      <p:graphicFrame>
        <p:nvGraphicFramePr>
          <p:cNvPr id="48133" name="对象 48132"/>
          <p:cNvGraphicFramePr>
            <a:graphicFrameLocks noChangeAspect="1"/>
          </p:cNvGraphicFramePr>
          <p:nvPr/>
        </p:nvGraphicFramePr>
        <p:xfrm>
          <a:off x="971550" y="4624388"/>
          <a:ext cx="6661150" cy="550862"/>
        </p:xfrm>
        <a:graphic>
          <a:graphicData uri="http://schemas.openxmlformats.org/presentationml/2006/ole">
            <mc:AlternateContent xmlns:mc="http://schemas.openxmlformats.org/markup-compatibility/2006">
              <mc:Choice xmlns:v="urn:schemas-microsoft-com:vml" Requires="v">
                <p:oleObj spid="_x0000_s3214" name="" r:id="rId5" imgW="2919730" imgH="241300" progId="Equation.DSMT4">
                  <p:embed/>
                </p:oleObj>
              </mc:Choice>
              <mc:Fallback>
                <p:oleObj name="" r:id="rId5" imgW="2919730" imgH="241300" progId="Equation.DSMT4">
                  <p:embed/>
                  <p:pic>
                    <p:nvPicPr>
                      <p:cNvPr id="0" name="图片 3213"/>
                      <p:cNvPicPr/>
                      <p:nvPr/>
                    </p:nvPicPr>
                    <p:blipFill>
                      <a:blip r:embed="rId6">
                        <a:lum bright="100000"/>
                      </a:blip>
                      <a:stretch>
                        <a:fillRect/>
                      </a:stretch>
                    </p:blipFill>
                    <p:spPr>
                      <a:xfrm>
                        <a:off x="971550" y="4624388"/>
                        <a:ext cx="6661150" cy="550862"/>
                      </a:xfrm>
                      <a:prstGeom prst="rect">
                        <a:avLst/>
                      </a:prstGeom>
                      <a:noFill/>
                      <a:ln w="38100">
                        <a:noFill/>
                        <a:miter/>
                      </a:ln>
                    </p:spPr>
                  </p:pic>
                </p:oleObj>
              </mc:Fallback>
            </mc:AlternateContent>
          </a:graphicData>
        </a:graphic>
      </p:graphicFrame>
      <p:sp>
        <p:nvSpPr>
          <p:cNvPr id="48134" name="矩形 48133"/>
          <p:cNvSpPr/>
          <p:nvPr/>
        </p:nvSpPr>
        <p:spPr>
          <a:xfrm>
            <a:off x="985838" y="1190625"/>
            <a:ext cx="2265362"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8135" name="对象 48134"/>
          <p:cNvGraphicFramePr>
            <a:graphicFrameLocks noChangeAspect="1"/>
          </p:cNvGraphicFramePr>
          <p:nvPr/>
        </p:nvGraphicFramePr>
        <p:xfrm>
          <a:off x="2774950" y="1179513"/>
          <a:ext cx="4086225" cy="550862"/>
        </p:xfrm>
        <a:graphic>
          <a:graphicData uri="http://schemas.openxmlformats.org/presentationml/2006/ole">
            <mc:AlternateContent xmlns:mc="http://schemas.openxmlformats.org/markup-compatibility/2006">
              <mc:Choice xmlns:v="urn:schemas-microsoft-com:vml" Requires="v">
                <p:oleObj spid="_x0000_s3210" name="" r:id="rId7" imgW="1790065" imgH="241300" progId="Equation.DSMT4">
                  <p:embed/>
                </p:oleObj>
              </mc:Choice>
              <mc:Fallback>
                <p:oleObj name="" r:id="rId7" imgW="1790065" imgH="241300" progId="Equation.DSMT4">
                  <p:embed/>
                  <p:pic>
                    <p:nvPicPr>
                      <p:cNvPr id="0" name="图片 3209"/>
                      <p:cNvPicPr/>
                      <p:nvPr/>
                    </p:nvPicPr>
                    <p:blipFill>
                      <a:blip r:embed="rId8">
                        <a:lum bright="100000"/>
                      </a:blip>
                      <a:stretch>
                        <a:fillRect/>
                      </a:stretch>
                    </p:blipFill>
                    <p:spPr>
                      <a:xfrm>
                        <a:off x="2774950" y="1179513"/>
                        <a:ext cx="4086225" cy="550862"/>
                      </a:xfrm>
                      <a:prstGeom prst="rect">
                        <a:avLst/>
                      </a:prstGeom>
                      <a:noFill/>
                      <a:ln w="38100">
                        <a:noFill/>
                        <a:miter/>
                      </a:ln>
                    </p:spPr>
                  </p:pic>
                </p:oleObj>
              </mc:Fallback>
            </mc:AlternateContent>
          </a:graphicData>
        </a:graphic>
      </p:graphicFrame>
      <p:sp>
        <p:nvSpPr>
          <p:cNvPr id="48136" name="矩形 48135"/>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8137" name="对象 48136"/>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201" name="" r:id="rId9" imgW="1891665" imgH="241300" progId="Equation.DSMT4">
                  <p:embed/>
                </p:oleObj>
              </mc:Choice>
              <mc:Fallback>
                <p:oleObj name="" r:id="rId9" imgW="1891665" imgH="241300" progId="Equation.DSMT4">
                  <p:embed/>
                  <p:pic>
                    <p:nvPicPr>
                      <p:cNvPr id="0" name="图片 3200"/>
                      <p:cNvPicPr/>
                      <p:nvPr/>
                    </p:nvPicPr>
                    <p:blipFill>
                      <a:blip r:embed="rId10">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sp>
        <p:nvSpPr>
          <p:cNvPr id="48138" name="矩形 48137"/>
          <p:cNvSpPr/>
          <p:nvPr/>
        </p:nvSpPr>
        <p:spPr>
          <a:xfrm>
            <a:off x="468313" y="1938338"/>
            <a:ext cx="357981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群体历史最优解：   </a:t>
            </a:r>
            <a:endParaRPr lang="zh-CN" altLang="en-US" sz="2800" b="1">
              <a:solidFill>
                <a:schemeClr val="bg1"/>
              </a:solidFill>
              <a:latin typeface="楷体_GB2312" pitchFamily="1" charset="-122"/>
              <a:ea typeface="楷体_GB2312" pitchFamily="1" charset="-122"/>
            </a:endParaRPr>
          </a:p>
        </p:txBody>
      </p:sp>
      <p:graphicFrame>
        <p:nvGraphicFramePr>
          <p:cNvPr id="48139" name="对象 48138"/>
          <p:cNvGraphicFramePr>
            <a:graphicFrameLocks noChangeAspect="1"/>
          </p:cNvGraphicFramePr>
          <p:nvPr/>
        </p:nvGraphicFramePr>
        <p:xfrm>
          <a:off x="3276600" y="1917700"/>
          <a:ext cx="1331913" cy="581025"/>
        </p:xfrm>
        <a:graphic>
          <a:graphicData uri="http://schemas.openxmlformats.org/presentationml/2006/ole">
            <mc:AlternateContent xmlns:mc="http://schemas.openxmlformats.org/markup-compatibility/2006">
              <mc:Choice xmlns:v="urn:schemas-microsoft-com:vml" Requires="v">
                <p:oleObj spid="_x0000_s3203" name="" r:id="rId11" imgW="584835" imgH="254000" progId="Equation.DSMT4">
                  <p:embed/>
                </p:oleObj>
              </mc:Choice>
              <mc:Fallback>
                <p:oleObj name="" r:id="rId11" imgW="584835" imgH="254000" progId="Equation.DSMT4">
                  <p:embed/>
                  <p:pic>
                    <p:nvPicPr>
                      <p:cNvPr id="0" name="图片 3202"/>
                      <p:cNvPicPr/>
                      <p:nvPr/>
                    </p:nvPicPr>
                    <p:blipFill>
                      <a:blip r:embed="rId12"/>
                      <a:stretch>
                        <a:fillRect/>
                      </a:stretch>
                    </p:blipFill>
                    <p:spPr>
                      <a:xfrm>
                        <a:off x="3276600" y="1917700"/>
                        <a:ext cx="1331913" cy="581025"/>
                      </a:xfrm>
                      <a:prstGeom prst="rect">
                        <a:avLst/>
                      </a:prstGeom>
                      <a:noFill/>
                      <a:ln w="38100">
                        <a:noFill/>
                        <a:miter/>
                      </a:ln>
                    </p:spPr>
                  </p:pic>
                </p:oleObj>
              </mc:Fallback>
            </mc:AlternateContent>
          </a:graphicData>
        </a:graphic>
      </p:graphicFrame>
      <p:graphicFrame>
        <p:nvGraphicFramePr>
          <p:cNvPr id="48140" name="对象 48139"/>
          <p:cNvGraphicFramePr>
            <a:graphicFrameLocks noChangeAspect="1"/>
          </p:cNvGraphicFramePr>
          <p:nvPr/>
        </p:nvGraphicFramePr>
        <p:xfrm>
          <a:off x="3319463" y="2541588"/>
          <a:ext cx="3241675" cy="550862"/>
        </p:xfrm>
        <a:graphic>
          <a:graphicData uri="http://schemas.openxmlformats.org/presentationml/2006/ole">
            <mc:AlternateContent xmlns:mc="http://schemas.openxmlformats.org/markup-compatibility/2006">
              <mc:Choice xmlns:v="urn:schemas-microsoft-com:vml" Requires="v">
                <p:oleObj spid="_x0000_s3212" name="" r:id="rId13" imgW="1424305" imgH="241300" progId="Equation.DSMT4">
                  <p:embed/>
                </p:oleObj>
              </mc:Choice>
              <mc:Fallback>
                <p:oleObj name="" r:id="rId13" imgW="1424305" imgH="241300" progId="Equation.DSMT4">
                  <p:embed/>
                  <p:pic>
                    <p:nvPicPr>
                      <p:cNvPr id="0" name="图片 3211"/>
                      <p:cNvPicPr/>
                      <p:nvPr/>
                    </p:nvPicPr>
                    <p:blipFill>
                      <a:blip r:embed="rId14"/>
                      <a:stretch>
                        <a:fillRect/>
                      </a:stretch>
                    </p:blipFill>
                    <p:spPr>
                      <a:xfrm>
                        <a:off x="3319463" y="2541588"/>
                        <a:ext cx="3241675" cy="550862"/>
                      </a:xfrm>
                      <a:prstGeom prst="rect">
                        <a:avLst/>
                      </a:prstGeom>
                      <a:noFill/>
                      <a:ln w="38100">
                        <a:noFill/>
                        <a:miter/>
                      </a:ln>
                    </p:spPr>
                  </p:pic>
                </p:oleObj>
              </mc:Fallback>
            </mc:AlternateContent>
          </a:graphicData>
        </a:graphic>
      </p:graphicFrame>
      <p:sp>
        <p:nvSpPr>
          <p:cNvPr id="48141" name="矩形 48140"/>
          <p:cNvSpPr/>
          <p:nvPr/>
        </p:nvSpPr>
        <p:spPr>
          <a:xfrm>
            <a:off x="468313" y="2543175"/>
            <a:ext cx="3579812" cy="519113"/>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个体历史最优解：   </a:t>
            </a:r>
            <a:endParaRPr lang="zh-CN" altLang="en-US" sz="2800" b="1">
              <a:solidFill>
                <a:schemeClr val="bg1"/>
              </a:solidFill>
              <a:latin typeface="楷体_GB2312" pitchFamily="1" charset="-122"/>
              <a:ea typeface="楷体_GB2312" pitchFamily="1" charset="-122"/>
            </a:endParaRPr>
          </a:p>
        </p:txBody>
      </p:sp>
      <p:graphicFrame>
        <p:nvGraphicFramePr>
          <p:cNvPr id="48142" name="对象 48141"/>
          <p:cNvGraphicFramePr>
            <a:graphicFrameLocks noChangeAspect="1"/>
          </p:cNvGraphicFramePr>
          <p:nvPr/>
        </p:nvGraphicFramePr>
        <p:xfrm>
          <a:off x="1835150" y="6221413"/>
          <a:ext cx="5272088" cy="550862"/>
        </p:xfrm>
        <a:graphic>
          <a:graphicData uri="http://schemas.openxmlformats.org/presentationml/2006/ole">
            <mc:AlternateContent xmlns:mc="http://schemas.openxmlformats.org/markup-compatibility/2006">
              <mc:Choice xmlns:v="urn:schemas-microsoft-com:vml" Requires="v">
                <p:oleObj spid="_x0000_s3213" name="" r:id="rId15" imgW="2310130" imgH="241300" progId="Equation.DSMT4">
                  <p:embed/>
                </p:oleObj>
              </mc:Choice>
              <mc:Fallback>
                <p:oleObj name="" r:id="rId15" imgW="2310130" imgH="241300" progId="Equation.DSMT4">
                  <p:embed/>
                  <p:pic>
                    <p:nvPicPr>
                      <p:cNvPr id="0" name="图片 3212"/>
                      <p:cNvPicPr/>
                      <p:nvPr/>
                    </p:nvPicPr>
                    <p:blipFill>
                      <a:blip r:embed="rId16"/>
                      <a:stretch>
                        <a:fillRect/>
                      </a:stretch>
                    </p:blipFill>
                    <p:spPr>
                      <a:xfrm>
                        <a:off x="1835150" y="6221413"/>
                        <a:ext cx="5272088" cy="550862"/>
                      </a:xfrm>
                      <a:prstGeom prst="rect">
                        <a:avLst/>
                      </a:prstGeom>
                      <a:noFill/>
                      <a:ln w="38100">
                        <a:noFill/>
                        <a:miter/>
                      </a:ln>
                    </p:spPr>
                  </p:pic>
                </p:oleObj>
              </mc:Fallback>
            </mc:AlternateContent>
          </a:graphicData>
        </a:graphic>
      </p:graphicFrame>
      <p:sp>
        <p:nvSpPr>
          <p:cNvPr id="48143" name="直接连接符 48142"/>
          <p:cNvSpPr/>
          <p:nvPr/>
        </p:nvSpPr>
        <p:spPr>
          <a:xfrm>
            <a:off x="0" y="6165850"/>
            <a:ext cx="9144000" cy="0"/>
          </a:xfrm>
          <a:prstGeom prst="line">
            <a:avLst/>
          </a:prstGeom>
          <a:ln w="76200" cap="flat" cmpd="tri">
            <a:solidFill>
              <a:srgbClr val="33CCFF">
                <a:alpha val="68999"/>
              </a:srgbClr>
            </a:solidFill>
            <a:prstDash val="solid"/>
            <a:headEnd type="none" w="med" len="med"/>
            <a:tailEnd type="none" w="med" len="med"/>
          </a:ln>
        </p:spPr>
      </p:sp>
      <p:graphicFrame>
        <p:nvGraphicFramePr>
          <p:cNvPr id="48144" name="对象 48143"/>
          <p:cNvGraphicFramePr>
            <a:graphicFrameLocks noChangeAspect="1"/>
          </p:cNvGraphicFramePr>
          <p:nvPr/>
        </p:nvGraphicFramePr>
        <p:xfrm>
          <a:off x="973138" y="5124450"/>
          <a:ext cx="6746875" cy="550863"/>
        </p:xfrm>
        <a:graphic>
          <a:graphicData uri="http://schemas.openxmlformats.org/presentationml/2006/ole">
            <mc:AlternateContent xmlns:mc="http://schemas.openxmlformats.org/markup-compatibility/2006">
              <mc:Choice xmlns:v="urn:schemas-microsoft-com:vml" Requires="v">
                <p:oleObj spid="_x0000_s3209" name="" r:id="rId17" imgW="2957830" imgH="241300" progId="Equation.DSMT4">
                  <p:embed/>
                </p:oleObj>
              </mc:Choice>
              <mc:Fallback>
                <p:oleObj name="" r:id="rId17" imgW="2957830" imgH="241300" progId="Equation.DSMT4">
                  <p:embed/>
                  <p:pic>
                    <p:nvPicPr>
                      <p:cNvPr id="0" name="图片 3208"/>
                      <p:cNvPicPr/>
                      <p:nvPr/>
                    </p:nvPicPr>
                    <p:blipFill>
                      <a:blip r:embed="rId18">
                        <a:lum bright="100000"/>
                      </a:blip>
                      <a:stretch>
                        <a:fillRect/>
                      </a:stretch>
                    </p:blipFill>
                    <p:spPr>
                      <a:xfrm>
                        <a:off x="973138" y="5124450"/>
                        <a:ext cx="6746875" cy="550863"/>
                      </a:xfrm>
                      <a:prstGeom prst="rect">
                        <a:avLst/>
                      </a:prstGeom>
                      <a:noFill/>
                      <a:ln w="38100">
                        <a:noFill/>
                        <a:miter/>
                      </a:ln>
                    </p:spPr>
                  </p:pic>
                </p:oleObj>
              </mc:Fallback>
            </mc:AlternateContent>
          </a:graphicData>
        </a:graphic>
      </p:graphicFrame>
      <p:graphicFrame>
        <p:nvGraphicFramePr>
          <p:cNvPr id="48145" name="对象 48144"/>
          <p:cNvGraphicFramePr>
            <a:graphicFrameLocks noChangeAspect="1"/>
          </p:cNvGraphicFramePr>
          <p:nvPr/>
        </p:nvGraphicFramePr>
        <p:xfrm>
          <a:off x="973138" y="5584825"/>
          <a:ext cx="6834187" cy="550863"/>
        </p:xfrm>
        <a:graphic>
          <a:graphicData uri="http://schemas.openxmlformats.org/presentationml/2006/ole">
            <mc:AlternateContent xmlns:mc="http://schemas.openxmlformats.org/markup-compatibility/2006">
              <mc:Choice xmlns:v="urn:schemas-microsoft-com:vml" Requires="v">
                <p:oleObj spid="_x0000_s3204" name="" r:id="rId19" imgW="2995930" imgH="241300" progId="Equation.DSMT4">
                  <p:embed/>
                </p:oleObj>
              </mc:Choice>
              <mc:Fallback>
                <p:oleObj name="" r:id="rId19" imgW="2995930" imgH="241300" progId="Equation.DSMT4">
                  <p:embed/>
                  <p:pic>
                    <p:nvPicPr>
                      <p:cNvPr id="0" name="图片 3203"/>
                      <p:cNvPicPr/>
                      <p:nvPr/>
                    </p:nvPicPr>
                    <p:blipFill>
                      <a:blip r:embed="rId20">
                        <a:lum bright="100000"/>
                      </a:blip>
                      <a:stretch>
                        <a:fillRect/>
                      </a:stretch>
                    </p:blipFill>
                    <p:spPr>
                      <a:xfrm>
                        <a:off x="973138" y="5584825"/>
                        <a:ext cx="6834187" cy="550863"/>
                      </a:xfrm>
                      <a:prstGeom prst="rect">
                        <a:avLst/>
                      </a:prstGeom>
                      <a:noFill/>
                      <a:ln w="38100">
                        <a:noFill/>
                        <a:miter/>
                      </a:ln>
                    </p:spPr>
                  </p:pic>
                </p:oleObj>
              </mc:Fallback>
            </mc:AlternateContent>
          </a:graphicData>
        </a:graphic>
      </p:graphicFrame>
      <p:sp>
        <p:nvSpPr>
          <p:cNvPr id="48146" name="椭圆 48145"/>
          <p:cNvSpPr/>
          <p:nvPr/>
        </p:nvSpPr>
        <p:spPr>
          <a:xfrm>
            <a:off x="6372225" y="4062413"/>
            <a:ext cx="1296988" cy="6477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8147" name="矩形 48146"/>
          <p:cNvSpPr/>
          <p:nvPr/>
        </p:nvSpPr>
        <p:spPr>
          <a:xfrm>
            <a:off x="6488113" y="4221163"/>
            <a:ext cx="1152525" cy="358775"/>
          </a:xfrm>
          <a:prstGeom prst="rect">
            <a:avLst/>
          </a:prstGeom>
          <a:solidFill>
            <a:schemeClr val="tx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8148" name="对象 48147"/>
          <p:cNvGraphicFramePr>
            <a:graphicFrameLocks noChangeAspect="1"/>
          </p:cNvGraphicFramePr>
          <p:nvPr/>
        </p:nvGraphicFramePr>
        <p:xfrm>
          <a:off x="6804025" y="4189413"/>
          <a:ext cx="463550" cy="406400"/>
        </p:xfrm>
        <a:graphic>
          <a:graphicData uri="http://schemas.openxmlformats.org/presentationml/2006/ole">
            <mc:AlternateContent xmlns:mc="http://schemas.openxmlformats.org/markup-compatibility/2006">
              <mc:Choice xmlns:v="urn:schemas-microsoft-com:vml" Requires="v">
                <p:oleObj spid="_x0000_s3202" name="" r:id="rId21" imgW="204470" imgH="178435" progId="Equation.DSMT4">
                  <p:embed/>
                </p:oleObj>
              </mc:Choice>
              <mc:Fallback>
                <p:oleObj name="" r:id="rId21" imgW="204470" imgH="178435" progId="Equation.DSMT4">
                  <p:embed/>
                  <p:pic>
                    <p:nvPicPr>
                      <p:cNvPr id="0" name="图片 3201"/>
                      <p:cNvPicPr/>
                      <p:nvPr/>
                    </p:nvPicPr>
                    <p:blipFill>
                      <a:blip r:embed="rId22"/>
                      <a:stretch>
                        <a:fillRect/>
                      </a:stretch>
                    </p:blipFill>
                    <p:spPr>
                      <a:xfrm>
                        <a:off x="6804025" y="4189413"/>
                        <a:ext cx="463550" cy="406400"/>
                      </a:xfrm>
                      <a:prstGeom prst="rect">
                        <a:avLst/>
                      </a:prstGeom>
                      <a:noFill/>
                      <a:ln w="38100">
                        <a:noFill/>
                        <a:miter/>
                      </a:ln>
                    </p:spPr>
                  </p:pic>
                </p:oleObj>
              </mc:Fallback>
            </mc:AlternateContent>
          </a:graphicData>
        </a:graphic>
      </p:graphicFrame>
      <p:sp>
        <p:nvSpPr>
          <p:cNvPr id="48149" name="椭圆 48148"/>
          <p:cNvSpPr/>
          <p:nvPr/>
        </p:nvSpPr>
        <p:spPr>
          <a:xfrm>
            <a:off x="1879600" y="5516563"/>
            <a:ext cx="1195388" cy="6477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8150" name="矩形 48149"/>
          <p:cNvSpPr/>
          <p:nvPr/>
        </p:nvSpPr>
        <p:spPr>
          <a:xfrm>
            <a:off x="1922463" y="5675313"/>
            <a:ext cx="1152525" cy="358775"/>
          </a:xfrm>
          <a:prstGeom prst="rect">
            <a:avLst/>
          </a:prstGeom>
          <a:solidFill>
            <a:schemeClr val="tx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8151" name="对象 48150"/>
          <p:cNvGraphicFramePr>
            <a:graphicFrameLocks noChangeAspect="1"/>
          </p:cNvGraphicFramePr>
          <p:nvPr/>
        </p:nvGraphicFramePr>
        <p:xfrm>
          <a:off x="2238375" y="5643563"/>
          <a:ext cx="463550" cy="406400"/>
        </p:xfrm>
        <a:graphic>
          <a:graphicData uri="http://schemas.openxmlformats.org/presentationml/2006/ole">
            <mc:AlternateContent xmlns:mc="http://schemas.openxmlformats.org/markup-compatibility/2006">
              <mc:Choice xmlns:v="urn:schemas-microsoft-com:vml" Requires="v">
                <p:oleObj spid="_x0000_s3200" name="" r:id="rId23" imgW="204470" imgH="178435" progId="Equation.DSMT4">
                  <p:embed/>
                </p:oleObj>
              </mc:Choice>
              <mc:Fallback>
                <p:oleObj name="" r:id="rId23" imgW="204470" imgH="178435" progId="Equation.DSMT4">
                  <p:embed/>
                  <p:pic>
                    <p:nvPicPr>
                      <p:cNvPr id="0" name="图片 3199"/>
                      <p:cNvPicPr/>
                      <p:nvPr/>
                    </p:nvPicPr>
                    <p:blipFill>
                      <a:blip r:embed="rId22"/>
                      <a:stretch>
                        <a:fillRect/>
                      </a:stretch>
                    </p:blipFill>
                    <p:spPr>
                      <a:xfrm>
                        <a:off x="2238375" y="5643563"/>
                        <a:ext cx="463550" cy="406400"/>
                      </a:xfrm>
                      <a:prstGeom prst="rect">
                        <a:avLst/>
                      </a:prstGeom>
                      <a:noFill/>
                      <a:ln w="38100">
                        <a:noFill/>
                        <a:miter/>
                      </a:ln>
                    </p:spPr>
                  </p:pic>
                </p:oleObj>
              </mc:Fallback>
            </mc:AlternateContent>
          </a:graphicData>
        </a:graphic>
      </p:graphicFrame>
      <p:sp>
        <p:nvSpPr>
          <p:cNvPr id="48152" name="椭圆 48151"/>
          <p:cNvSpPr/>
          <p:nvPr/>
        </p:nvSpPr>
        <p:spPr>
          <a:xfrm>
            <a:off x="3276600" y="5575300"/>
            <a:ext cx="1439863" cy="5461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8153" name="矩形 48152"/>
          <p:cNvSpPr/>
          <p:nvPr/>
        </p:nvSpPr>
        <p:spPr>
          <a:xfrm>
            <a:off x="3319463" y="5661025"/>
            <a:ext cx="1366837" cy="358775"/>
          </a:xfrm>
          <a:prstGeom prst="rect">
            <a:avLst/>
          </a:prstGeom>
          <a:solidFill>
            <a:schemeClr val="tx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8154" name="对象 48153"/>
          <p:cNvGraphicFramePr>
            <a:graphicFrameLocks noChangeAspect="1"/>
          </p:cNvGraphicFramePr>
          <p:nvPr/>
        </p:nvGraphicFramePr>
        <p:xfrm>
          <a:off x="3722688" y="5661025"/>
          <a:ext cx="636587" cy="406400"/>
        </p:xfrm>
        <a:graphic>
          <a:graphicData uri="http://schemas.openxmlformats.org/presentationml/2006/ole">
            <mc:AlternateContent xmlns:mc="http://schemas.openxmlformats.org/markup-compatibility/2006">
              <mc:Choice xmlns:v="urn:schemas-microsoft-com:vml" Requires="v">
                <p:oleObj spid="_x0000_s3206" name="" r:id="rId24" imgW="280670" imgH="178435" progId="Equation.DSMT4">
                  <p:embed/>
                </p:oleObj>
              </mc:Choice>
              <mc:Fallback>
                <p:oleObj name="" r:id="rId24" imgW="280670" imgH="178435" progId="Equation.DSMT4">
                  <p:embed/>
                  <p:pic>
                    <p:nvPicPr>
                      <p:cNvPr id="0" name="图片 3205"/>
                      <p:cNvPicPr/>
                      <p:nvPr/>
                    </p:nvPicPr>
                    <p:blipFill>
                      <a:blip r:embed="rId25"/>
                      <a:stretch>
                        <a:fillRect/>
                      </a:stretch>
                    </p:blipFill>
                    <p:spPr>
                      <a:xfrm>
                        <a:off x="3722688" y="5661025"/>
                        <a:ext cx="636587" cy="406400"/>
                      </a:xfrm>
                      <a:prstGeom prst="rect">
                        <a:avLst/>
                      </a:prstGeom>
                      <a:noFill/>
                      <a:ln w="38100">
                        <a:noFill/>
                        <a:miter/>
                      </a:ln>
                    </p:spPr>
                  </p:pic>
                </p:oleObj>
              </mc:Fallback>
            </mc:AlternateContent>
          </a:graphicData>
        </a:graphic>
      </p:graphicFrame>
      <p:sp>
        <p:nvSpPr>
          <p:cNvPr id="48155" name="椭圆 48154"/>
          <p:cNvSpPr/>
          <p:nvPr/>
        </p:nvSpPr>
        <p:spPr>
          <a:xfrm>
            <a:off x="4787900" y="5589588"/>
            <a:ext cx="1266825" cy="5461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8156" name="矩形 48155"/>
          <p:cNvSpPr/>
          <p:nvPr/>
        </p:nvSpPr>
        <p:spPr>
          <a:xfrm>
            <a:off x="4876800" y="5661025"/>
            <a:ext cx="1122363" cy="360363"/>
          </a:xfrm>
          <a:prstGeom prst="rect">
            <a:avLst/>
          </a:prstGeom>
          <a:solidFill>
            <a:schemeClr val="tx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8157" name="对象 48156"/>
          <p:cNvGraphicFramePr>
            <a:graphicFrameLocks noChangeAspect="1"/>
          </p:cNvGraphicFramePr>
          <p:nvPr/>
        </p:nvGraphicFramePr>
        <p:xfrm>
          <a:off x="5264150" y="5661025"/>
          <a:ext cx="463550" cy="406400"/>
        </p:xfrm>
        <a:graphic>
          <a:graphicData uri="http://schemas.openxmlformats.org/presentationml/2006/ole">
            <mc:AlternateContent xmlns:mc="http://schemas.openxmlformats.org/markup-compatibility/2006">
              <mc:Choice xmlns:v="urn:schemas-microsoft-com:vml" Requires="v">
                <p:oleObj spid="_x0000_s3205" name="" r:id="rId26" imgW="204470" imgH="178435" progId="Equation.DSMT4">
                  <p:embed/>
                </p:oleObj>
              </mc:Choice>
              <mc:Fallback>
                <p:oleObj name="" r:id="rId26" imgW="204470" imgH="178435" progId="Equation.DSMT4">
                  <p:embed/>
                  <p:pic>
                    <p:nvPicPr>
                      <p:cNvPr id="0" name="图片 3204"/>
                      <p:cNvPicPr/>
                      <p:nvPr/>
                    </p:nvPicPr>
                    <p:blipFill>
                      <a:blip r:embed="rId22"/>
                      <a:stretch>
                        <a:fillRect/>
                      </a:stretch>
                    </p:blipFill>
                    <p:spPr>
                      <a:xfrm>
                        <a:off x="5264150" y="5661025"/>
                        <a:ext cx="463550" cy="406400"/>
                      </a:xfrm>
                      <a:prstGeom prst="rect">
                        <a:avLst/>
                      </a:prstGeom>
                      <a:noFill/>
                      <a:ln w="38100">
                        <a:noFill/>
                        <a:miter/>
                      </a:ln>
                    </p:spPr>
                  </p:pic>
                </p:oleObj>
              </mc:Fallback>
            </mc:AlternateContent>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wipe(left)">
                                      <p:cBhvr>
                                        <p:cTn id="7" dur="500"/>
                                        <p:tgtEl>
                                          <p:spTgt spid="4813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8143"/>
                                        </p:tgtEl>
                                        <p:attrNameLst>
                                          <p:attrName>style.visibility</p:attrName>
                                        </p:attrNameLst>
                                      </p:cBhvr>
                                      <p:to>
                                        <p:strVal val="visible"/>
                                      </p:to>
                                    </p:set>
                                    <p:animEffect transition="in" filter="wipe(left)">
                                      <p:cBhvr>
                                        <p:cTn id="11" dur="500"/>
                                        <p:tgtEl>
                                          <p:spTgt spid="4814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8142"/>
                                        </p:tgtEl>
                                        <p:attrNameLst>
                                          <p:attrName>style.visibility</p:attrName>
                                        </p:attrNameLst>
                                      </p:cBhvr>
                                      <p:to>
                                        <p:strVal val="visible"/>
                                      </p:to>
                                    </p:set>
                                    <p:animEffect transition="in" filter="wipe(left)">
                                      <p:cBhvr>
                                        <p:cTn id="16" dur="500"/>
                                        <p:tgtEl>
                                          <p:spTgt spid="4814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8130"/>
                                        </p:tgtEl>
                                        <p:attrNameLst>
                                          <p:attrName>style.visibility</p:attrName>
                                        </p:attrNameLst>
                                      </p:cBhvr>
                                      <p:to>
                                        <p:strVal val="visible"/>
                                      </p:to>
                                    </p:set>
                                    <p:animEffect transition="in" filter="wipe(left)">
                                      <p:cBhvr>
                                        <p:cTn id="21" dur="500"/>
                                        <p:tgtEl>
                                          <p:spTgt spid="48130"/>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48131"/>
                                        </p:tgtEl>
                                        <p:attrNameLst>
                                          <p:attrName>style.visibility</p:attrName>
                                        </p:attrNameLst>
                                      </p:cBhvr>
                                      <p:to>
                                        <p:strVal val="visible"/>
                                      </p:to>
                                    </p:set>
                                    <p:animEffect transition="in" filter="wipe(left)">
                                      <p:cBhvr>
                                        <p:cTn id="25" dur="500"/>
                                        <p:tgtEl>
                                          <p:spTgt spid="48131"/>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48133"/>
                                        </p:tgtEl>
                                        <p:attrNameLst>
                                          <p:attrName>style.visibility</p:attrName>
                                        </p:attrNameLst>
                                      </p:cBhvr>
                                      <p:to>
                                        <p:strVal val="visible"/>
                                      </p:to>
                                    </p:set>
                                    <p:animEffect transition="in" filter="wipe(left)">
                                      <p:cBhvr>
                                        <p:cTn id="29" dur="500"/>
                                        <p:tgtEl>
                                          <p:spTgt spid="48133"/>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48144"/>
                                        </p:tgtEl>
                                        <p:attrNameLst>
                                          <p:attrName>style.visibility</p:attrName>
                                        </p:attrNameLst>
                                      </p:cBhvr>
                                      <p:to>
                                        <p:strVal val="visible"/>
                                      </p:to>
                                    </p:set>
                                    <p:animEffect transition="in" filter="wipe(left)">
                                      <p:cBhvr>
                                        <p:cTn id="33" dur="500"/>
                                        <p:tgtEl>
                                          <p:spTgt spid="48144"/>
                                        </p:tgtEl>
                                      </p:cBhvr>
                                    </p:animEffect>
                                  </p:childTnLst>
                                </p:cTn>
                              </p:par>
                            </p:childTnLst>
                          </p:cTn>
                        </p:par>
                        <p:par>
                          <p:cTn id="34" fill="hold">
                            <p:stCondLst>
                              <p:cond delay="2000"/>
                            </p:stCondLst>
                            <p:childTnLst>
                              <p:par>
                                <p:cTn id="35" presetID="22" presetClass="entr" presetSubtype="8" fill="hold" nodeType="afterEffect">
                                  <p:stCondLst>
                                    <p:cond delay="0"/>
                                  </p:stCondLst>
                                  <p:childTnLst>
                                    <p:set>
                                      <p:cBhvr>
                                        <p:cTn id="36" dur="1" fill="hold">
                                          <p:stCondLst>
                                            <p:cond delay="0"/>
                                          </p:stCondLst>
                                        </p:cTn>
                                        <p:tgtEl>
                                          <p:spTgt spid="48145"/>
                                        </p:tgtEl>
                                        <p:attrNameLst>
                                          <p:attrName>style.visibility</p:attrName>
                                        </p:attrNameLst>
                                      </p:cBhvr>
                                      <p:to>
                                        <p:strVal val="visible"/>
                                      </p:to>
                                    </p:set>
                                    <p:animEffect transition="in" filter="wipe(left)">
                                      <p:cBhvr>
                                        <p:cTn id="37" dur="500"/>
                                        <p:tgtEl>
                                          <p:spTgt spid="4814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8146"/>
                                        </p:tgtEl>
                                        <p:attrNameLst>
                                          <p:attrName>style.visibility</p:attrName>
                                        </p:attrNameLst>
                                      </p:cBhvr>
                                      <p:to>
                                        <p:strVal val="visible"/>
                                      </p:to>
                                    </p:set>
                                    <p:animEffect transition="in" filter="wipe(left)">
                                      <p:cBhvr>
                                        <p:cTn id="42" dur="500"/>
                                        <p:tgtEl>
                                          <p:spTgt spid="48146"/>
                                        </p:tgtEl>
                                      </p:cBhvr>
                                    </p:animEffect>
                                  </p:childTnLst>
                                </p:cTn>
                              </p:par>
                            </p:childTnLst>
                          </p:cTn>
                        </p:par>
                        <p:par>
                          <p:cTn id="43" fill="hold">
                            <p:stCondLst>
                              <p:cond delay="500"/>
                            </p:stCondLst>
                            <p:childTnLst>
                              <p:par>
                                <p:cTn id="44" presetID="35" presetClass="emph" presetSubtype="0" repeatCount="3000" fill="hold" nodeType="afterEffect">
                                  <p:stCondLst>
                                    <p:cond delay="0"/>
                                  </p:stCondLst>
                                  <p:childTnLst>
                                    <p:anim calcmode="discrete" valueType="str">
                                      <p:cBhvr>
                                        <p:cTn id="45" dur="500" fill="hold"/>
                                        <p:tgtEl>
                                          <p:spTgt spid="48146"/>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8147"/>
                                        </p:tgtEl>
                                        <p:attrNameLst>
                                          <p:attrName>style.visibility</p:attrName>
                                        </p:attrNameLst>
                                      </p:cBhvr>
                                      <p:to>
                                        <p:strVal val="visible"/>
                                      </p:to>
                                    </p:set>
                                    <p:animEffect transition="in" filter="wipe(left)">
                                      <p:cBhvr>
                                        <p:cTn id="50" dur="500"/>
                                        <p:tgtEl>
                                          <p:spTgt spid="48147"/>
                                        </p:tgtEl>
                                      </p:cBhvr>
                                    </p:animEffect>
                                  </p:childTnLst>
                                </p:cTn>
                              </p:par>
                              <p:par>
                                <p:cTn id="51" presetID="1" presetClass="exit" presetSubtype="0" fill="hold" nodeType="withEffect">
                                  <p:stCondLst>
                                    <p:cond delay="0"/>
                                  </p:stCondLst>
                                  <p:childTnLst>
                                    <p:set>
                                      <p:cBhvr>
                                        <p:cTn id="52" dur="1" fill="hold">
                                          <p:stCondLst>
                                            <p:cond delay="0"/>
                                          </p:stCondLst>
                                        </p:cTn>
                                        <p:tgtEl>
                                          <p:spTgt spid="48146"/>
                                        </p:tgtEl>
                                        <p:attrNameLst>
                                          <p:attrName>style.visibility</p:attrName>
                                        </p:attrNameLst>
                                      </p:cBhvr>
                                      <p:to>
                                        <p:strVal val="hidden"/>
                                      </p:to>
                                    </p:se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48148"/>
                                        </p:tgtEl>
                                        <p:attrNameLst>
                                          <p:attrName>style.visibility</p:attrName>
                                        </p:attrNameLst>
                                      </p:cBhvr>
                                      <p:to>
                                        <p:strVal val="visible"/>
                                      </p:to>
                                    </p:set>
                                    <p:animEffect transition="in" filter="wipe(left)">
                                      <p:cBhvr>
                                        <p:cTn id="56" dur="500"/>
                                        <p:tgtEl>
                                          <p:spTgt spid="4814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48149"/>
                                        </p:tgtEl>
                                        <p:attrNameLst>
                                          <p:attrName>style.visibility</p:attrName>
                                        </p:attrNameLst>
                                      </p:cBhvr>
                                      <p:to>
                                        <p:strVal val="visible"/>
                                      </p:to>
                                    </p:set>
                                    <p:animEffect transition="in" filter="wipe(left)">
                                      <p:cBhvr>
                                        <p:cTn id="61" dur="500"/>
                                        <p:tgtEl>
                                          <p:spTgt spid="48149"/>
                                        </p:tgtEl>
                                      </p:cBhvr>
                                    </p:animEffect>
                                  </p:childTnLst>
                                </p:cTn>
                              </p:par>
                            </p:childTnLst>
                          </p:cTn>
                        </p:par>
                        <p:par>
                          <p:cTn id="62" fill="hold">
                            <p:stCondLst>
                              <p:cond delay="500"/>
                            </p:stCondLst>
                            <p:childTnLst>
                              <p:par>
                                <p:cTn id="63" presetID="35" presetClass="emph" presetSubtype="0" repeatCount="3000" fill="hold" nodeType="afterEffect">
                                  <p:stCondLst>
                                    <p:cond delay="0"/>
                                  </p:stCondLst>
                                  <p:childTnLst>
                                    <p:anim calcmode="discrete" valueType="str">
                                      <p:cBhvr>
                                        <p:cTn id="64" dur="500" fill="hold"/>
                                        <p:tgtEl>
                                          <p:spTgt spid="48149"/>
                                        </p:tgtEl>
                                        <p:attrNameLst>
                                          <p:attrName>style.visibility</p:attrName>
                                        </p:attrNameLst>
                                      </p:cBhvr>
                                      <p:tavLst>
                                        <p:tav tm="0">
                                          <p:val>
                                            <p:strVal val="hidden"/>
                                          </p:val>
                                        </p:tav>
                                        <p:tav tm="50000">
                                          <p:val>
                                            <p:strVal val="visible"/>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48150"/>
                                        </p:tgtEl>
                                        <p:attrNameLst>
                                          <p:attrName>style.visibility</p:attrName>
                                        </p:attrNameLst>
                                      </p:cBhvr>
                                      <p:to>
                                        <p:strVal val="visible"/>
                                      </p:to>
                                    </p:set>
                                    <p:animEffect transition="in" filter="wipe(left)">
                                      <p:cBhvr>
                                        <p:cTn id="69" dur="500"/>
                                        <p:tgtEl>
                                          <p:spTgt spid="48150"/>
                                        </p:tgtEl>
                                      </p:cBhvr>
                                    </p:animEffect>
                                  </p:childTnLst>
                                </p:cTn>
                              </p:par>
                              <p:par>
                                <p:cTn id="70" presetID="1" presetClass="exit" presetSubtype="0" fill="hold" nodeType="withEffect">
                                  <p:stCondLst>
                                    <p:cond delay="0"/>
                                  </p:stCondLst>
                                  <p:childTnLst>
                                    <p:set>
                                      <p:cBhvr>
                                        <p:cTn id="71" dur="1" fill="hold">
                                          <p:stCondLst>
                                            <p:cond delay="0"/>
                                          </p:stCondLst>
                                        </p:cTn>
                                        <p:tgtEl>
                                          <p:spTgt spid="48149"/>
                                        </p:tgtEl>
                                        <p:attrNameLst>
                                          <p:attrName>style.visibility</p:attrName>
                                        </p:attrNameLst>
                                      </p:cBhvr>
                                      <p:to>
                                        <p:strVal val="hidden"/>
                                      </p:to>
                                    </p:se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48151"/>
                                        </p:tgtEl>
                                        <p:attrNameLst>
                                          <p:attrName>style.visibility</p:attrName>
                                        </p:attrNameLst>
                                      </p:cBhvr>
                                      <p:to>
                                        <p:strVal val="visible"/>
                                      </p:to>
                                    </p:set>
                                    <p:animEffect transition="in" filter="wipe(left)">
                                      <p:cBhvr>
                                        <p:cTn id="75" dur="500"/>
                                        <p:tgtEl>
                                          <p:spTgt spid="4815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48152"/>
                                        </p:tgtEl>
                                        <p:attrNameLst>
                                          <p:attrName>style.visibility</p:attrName>
                                        </p:attrNameLst>
                                      </p:cBhvr>
                                      <p:to>
                                        <p:strVal val="visible"/>
                                      </p:to>
                                    </p:set>
                                    <p:animEffect transition="in" filter="wipe(left)">
                                      <p:cBhvr>
                                        <p:cTn id="80" dur="500"/>
                                        <p:tgtEl>
                                          <p:spTgt spid="48152"/>
                                        </p:tgtEl>
                                      </p:cBhvr>
                                    </p:animEffect>
                                  </p:childTnLst>
                                </p:cTn>
                              </p:par>
                            </p:childTnLst>
                          </p:cTn>
                        </p:par>
                        <p:par>
                          <p:cTn id="81" fill="hold">
                            <p:stCondLst>
                              <p:cond delay="500"/>
                            </p:stCondLst>
                            <p:childTnLst>
                              <p:par>
                                <p:cTn id="82" presetID="35" presetClass="emph" presetSubtype="0" repeatCount="3000" fill="hold" nodeType="afterEffect">
                                  <p:stCondLst>
                                    <p:cond delay="0"/>
                                  </p:stCondLst>
                                  <p:childTnLst>
                                    <p:anim calcmode="discrete" valueType="str">
                                      <p:cBhvr>
                                        <p:cTn id="83" dur="500" fill="hold"/>
                                        <p:tgtEl>
                                          <p:spTgt spid="48152"/>
                                        </p:tgtEl>
                                        <p:attrNameLst>
                                          <p:attrName>style.visibility</p:attrName>
                                        </p:attrNameLst>
                                      </p:cBhvr>
                                      <p:tavLst>
                                        <p:tav tm="0">
                                          <p:val>
                                            <p:strVal val="hidden"/>
                                          </p:val>
                                        </p:tav>
                                        <p:tav tm="50000">
                                          <p:val>
                                            <p:strVal val="visible"/>
                                          </p:val>
                                        </p:tav>
                                      </p:tavLst>
                                    </p:anim>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48153"/>
                                        </p:tgtEl>
                                        <p:attrNameLst>
                                          <p:attrName>style.visibility</p:attrName>
                                        </p:attrNameLst>
                                      </p:cBhvr>
                                      <p:to>
                                        <p:strVal val="visible"/>
                                      </p:to>
                                    </p:set>
                                    <p:animEffect transition="in" filter="wipe(left)">
                                      <p:cBhvr>
                                        <p:cTn id="88" dur="500"/>
                                        <p:tgtEl>
                                          <p:spTgt spid="48153"/>
                                        </p:tgtEl>
                                      </p:cBhvr>
                                    </p:animEffect>
                                  </p:childTnLst>
                                </p:cTn>
                              </p:par>
                              <p:par>
                                <p:cTn id="89" presetID="1" presetClass="exit" presetSubtype="0" fill="hold" nodeType="withEffect">
                                  <p:stCondLst>
                                    <p:cond delay="0"/>
                                  </p:stCondLst>
                                  <p:childTnLst>
                                    <p:set>
                                      <p:cBhvr>
                                        <p:cTn id="90" dur="1" fill="hold">
                                          <p:stCondLst>
                                            <p:cond delay="0"/>
                                          </p:stCondLst>
                                        </p:cTn>
                                        <p:tgtEl>
                                          <p:spTgt spid="48152"/>
                                        </p:tgtEl>
                                        <p:attrNameLst>
                                          <p:attrName>style.visibility</p:attrName>
                                        </p:attrNameLst>
                                      </p:cBhvr>
                                      <p:to>
                                        <p:strVal val="hidden"/>
                                      </p:to>
                                    </p:set>
                                  </p:childTnLst>
                                </p:cTn>
                              </p:par>
                            </p:childTnLst>
                          </p:cTn>
                        </p:par>
                        <p:par>
                          <p:cTn id="91" fill="hold">
                            <p:stCondLst>
                              <p:cond delay="500"/>
                            </p:stCondLst>
                            <p:childTnLst>
                              <p:par>
                                <p:cTn id="92" presetID="22" presetClass="entr" presetSubtype="8" fill="hold" nodeType="afterEffect">
                                  <p:stCondLst>
                                    <p:cond delay="0"/>
                                  </p:stCondLst>
                                  <p:childTnLst>
                                    <p:set>
                                      <p:cBhvr>
                                        <p:cTn id="93" dur="1" fill="hold">
                                          <p:stCondLst>
                                            <p:cond delay="0"/>
                                          </p:stCondLst>
                                        </p:cTn>
                                        <p:tgtEl>
                                          <p:spTgt spid="48154"/>
                                        </p:tgtEl>
                                        <p:attrNameLst>
                                          <p:attrName>style.visibility</p:attrName>
                                        </p:attrNameLst>
                                      </p:cBhvr>
                                      <p:to>
                                        <p:strVal val="visible"/>
                                      </p:to>
                                    </p:set>
                                    <p:animEffect transition="in" filter="wipe(left)">
                                      <p:cBhvr>
                                        <p:cTn id="94" dur="500"/>
                                        <p:tgtEl>
                                          <p:spTgt spid="48154"/>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48155"/>
                                        </p:tgtEl>
                                        <p:attrNameLst>
                                          <p:attrName>style.visibility</p:attrName>
                                        </p:attrNameLst>
                                      </p:cBhvr>
                                      <p:to>
                                        <p:strVal val="visible"/>
                                      </p:to>
                                    </p:set>
                                    <p:animEffect transition="in" filter="wipe(left)">
                                      <p:cBhvr>
                                        <p:cTn id="99" dur="500"/>
                                        <p:tgtEl>
                                          <p:spTgt spid="48155"/>
                                        </p:tgtEl>
                                      </p:cBhvr>
                                    </p:animEffect>
                                  </p:childTnLst>
                                </p:cTn>
                              </p:par>
                            </p:childTnLst>
                          </p:cTn>
                        </p:par>
                        <p:par>
                          <p:cTn id="100" fill="hold">
                            <p:stCondLst>
                              <p:cond delay="500"/>
                            </p:stCondLst>
                            <p:childTnLst>
                              <p:par>
                                <p:cTn id="101" presetID="35" presetClass="emph" presetSubtype="0" repeatCount="3000" fill="hold" nodeType="afterEffect">
                                  <p:stCondLst>
                                    <p:cond delay="0"/>
                                  </p:stCondLst>
                                  <p:childTnLst>
                                    <p:anim calcmode="discrete" valueType="str">
                                      <p:cBhvr>
                                        <p:cTn id="102" dur="500" fill="hold"/>
                                        <p:tgtEl>
                                          <p:spTgt spid="48155"/>
                                        </p:tgtEl>
                                        <p:attrNameLst>
                                          <p:attrName>style.visibility</p:attrName>
                                        </p:attrNameLst>
                                      </p:cBhvr>
                                      <p:tavLst>
                                        <p:tav tm="0">
                                          <p:val>
                                            <p:strVal val="hidden"/>
                                          </p:val>
                                        </p:tav>
                                        <p:tav tm="50000">
                                          <p:val>
                                            <p:strVal val="visible"/>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48156"/>
                                        </p:tgtEl>
                                        <p:attrNameLst>
                                          <p:attrName>style.visibility</p:attrName>
                                        </p:attrNameLst>
                                      </p:cBhvr>
                                      <p:to>
                                        <p:strVal val="visible"/>
                                      </p:to>
                                    </p:set>
                                    <p:animEffect transition="in" filter="wipe(left)">
                                      <p:cBhvr>
                                        <p:cTn id="107" dur="500"/>
                                        <p:tgtEl>
                                          <p:spTgt spid="48156"/>
                                        </p:tgtEl>
                                      </p:cBhvr>
                                    </p:animEffect>
                                  </p:childTnLst>
                                </p:cTn>
                              </p:par>
                              <p:par>
                                <p:cTn id="108" presetID="1" presetClass="exit" presetSubtype="0" fill="hold" nodeType="withEffect">
                                  <p:stCondLst>
                                    <p:cond delay="0"/>
                                  </p:stCondLst>
                                  <p:childTnLst>
                                    <p:set>
                                      <p:cBhvr>
                                        <p:cTn id="109" dur="1" fill="hold">
                                          <p:stCondLst>
                                            <p:cond delay="0"/>
                                          </p:stCondLst>
                                        </p:cTn>
                                        <p:tgtEl>
                                          <p:spTgt spid="48155"/>
                                        </p:tgtEl>
                                        <p:attrNameLst>
                                          <p:attrName>style.visibility</p:attrName>
                                        </p:attrNameLst>
                                      </p:cBhvr>
                                      <p:to>
                                        <p:strVal val="hidden"/>
                                      </p:to>
                                    </p:set>
                                  </p:childTnLst>
                                </p:cTn>
                              </p:par>
                            </p:childTnLst>
                          </p:cTn>
                        </p:par>
                        <p:par>
                          <p:cTn id="110" fill="hold">
                            <p:stCondLst>
                              <p:cond delay="500"/>
                            </p:stCondLst>
                            <p:childTnLst>
                              <p:par>
                                <p:cTn id="111" presetID="22" presetClass="entr" presetSubtype="8" fill="hold" nodeType="afterEffect">
                                  <p:stCondLst>
                                    <p:cond delay="0"/>
                                  </p:stCondLst>
                                  <p:childTnLst>
                                    <p:set>
                                      <p:cBhvr>
                                        <p:cTn id="112" dur="1" fill="hold">
                                          <p:stCondLst>
                                            <p:cond delay="0"/>
                                          </p:stCondLst>
                                        </p:cTn>
                                        <p:tgtEl>
                                          <p:spTgt spid="48157"/>
                                        </p:tgtEl>
                                        <p:attrNameLst>
                                          <p:attrName>style.visibility</p:attrName>
                                        </p:attrNameLst>
                                      </p:cBhvr>
                                      <p:to>
                                        <p:strVal val="visible"/>
                                      </p:to>
                                    </p:set>
                                    <p:animEffect transition="in" filter="wipe(left)">
                                      <p:cBhvr>
                                        <p:cTn id="113" dur="500"/>
                                        <p:tgtEl>
                                          <p:spTgt spid="48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154" name="对象 49153"/>
          <p:cNvGraphicFramePr>
            <a:graphicFrameLocks noChangeAspect="1"/>
          </p:cNvGraphicFramePr>
          <p:nvPr/>
        </p:nvGraphicFramePr>
        <p:xfrm>
          <a:off x="928688" y="3644900"/>
          <a:ext cx="6835775" cy="550863"/>
        </p:xfrm>
        <a:graphic>
          <a:graphicData uri="http://schemas.openxmlformats.org/presentationml/2006/ole">
            <mc:AlternateContent xmlns:mc="http://schemas.openxmlformats.org/markup-compatibility/2006">
              <mc:Choice xmlns:v="urn:schemas-microsoft-com:vml" Requires="v">
                <p:oleObj spid="_x0000_s3207" name="" r:id="rId1" imgW="2995930" imgH="241300" progId="Equation.DSMT4">
                  <p:embed/>
                </p:oleObj>
              </mc:Choice>
              <mc:Fallback>
                <p:oleObj name="" r:id="rId1" imgW="2995930" imgH="241300" progId="Equation.DSMT4">
                  <p:embed/>
                  <p:pic>
                    <p:nvPicPr>
                      <p:cNvPr id="0" name="图片 3206"/>
                      <p:cNvPicPr/>
                      <p:nvPr/>
                    </p:nvPicPr>
                    <p:blipFill>
                      <a:blip r:embed="rId2">
                        <a:lum bright="100000"/>
                      </a:blip>
                      <a:stretch>
                        <a:fillRect/>
                      </a:stretch>
                    </p:blipFill>
                    <p:spPr>
                      <a:xfrm>
                        <a:off x="928688" y="3644900"/>
                        <a:ext cx="6835775" cy="550863"/>
                      </a:xfrm>
                      <a:prstGeom prst="rect">
                        <a:avLst/>
                      </a:prstGeom>
                      <a:noFill/>
                      <a:ln w="38100">
                        <a:noFill/>
                        <a:miter/>
                      </a:ln>
                    </p:spPr>
                  </p:pic>
                </p:oleObj>
              </mc:Fallback>
            </mc:AlternateContent>
          </a:graphicData>
        </a:graphic>
      </p:graphicFrame>
      <p:graphicFrame>
        <p:nvGraphicFramePr>
          <p:cNvPr id="49155" name="对象 49154"/>
          <p:cNvGraphicFramePr>
            <a:graphicFrameLocks noChangeAspect="1"/>
          </p:cNvGraphicFramePr>
          <p:nvPr/>
        </p:nvGraphicFramePr>
        <p:xfrm>
          <a:off x="935038" y="4119563"/>
          <a:ext cx="6892925" cy="550862"/>
        </p:xfrm>
        <a:graphic>
          <a:graphicData uri="http://schemas.openxmlformats.org/presentationml/2006/ole">
            <mc:AlternateContent xmlns:mc="http://schemas.openxmlformats.org/markup-compatibility/2006">
              <mc:Choice xmlns:v="urn:schemas-microsoft-com:vml" Requires="v">
                <p:oleObj spid="_x0000_s3208" name="" r:id="rId3" imgW="3021330" imgH="241300" progId="Equation.DSMT4">
                  <p:embed/>
                </p:oleObj>
              </mc:Choice>
              <mc:Fallback>
                <p:oleObj name="" r:id="rId3" imgW="3021330" imgH="241300" progId="Equation.DSMT4">
                  <p:embed/>
                  <p:pic>
                    <p:nvPicPr>
                      <p:cNvPr id="0" name="图片 3207"/>
                      <p:cNvPicPr/>
                      <p:nvPr/>
                    </p:nvPicPr>
                    <p:blipFill>
                      <a:blip r:embed="rId4">
                        <a:lum bright="100000"/>
                      </a:blip>
                      <a:stretch>
                        <a:fillRect/>
                      </a:stretch>
                    </p:blipFill>
                    <p:spPr>
                      <a:xfrm>
                        <a:off x="935038" y="4119563"/>
                        <a:ext cx="6892925" cy="550862"/>
                      </a:xfrm>
                      <a:prstGeom prst="rect">
                        <a:avLst/>
                      </a:prstGeom>
                      <a:noFill/>
                      <a:ln w="38100">
                        <a:noFill/>
                        <a:miter/>
                      </a:ln>
                    </p:spPr>
                  </p:pic>
                </p:oleObj>
              </mc:Fallback>
            </mc:AlternateContent>
          </a:graphicData>
        </a:graphic>
      </p:graphicFrame>
      <p:sp>
        <p:nvSpPr>
          <p:cNvPr id="49156" name="矩形 49155"/>
          <p:cNvSpPr/>
          <p:nvPr/>
        </p:nvSpPr>
        <p:spPr>
          <a:xfrm>
            <a:off x="539750" y="3068638"/>
            <a:ext cx="2684463" cy="519112"/>
          </a:xfrm>
          <a:prstGeom prst="rect">
            <a:avLst/>
          </a:prstGeom>
          <a:noFill/>
          <a:ln w="9525">
            <a:noFill/>
          </a:ln>
        </p:spPr>
        <p:txBody>
          <a:bodyPr wrap="none" anchor="t">
            <a:spAutoFit/>
          </a:bodyPr>
          <a:p>
            <a:pPr eaLnBrk="0" hangingPunct="0"/>
            <a:r>
              <a:rPr lang="zh-CN" altLang="en-US" sz="2800" b="1">
                <a:solidFill>
                  <a:srgbClr val="FFFF00"/>
                </a:solidFill>
                <a:latin typeface="Arial" panose="020B0604020202020204" pitchFamily="34" charset="0"/>
                <a:ea typeface="楷体_GB2312" pitchFamily="1" charset="-122"/>
              </a:rPr>
              <a:t>更新位置，得：</a:t>
            </a:r>
            <a:endParaRPr lang="zh-CN" altLang="en-US" sz="2800" b="1">
              <a:solidFill>
                <a:srgbClr val="FFFF00"/>
              </a:solidFill>
              <a:latin typeface="Arial" panose="020B0604020202020204" pitchFamily="34" charset="0"/>
              <a:ea typeface="楷体_GB2312" pitchFamily="1" charset="-122"/>
            </a:endParaRPr>
          </a:p>
        </p:txBody>
      </p:sp>
      <p:graphicFrame>
        <p:nvGraphicFramePr>
          <p:cNvPr id="49157" name="对象 49156"/>
          <p:cNvGraphicFramePr>
            <a:graphicFrameLocks noChangeAspect="1"/>
          </p:cNvGraphicFramePr>
          <p:nvPr/>
        </p:nvGraphicFramePr>
        <p:xfrm>
          <a:off x="931863" y="4624388"/>
          <a:ext cx="7153275" cy="550862"/>
        </p:xfrm>
        <a:graphic>
          <a:graphicData uri="http://schemas.openxmlformats.org/presentationml/2006/ole">
            <mc:AlternateContent xmlns:mc="http://schemas.openxmlformats.org/markup-compatibility/2006">
              <mc:Choice xmlns:v="urn:schemas-microsoft-com:vml" Requires="v">
                <p:oleObj spid="_x0000_s3110" name="" r:id="rId5" imgW="3135630" imgH="241300" progId="Equation.DSMT4">
                  <p:embed/>
                </p:oleObj>
              </mc:Choice>
              <mc:Fallback>
                <p:oleObj name="" r:id="rId5" imgW="3135630" imgH="241300" progId="Equation.DSMT4">
                  <p:embed/>
                  <p:pic>
                    <p:nvPicPr>
                      <p:cNvPr id="0" name="图片 3109"/>
                      <p:cNvPicPr/>
                      <p:nvPr/>
                    </p:nvPicPr>
                    <p:blipFill>
                      <a:blip r:embed="rId6">
                        <a:lum bright="100000"/>
                      </a:blip>
                      <a:stretch>
                        <a:fillRect/>
                      </a:stretch>
                    </p:blipFill>
                    <p:spPr>
                      <a:xfrm>
                        <a:off x="931863" y="4624388"/>
                        <a:ext cx="7153275" cy="550862"/>
                      </a:xfrm>
                      <a:prstGeom prst="rect">
                        <a:avLst/>
                      </a:prstGeom>
                      <a:noFill/>
                      <a:ln w="38100">
                        <a:noFill/>
                        <a:miter/>
                      </a:ln>
                    </p:spPr>
                  </p:pic>
                </p:oleObj>
              </mc:Fallback>
            </mc:AlternateContent>
          </a:graphicData>
        </a:graphic>
      </p:graphicFrame>
      <p:sp>
        <p:nvSpPr>
          <p:cNvPr id="49158" name="矩形 49157"/>
          <p:cNvSpPr/>
          <p:nvPr/>
        </p:nvSpPr>
        <p:spPr>
          <a:xfrm>
            <a:off x="985838" y="1190625"/>
            <a:ext cx="2265362"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49159" name="对象 49158"/>
          <p:cNvGraphicFramePr>
            <a:graphicFrameLocks noChangeAspect="1"/>
          </p:cNvGraphicFramePr>
          <p:nvPr/>
        </p:nvGraphicFramePr>
        <p:xfrm>
          <a:off x="2774950" y="1179513"/>
          <a:ext cx="4086225" cy="550862"/>
        </p:xfrm>
        <a:graphic>
          <a:graphicData uri="http://schemas.openxmlformats.org/presentationml/2006/ole">
            <mc:AlternateContent xmlns:mc="http://schemas.openxmlformats.org/markup-compatibility/2006">
              <mc:Choice xmlns:v="urn:schemas-microsoft-com:vml" Requires="v">
                <p:oleObj spid="_x0000_s3097" name="" r:id="rId7" imgW="1790065" imgH="241300" progId="Equation.DSMT4">
                  <p:embed/>
                </p:oleObj>
              </mc:Choice>
              <mc:Fallback>
                <p:oleObj name="" r:id="rId7" imgW="1790065" imgH="241300" progId="Equation.DSMT4">
                  <p:embed/>
                  <p:pic>
                    <p:nvPicPr>
                      <p:cNvPr id="0" name="图片 3096"/>
                      <p:cNvPicPr/>
                      <p:nvPr/>
                    </p:nvPicPr>
                    <p:blipFill>
                      <a:blip r:embed="rId8">
                        <a:lum bright="100000"/>
                      </a:blip>
                      <a:stretch>
                        <a:fillRect/>
                      </a:stretch>
                    </p:blipFill>
                    <p:spPr>
                      <a:xfrm>
                        <a:off x="2774950" y="1179513"/>
                        <a:ext cx="4086225" cy="550862"/>
                      </a:xfrm>
                      <a:prstGeom prst="rect">
                        <a:avLst/>
                      </a:prstGeom>
                      <a:noFill/>
                      <a:ln w="38100">
                        <a:noFill/>
                        <a:miter/>
                      </a:ln>
                    </p:spPr>
                  </p:pic>
                </p:oleObj>
              </mc:Fallback>
            </mc:AlternateContent>
          </a:graphicData>
        </a:graphic>
      </p:graphicFrame>
      <p:sp>
        <p:nvSpPr>
          <p:cNvPr id="49160" name="矩形 49159"/>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49161" name="对象 49160"/>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105" name="" r:id="rId9" imgW="1891665" imgH="241300" progId="Equation.DSMT4">
                  <p:embed/>
                </p:oleObj>
              </mc:Choice>
              <mc:Fallback>
                <p:oleObj name="" r:id="rId9" imgW="1891665" imgH="241300" progId="Equation.DSMT4">
                  <p:embed/>
                  <p:pic>
                    <p:nvPicPr>
                      <p:cNvPr id="0" name="图片 3104"/>
                      <p:cNvPicPr/>
                      <p:nvPr/>
                    </p:nvPicPr>
                    <p:blipFill>
                      <a:blip r:embed="rId10">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sp>
        <p:nvSpPr>
          <p:cNvPr id="49162" name="矩形 49161"/>
          <p:cNvSpPr/>
          <p:nvPr/>
        </p:nvSpPr>
        <p:spPr>
          <a:xfrm>
            <a:off x="468313" y="1938338"/>
            <a:ext cx="357981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群体历史最优解：   </a:t>
            </a:r>
            <a:endParaRPr lang="zh-CN" altLang="en-US" sz="2800" b="1">
              <a:solidFill>
                <a:schemeClr val="bg1"/>
              </a:solidFill>
              <a:latin typeface="楷体_GB2312" pitchFamily="1" charset="-122"/>
              <a:ea typeface="楷体_GB2312" pitchFamily="1" charset="-122"/>
            </a:endParaRPr>
          </a:p>
        </p:txBody>
      </p:sp>
      <p:graphicFrame>
        <p:nvGraphicFramePr>
          <p:cNvPr id="49163" name="对象 49162"/>
          <p:cNvGraphicFramePr>
            <a:graphicFrameLocks noChangeAspect="1"/>
          </p:cNvGraphicFramePr>
          <p:nvPr/>
        </p:nvGraphicFramePr>
        <p:xfrm>
          <a:off x="3276600" y="1917700"/>
          <a:ext cx="1331913" cy="581025"/>
        </p:xfrm>
        <a:graphic>
          <a:graphicData uri="http://schemas.openxmlformats.org/presentationml/2006/ole">
            <mc:AlternateContent xmlns:mc="http://schemas.openxmlformats.org/markup-compatibility/2006">
              <mc:Choice xmlns:v="urn:schemas-microsoft-com:vml" Requires="v">
                <p:oleObj spid="_x0000_s3094" name="" r:id="rId11" imgW="584835" imgH="254000" progId="Equation.DSMT4">
                  <p:embed/>
                </p:oleObj>
              </mc:Choice>
              <mc:Fallback>
                <p:oleObj name="" r:id="rId11" imgW="584835" imgH="254000" progId="Equation.DSMT4">
                  <p:embed/>
                  <p:pic>
                    <p:nvPicPr>
                      <p:cNvPr id="0" name="图片 3093"/>
                      <p:cNvPicPr/>
                      <p:nvPr/>
                    </p:nvPicPr>
                    <p:blipFill>
                      <a:blip r:embed="rId12"/>
                      <a:stretch>
                        <a:fillRect/>
                      </a:stretch>
                    </p:blipFill>
                    <p:spPr>
                      <a:xfrm>
                        <a:off x="3276600" y="1917700"/>
                        <a:ext cx="1331913" cy="581025"/>
                      </a:xfrm>
                      <a:prstGeom prst="rect">
                        <a:avLst/>
                      </a:prstGeom>
                      <a:noFill/>
                      <a:ln w="38100">
                        <a:noFill/>
                        <a:miter/>
                      </a:ln>
                    </p:spPr>
                  </p:pic>
                </p:oleObj>
              </mc:Fallback>
            </mc:AlternateContent>
          </a:graphicData>
        </a:graphic>
      </p:graphicFrame>
      <p:graphicFrame>
        <p:nvGraphicFramePr>
          <p:cNvPr id="49164" name="对象 49163"/>
          <p:cNvGraphicFramePr>
            <a:graphicFrameLocks noChangeAspect="1"/>
          </p:cNvGraphicFramePr>
          <p:nvPr/>
        </p:nvGraphicFramePr>
        <p:xfrm>
          <a:off x="3319463" y="2541588"/>
          <a:ext cx="3241675" cy="550862"/>
        </p:xfrm>
        <a:graphic>
          <a:graphicData uri="http://schemas.openxmlformats.org/presentationml/2006/ole">
            <mc:AlternateContent xmlns:mc="http://schemas.openxmlformats.org/markup-compatibility/2006">
              <mc:Choice xmlns:v="urn:schemas-microsoft-com:vml" Requires="v">
                <p:oleObj spid="_x0000_s3095" name="" r:id="rId13" imgW="1424305" imgH="241300" progId="Equation.DSMT4">
                  <p:embed/>
                </p:oleObj>
              </mc:Choice>
              <mc:Fallback>
                <p:oleObj name="" r:id="rId13" imgW="1424305" imgH="241300" progId="Equation.DSMT4">
                  <p:embed/>
                  <p:pic>
                    <p:nvPicPr>
                      <p:cNvPr id="0" name="图片 3094"/>
                      <p:cNvPicPr/>
                      <p:nvPr/>
                    </p:nvPicPr>
                    <p:blipFill>
                      <a:blip r:embed="rId14"/>
                      <a:stretch>
                        <a:fillRect/>
                      </a:stretch>
                    </p:blipFill>
                    <p:spPr>
                      <a:xfrm>
                        <a:off x="3319463" y="2541588"/>
                        <a:ext cx="3241675" cy="550862"/>
                      </a:xfrm>
                      <a:prstGeom prst="rect">
                        <a:avLst/>
                      </a:prstGeom>
                      <a:noFill/>
                      <a:ln w="38100">
                        <a:noFill/>
                        <a:miter/>
                      </a:ln>
                    </p:spPr>
                  </p:pic>
                </p:oleObj>
              </mc:Fallback>
            </mc:AlternateContent>
          </a:graphicData>
        </a:graphic>
      </p:graphicFrame>
      <p:sp>
        <p:nvSpPr>
          <p:cNvPr id="49165" name="矩形 49164"/>
          <p:cNvSpPr/>
          <p:nvPr/>
        </p:nvSpPr>
        <p:spPr>
          <a:xfrm>
            <a:off x="468313" y="2543175"/>
            <a:ext cx="3579812" cy="519113"/>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个体历史最优解：   </a:t>
            </a:r>
            <a:endParaRPr lang="zh-CN" altLang="en-US" sz="2800" b="1">
              <a:solidFill>
                <a:schemeClr val="bg1"/>
              </a:solidFill>
              <a:latin typeface="楷体_GB2312" pitchFamily="1" charset="-122"/>
              <a:ea typeface="楷体_GB2312" pitchFamily="1" charset="-122"/>
            </a:endParaRPr>
          </a:p>
        </p:txBody>
      </p:sp>
      <p:sp>
        <p:nvSpPr>
          <p:cNvPr id="49166" name="直接连接符 49165"/>
          <p:cNvSpPr/>
          <p:nvPr/>
        </p:nvSpPr>
        <p:spPr>
          <a:xfrm>
            <a:off x="0" y="6165850"/>
            <a:ext cx="9144000" cy="0"/>
          </a:xfrm>
          <a:prstGeom prst="line">
            <a:avLst/>
          </a:prstGeom>
          <a:ln w="76200" cap="flat" cmpd="tri">
            <a:solidFill>
              <a:srgbClr val="33CCFF">
                <a:alpha val="68999"/>
              </a:srgbClr>
            </a:solidFill>
            <a:prstDash val="solid"/>
            <a:headEnd type="none" w="med" len="med"/>
            <a:tailEnd type="none" w="med" len="med"/>
          </a:ln>
        </p:spPr>
      </p:sp>
      <p:graphicFrame>
        <p:nvGraphicFramePr>
          <p:cNvPr id="49167" name="对象 49166"/>
          <p:cNvGraphicFramePr>
            <a:graphicFrameLocks noChangeAspect="1"/>
          </p:cNvGraphicFramePr>
          <p:nvPr/>
        </p:nvGraphicFramePr>
        <p:xfrm>
          <a:off x="944563" y="5124450"/>
          <a:ext cx="6688137" cy="550863"/>
        </p:xfrm>
        <a:graphic>
          <a:graphicData uri="http://schemas.openxmlformats.org/presentationml/2006/ole">
            <mc:AlternateContent xmlns:mc="http://schemas.openxmlformats.org/markup-compatibility/2006">
              <mc:Choice xmlns:v="urn:schemas-microsoft-com:vml" Requires="v">
                <p:oleObj spid="_x0000_s3109" name="" r:id="rId15" imgW="2932430" imgH="241300" progId="Equation.DSMT4">
                  <p:embed/>
                </p:oleObj>
              </mc:Choice>
              <mc:Fallback>
                <p:oleObj name="" r:id="rId15" imgW="2932430" imgH="241300" progId="Equation.DSMT4">
                  <p:embed/>
                  <p:pic>
                    <p:nvPicPr>
                      <p:cNvPr id="0" name="图片 3108"/>
                      <p:cNvPicPr/>
                      <p:nvPr/>
                    </p:nvPicPr>
                    <p:blipFill>
                      <a:blip r:embed="rId16">
                        <a:lum bright="100000"/>
                      </a:blip>
                      <a:stretch>
                        <a:fillRect/>
                      </a:stretch>
                    </p:blipFill>
                    <p:spPr>
                      <a:xfrm>
                        <a:off x="944563" y="5124450"/>
                        <a:ext cx="6688137" cy="550863"/>
                      </a:xfrm>
                      <a:prstGeom prst="rect">
                        <a:avLst/>
                      </a:prstGeom>
                      <a:noFill/>
                      <a:ln w="38100">
                        <a:noFill/>
                        <a:miter/>
                      </a:ln>
                    </p:spPr>
                  </p:pic>
                </p:oleObj>
              </mc:Fallback>
            </mc:AlternateContent>
          </a:graphicData>
        </a:graphic>
      </p:graphicFrame>
      <p:graphicFrame>
        <p:nvGraphicFramePr>
          <p:cNvPr id="49168" name="对象 49167"/>
          <p:cNvGraphicFramePr>
            <a:graphicFrameLocks noChangeAspect="1"/>
          </p:cNvGraphicFramePr>
          <p:nvPr/>
        </p:nvGraphicFramePr>
        <p:xfrm>
          <a:off x="944563" y="5613400"/>
          <a:ext cx="6892925" cy="550863"/>
        </p:xfrm>
        <a:graphic>
          <a:graphicData uri="http://schemas.openxmlformats.org/presentationml/2006/ole">
            <mc:AlternateContent xmlns:mc="http://schemas.openxmlformats.org/markup-compatibility/2006">
              <mc:Choice xmlns:v="urn:schemas-microsoft-com:vml" Requires="v">
                <p:oleObj spid="_x0000_s3096" name="" r:id="rId17" imgW="3021330" imgH="241300" progId="Equation.DSMT4">
                  <p:embed/>
                </p:oleObj>
              </mc:Choice>
              <mc:Fallback>
                <p:oleObj name="" r:id="rId17" imgW="3021330" imgH="241300" progId="Equation.DSMT4">
                  <p:embed/>
                  <p:pic>
                    <p:nvPicPr>
                      <p:cNvPr id="0" name="图片 3095"/>
                      <p:cNvPicPr/>
                      <p:nvPr/>
                    </p:nvPicPr>
                    <p:blipFill>
                      <a:blip r:embed="rId18">
                        <a:lum bright="100000"/>
                      </a:blip>
                      <a:stretch>
                        <a:fillRect/>
                      </a:stretch>
                    </p:blipFill>
                    <p:spPr>
                      <a:xfrm>
                        <a:off x="944563" y="5613400"/>
                        <a:ext cx="6892925" cy="550863"/>
                      </a:xfrm>
                      <a:prstGeom prst="rect">
                        <a:avLst/>
                      </a:prstGeom>
                      <a:noFill/>
                      <a:ln w="38100">
                        <a:noFill/>
                        <a:miter/>
                      </a:ln>
                    </p:spPr>
                  </p:pic>
                </p:oleObj>
              </mc:Fallback>
            </mc:AlternateContent>
          </a:graphicData>
        </a:graphic>
      </p:graphicFrame>
      <p:graphicFrame>
        <p:nvGraphicFramePr>
          <p:cNvPr id="49169" name="对象 49168"/>
          <p:cNvGraphicFramePr>
            <a:graphicFrameLocks noChangeAspect="1"/>
          </p:cNvGraphicFramePr>
          <p:nvPr/>
        </p:nvGraphicFramePr>
        <p:xfrm>
          <a:off x="2933700" y="6237288"/>
          <a:ext cx="2143125" cy="522287"/>
        </p:xfrm>
        <a:graphic>
          <a:graphicData uri="http://schemas.openxmlformats.org/presentationml/2006/ole">
            <mc:AlternateContent xmlns:mc="http://schemas.openxmlformats.org/markup-compatibility/2006">
              <mc:Choice xmlns:v="urn:schemas-microsoft-com:vml" Requires="v">
                <p:oleObj spid="_x0000_s3103" name="" r:id="rId19" imgW="941705" imgH="229235" progId="Equation.DSMT4">
                  <p:embed/>
                </p:oleObj>
              </mc:Choice>
              <mc:Fallback>
                <p:oleObj name="" r:id="rId19" imgW="941705" imgH="229235" progId="Equation.DSMT4">
                  <p:embed/>
                  <p:pic>
                    <p:nvPicPr>
                      <p:cNvPr id="0" name="图片 3102"/>
                      <p:cNvPicPr/>
                      <p:nvPr/>
                    </p:nvPicPr>
                    <p:blipFill>
                      <a:blip r:embed="rId20"/>
                      <a:stretch>
                        <a:fillRect/>
                      </a:stretch>
                    </p:blipFill>
                    <p:spPr>
                      <a:xfrm>
                        <a:off x="2933700" y="6237288"/>
                        <a:ext cx="2143125" cy="522287"/>
                      </a:xfrm>
                      <a:prstGeom prst="rect">
                        <a:avLst/>
                      </a:prstGeom>
                      <a:noFill/>
                      <a:ln w="38100">
                        <a:noFill/>
                        <a:miter/>
                      </a:ln>
                    </p:spPr>
                  </p:pic>
                </p:oleObj>
              </mc:Fallback>
            </mc:AlternateContent>
          </a:graphicData>
        </a:graphic>
      </p:graphicFrame>
      <p:sp>
        <p:nvSpPr>
          <p:cNvPr id="49170" name="椭圆 49169"/>
          <p:cNvSpPr/>
          <p:nvPr/>
        </p:nvSpPr>
        <p:spPr>
          <a:xfrm>
            <a:off x="3549650" y="4581525"/>
            <a:ext cx="1439863" cy="647700"/>
          </a:xfrm>
          <a:prstGeom prst="ellipse">
            <a:avLst/>
          </a:prstGeom>
          <a:noFill/>
          <a:ln w="38100" cap="flat" cmpd="sng">
            <a:solidFill>
              <a:srgbClr val="FFFF00"/>
            </a:solidFill>
            <a:prstDash val="solid"/>
            <a:headEnd type="none" w="med" len="med"/>
            <a:tailEnd type="none" w="med" len="med"/>
          </a:ln>
        </p:spPr>
        <p:txBody>
          <a:bodyPr/>
          <a:p>
            <a:endParaRPr lang="zh-CN" altLang="en-US"/>
          </a:p>
        </p:txBody>
      </p:sp>
      <p:sp>
        <p:nvSpPr>
          <p:cNvPr id="49171" name="矩形 49170"/>
          <p:cNvSpPr/>
          <p:nvPr/>
        </p:nvSpPr>
        <p:spPr>
          <a:xfrm>
            <a:off x="4140200" y="3146425"/>
            <a:ext cx="3225800" cy="519113"/>
          </a:xfrm>
          <a:prstGeom prst="rect">
            <a:avLst/>
          </a:prstGeom>
          <a:noFill/>
          <a:ln w="9525">
            <a:noFill/>
          </a:ln>
        </p:spPr>
        <p:txBody>
          <a:bodyPr wrap="none" anchor="t">
            <a:spAutoFit/>
          </a:bodyPr>
          <a:p>
            <a:pPr eaLnBrk="0" hangingPunct="0"/>
            <a:r>
              <a:rPr lang="zh-CN" altLang="en-US" sz="2800" b="1" i="1">
                <a:solidFill>
                  <a:srgbClr val="FFFF00"/>
                </a:solidFill>
                <a:latin typeface="Arial" panose="020B0604020202020204" pitchFamily="34" charset="0"/>
                <a:ea typeface="楷体_GB2312" pitchFamily="1" charset="-122"/>
              </a:rPr>
              <a:t>不强行拉回解空间  </a:t>
            </a:r>
            <a:endParaRPr lang="zh-CN" altLang="en-US" sz="2800" b="1" i="1">
              <a:solidFill>
                <a:srgbClr val="FFFF00"/>
              </a:solidFill>
              <a:latin typeface="Arial" panose="020B0604020202020204" pitchFamily="34" charset="0"/>
              <a:ea typeface="楷体_GB2312" pitchFamily="1"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wipe(left)">
                                      <p:cBhvr>
                                        <p:cTn id="7" dur="500"/>
                                        <p:tgtEl>
                                          <p:spTgt spid="4915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9166"/>
                                        </p:tgtEl>
                                        <p:attrNameLst>
                                          <p:attrName>style.visibility</p:attrName>
                                        </p:attrNameLst>
                                      </p:cBhvr>
                                      <p:to>
                                        <p:strVal val="visible"/>
                                      </p:to>
                                    </p:set>
                                    <p:animEffect transition="in" filter="wipe(left)">
                                      <p:cBhvr>
                                        <p:cTn id="11" dur="500"/>
                                        <p:tgtEl>
                                          <p:spTgt spid="4916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9169"/>
                                        </p:tgtEl>
                                        <p:attrNameLst>
                                          <p:attrName>style.visibility</p:attrName>
                                        </p:attrNameLst>
                                      </p:cBhvr>
                                      <p:to>
                                        <p:strVal val="visible"/>
                                      </p:to>
                                    </p:set>
                                    <p:animEffect transition="in" filter="wipe(left)">
                                      <p:cBhvr>
                                        <p:cTn id="16" dur="500"/>
                                        <p:tgtEl>
                                          <p:spTgt spid="4916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9154"/>
                                        </p:tgtEl>
                                        <p:attrNameLst>
                                          <p:attrName>style.visibility</p:attrName>
                                        </p:attrNameLst>
                                      </p:cBhvr>
                                      <p:to>
                                        <p:strVal val="visible"/>
                                      </p:to>
                                    </p:set>
                                    <p:animEffect transition="in" filter="wipe(left)">
                                      <p:cBhvr>
                                        <p:cTn id="21" dur="500"/>
                                        <p:tgtEl>
                                          <p:spTgt spid="49154"/>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49155"/>
                                        </p:tgtEl>
                                        <p:attrNameLst>
                                          <p:attrName>style.visibility</p:attrName>
                                        </p:attrNameLst>
                                      </p:cBhvr>
                                      <p:to>
                                        <p:strVal val="visible"/>
                                      </p:to>
                                    </p:set>
                                    <p:animEffect transition="in" filter="wipe(left)">
                                      <p:cBhvr>
                                        <p:cTn id="25" dur="500"/>
                                        <p:tgtEl>
                                          <p:spTgt spid="49155"/>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49157"/>
                                        </p:tgtEl>
                                        <p:attrNameLst>
                                          <p:attrName>style.visibility</p:attrName>
                                        </p:attrNameLst>
                                      </p:cBhvr>
                                      <p:to>
                                        <p:strVal val="visible"/>
                                      </p:to>
                                    </p:set>
                                    <p:animEffect transition="in" filter="wipe(left)">
                                      <p:cBhvr>
                                        <p:cTn id="29" dur="500"/>
                                        <p:tgtEl>
                                          <p:spTgt spid="49157"/>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49167"/>
                                        </p:tgtEl>
                                        <p:attrNameLst>
                                          <p:attrName>style.visibility</p:attrName>
                                        </p:attrNameLst>
                                      </p:cBhvr>
                                      <p:to>
                                        <p:strVal val="visible"/>
                                      </p:to>
                                    </p:set>
                                    <p:animEffect transition="in" filter="wipe(left)">
                                      <p:cBhvr>
                                        <p:cTn id="33" dur="500"/>
                                        <p:tgtEl>
                                          <p:spTgt spid="49167"/>
                                        </p:tgtEl>
                                      </p:cBhvr>
                                    </p:animEffect>
                                  </p:childTnLst>
                                </p:cTn>
                              </p:par>
                            </p:childTnLst>
                          </p:cTn>
                        </p:par>
                        <p:par>
                          <p:cTn id="34" fill="hold">
                            <p:stCondLst>
                              <p:cond delay="2000"/>
                            </p:stCondLst>
                            <p:childTnLst>
                              <p:par>
                                <p:cTn id="35" presetID="22" presetClass="entr" presetSubtype="8" fill="hold" nodeType="afterEffect">
                                  <p:stCondLst>
                                    <p:cond delay="0"/>
                                  </p:stCondLst>
                                  <p:childTnLst>
                                    <p:set>
                                      <p:cBhvr>
                                        <p:cTn id="36" dur="1" fill="hold">
                                          <p:stCondLst>
                                            <p:cond delay="0"/>
                                          </p:stCondLst>
                                        </p:cTn>
                                        <p:tgtEl>
                                          <p:spTgt spid="49168"/>
                                        </p:tgtEl>
                                        <p:attrNameLst>
                                          <p:attrName>style.visibility</p:attrName>
                                        </p:attrNameLst>
                                      </p:cBhvr>
                                      <p:to>
                                        <p:strVal val="visible"/>
                                      </p:to>
                                    </p:set>
                                    <p:animEffect transition="in" filter="wipe(left)">
                                      <p:cBhvr>
                                        <p:cTn id="37" dur="500"/>
                                        <p:tgtEl>
                                          <p:spTgt spid="4916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9170"/>
                                        </p:tgtEl>
                                        <p:attrNameLst>
                                          <p:attrName>style.visibility</p:attrName>
                                        </p:attrNameLst>
                                      </p:cBhvr>
                                      <p:to>
                                        <p:strVal val="visible"/>
                                      </p:to>
                                    </p:set>
                                    <p:animEffect transition="in" filter="wipe(left)">
                                      <p:cBhvr>
                                        <p:cTn id="42" dur="500"/>
                                        <p:tgtEl>
                                          <p:spTgt spid="49170"/>
                                        </p:tgtEl>
                                      </p:cBhvr>
                                    </p:animEffect>
                                  </p:childTnLst>
                                </p:cTn>
                              </p:par>
                            </p:childTnLst>
                          </p:cTn>
                        </p:par>
                        <p:par>
                          <p:cTn id="43" fill="hold">
                            <p:stCondLst>
                              <p:cond delay="500"/>
                            </p:stCondLst>
                            <p:childTnLst>
                              <p:par>
                                <p:cTn id="44" presetID="35" presetClass="emph" presetSubtype="0" repeatCount="3000" fill="hold" nodeType="afterEffect">
                                  <p:stCondLst>
                                    <p:cond delay="0"/>
                                  </p:stCondLst>
                                  <p:childTnLst>
                                    <p:anim calcmode="discrete" valueType="str">
                                      <p:cBhvr>
                                        <p:cTn id="45" dur="500" fill="hold"/>
                                        <p:tgtEl>
                                          <p:spTgt spid="49170"/>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9171"/>
                                        </p:tgtEl>
                                        <p:attrNameLst>
                                          <p:attrName>style.visibility</p:attrName>
                                        </p:attrNameLst>
                                      </p:cBhvr>
                                      <p:to>
                                        <p:strVal val="visible"/>
                                      </p:to>
                                    </p:set>
                                    <p:animEffect transition="in" filter="wipe(left)">
                                      <p:cBhvr>
                                        <p:cTn id="50" dur="500"/>
                                        <p:tgtEl>
                                          <p:spTgt spid="49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p:bldP spid="4917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178" name="对象 50177"/>
          <p:cNvGraphicFramePr>
            <a:graphicFrameLocks noChangeAspect="1"/>
          </p:cNvGraphicFramePr>
          <p:nvPr/>
        </p:nvGraphicFramePr>
        <p:xfrm>
          <a:off x="928688" y="3644900"/>
          <a:ext cx="6835775" cy="550863"/>
        </p:xfrm>
        <a:graphic>
          <a:graphicData uri="http://schemas.openxmlformats.org/presentationml/2006/ole">
            <mc:AlternateContent xmlns:mc="http://schemas.openxmlformats.org/markup-compatibility/2006">
              <mc:Choice xmlns:v="urn:schemas-microsoft-com:vml" Requires="v">
                <p:oleObj spid="_x0000_s3098" name="" r:id="rId1" imgW="2995930" imgH="241300" progId="Equation.DSMT4">
                  <p:embed/>
                </p:oleObj>
              </mc:Choice>
              <mc:Fallback>
                <p:oleObj name="" r:id="rId1" imgW="2995930" imgH="241300" progId="Equation.DSMT4">
                  <p:embed/>
                  <p:pic>
                    <p:nvPicPr>
                      <p:cNvPr id="0" name="图片 3097"/>
                      <p:cNvPicPr/>
                      <p:nvPr/>
                    </p:nvPicPr>
                    <p:blipFill>
                      <a:blip r:embed="rId2">
                        <a:lum bright="100000"/>
                      </a:blip>
                      <a:stretch>
                        <a:fillRect/>
                      </a:stretch>
                    </p:blipFill>
                    <p:spPr>
                      <a:xfrm>
                        <a:off x="928688" y="3644900"/>
                        <a:ext cx="6835775" cy="550863"/>
                      </a:xfrm>
                      <a:prstGeom prst="rect">
                        <a:avLst/>
                      </a:prstGeom>
                      <a:noFill/>
                      <a:ln w="38100">
                        <a:noFill/>
                        <a:miter/>
                      </a:ln>
                    </p:spPr>
                  </p:pic>
                </p:oleObj>
              </mc:Fallback>
            </mc:AlternateContent>
          </a:graphicData>
        </a:graphic>
      </p:graphicFrame>
      <p:graphicFrame>
        <p:nvGraphicFramePr>
          <p:cNvPr id="50179" name="对象 50178"/>
          <p:cNvGraphicFramePr>
            <a:graphicFrameLocks noChangeAspect="1"/>
          </p:cNvGraphicFramePr>
          <p:nvPr/>
        </p:nvGraphicFramePr>
        <p:xfrm>
          <a:off x="935038" y="4119563"/>
          <a:ext cx="6892925" cy="550862"/>
        </p:xfrm>
        <a:graphic>
          <a:graphicData uri="http://schemas.openxmlformats.org/presentationml/2006/ole">
            <mc:AlternateContent xmlns:mc="http://schemas.openxmlformats.org/markup-compatibility/2006">
              <mc:Choice xmlns:v="urn:schemas-microsoft-com:vml" Requires="v">
                <p:oleObj spid="_x0000_s3107" name="" r:id="rId3" imgW="3021330" imgH="241300" progId="Equation.DSMT4">
                  <p:embed/>
                </p:oleObj>
              </mc:Choice>
              <mc:Fallback>
                <p:oleObj name="" r:id="rId3" imgW="3021330" imgH="241300" progId="Equation.DSMT4">
                  <p:embed/>
                  <p:pic>
                    <p:nvPicPr>
                      <p:cNvPr id="0" name="图片 3106"/>
                      <p:cNvPicPr/>
                      <p:nvPr/>
                    </p:nvPicPr>
                    <p:blipFill>
                      <a:blip r:embed="rId4">
                        <a:lum bright="100000"/>
                      </a:blip>
                      <a:stretch>
                        <a:fillRect/>
                      </a:stretch>
                    </p:blipFill>
                    <p:spPr>
                      <a:xfrm>
                        <a:off x="935038" y="4119563"/>
                        <a:ext cx="6892925" cy="550862"/>
                      </a:xfrm>
                      <a:prstGeom prst="rect">
                        <a:avLst/>
                      </a:prstGeom>
                      <a:noFill/>
                      <a:ln w="38100">
                        <a:noFill/>
                        <a:miter/>
                      </a:ln>
                    </p:spPr>
                  </p:pic>
                </p:oleObj>
              </mc:Fallback>
            </mc:AlternateContent>
          </a:graphicData>
        </a:graphic>
      </p:graphicFrame>
      <p:sp>
        <p:nvSpPr>
          <p:cNvPr id="50180" name="矩形 50179"/>
          <p:cNvSpPr/>
          <p:nvPr/>
        </p:nvSpPr>
        <p:spPr>
          <a:xfrm>
            <a:off x="539750" y="3068638"/>
            <a:ext cx="2684463" cy="519112"/>
          </a:xfrm>
          <a:prstGeom prst="rect">
            <a:avLst/>
          </a:prstGeom>
          <a:noFill/>
          <a:ln w="9525">
            <a:noFill/>
          </a:ln>
        </p:spPr>
        <p:txBody>
          <a:bodyPr wrap="none" anchor="t">
            <a:spAutoFit/>
          </a:bodyPr>
          <a:p>
            <a:pPr eaLnBrk="0" hangingPunct="0"/>
            <a:r>
              <a:rPr lang="zh-CN" altLang="en-US" sz="2800" b="1">
                <a:solidFill>
                  <a:srgbClr val="FFFF00"/>
                </a:solidFill>
                <a:latin typeface="Arial" panose="020B0604020202020204" pitchFamily="34" charset="0"/>
                <a:ea typeface="楷体_GB2312" pitchFamily="1" charset="-122"/>
              </a:rPr>
              <a:t>更新位置，得：</a:t>
            </a:r>
            <a:endParaRPr lang="zh-CN" altLang="en-US" sz="2800" b="1">
              <a:solidFill>
                <a:srgbClr val="FFFF00"/>
              </a:solidFill>
              <a:latin typeface="Arial" panose="020B0604020202020204" pitchFamily="34" charset="0"/>
              <a:ea typeface="楷体_GB2312" pitchFamily="1" charset="-122"/>
            </a:endParaRPr>
          </a:p>
        </p:txBody>
      </p:sp>
      <p:graphicFrame>
        <p:nvGraphicFramePr>
          <p:cNvPr id="50181" name="对象 50180"/>
          <p:cNvGraphicFramePr>
            <a:graphicFrameLocks noChangeAspect="1"/>
          </p:cNvGraphicFramePr>
          <p:nvPr/>
        </p:nvGraphicFramePr>
        <p:xfrm>
          <a:off x="931863" y="4624388"/>
          <a:ext cx="7153275" cy="550862"/>
        </p:xfrm>
        <a:graphic>
          <a:graphicData uri="http://schemas.openxmlformats.org/presentationml/2006/ole">
            <mc:AlternateContent xmlns:mc="http://schemas.openxmlformats.org/markup-compatibility/2006">
              <mc:Choice xmlns:v="urn:schemas-microsoft-com:vml" Requires="v">
                <p:oleObj spid="_x0000_s3099" name="" r:id="rId5" imgW="3135630" imgH="241300" progId="Equation.DSMT4">
                  <p:embed/>
                </p:oleObj>
              </mc:Choice>
              <mc:Fallback>
                <p:oleObj name="" r:id="rId5" imgW="3135630" imgH="241300" progId="Equation.DSMT4">
                  <p:embed/>
                  <p:pic>
                    <p:nvPicPr>
                      <p:cNvPr id="0" name="图片 3098"/>
                      <p:cNvPicPr/>
                      <p:nvPr/>
                    </p:nvPicPr>
                    <p:blipFill>
                      <a:blip r:embed="rId6">
                        <a:lum bright="100000"/>
                      </a:blip>
                      <a:stretch>
                        <a:fillRect/>
                      </a:stretch>
                    </p:blipFill>
                    <p:spPr>
                      <a:xfrm>
                        <a:off x="931863" y="4624388"/>
                        <a:ext cx="7153275" cy="550862"/>
                      </a:xfrm>
                      <a:prstGeom prst="rect">
                        <a:avLst/>
                      </a:prstGeom>
                      <a:noFill/>
                      <a:ln w="38100">
                        <a:noFill/>
                        <a:miter/>
                      </a:ln>
                    </p:spPr>
                  </p:pic>
                </p:oleObj>
              </mc:Fallback>
            </mc:AlternateContent>
          </a:graphicData>
        </a:graphic>
      </p:graphicFrame>
      <p:sp>
        <p:nvSpPr>
          <p:cNvPr id="50182" name="矩形 50181"/>
          <p:cNvSpPr/>
          <p:nvPr/>
        </p:nvSpPr>
        <p:spPr>
          <a:xfrm>
            <a:off x="985838" y="1190625"/>
            <a:ext cx="2265362"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初始速度：   </a:t>
            </a:r>
            <a:endParaRPr lang="zh-CN" altLang="en-US" sz="2800" b="1">
              <a:solidFill>
                <a:schemeClr val="bg1"/>
              </a:solidFill>
              <a:latin typeface="Arial" panose="020B0604020202020204" pitchFamily="34" charset="0"/>
              <a:ea typeface="楷体_GB2312" pitchFamily="1" charset="-122"/>
            </a:endParaRPr>
          </a:p>
        </p:txBody>
      </p:sp>
      <p:graphicFrame>
        <p:nvGraphicFramePr>
          <p:cNvPr id="50183" name="对象 50182"/>
          <p:cNvGraphicFramePr>
            <a:graphicFrameLocks noChangeAspect="1"/>
          </p:cNvGraphicFramePr>
          <p:nvPr/>
        </p:nvGraphicFramePr>
        <p:xfrm>
          <a:off x="2774950" y="1179513"/>
          <a:ext cx="4086225" cy="550862"/>
        </p:xfrm>
        <a:graphic>
          <a:graphicData uri="http://schemas.openxmlformats.org/presentationml/2006/ole">
            <mc:AlternateContent xmlns:mc="http://schemas.openxmlformats.org/markup-compatibility/2006">
              <mc:Choice xmlns:v="urn:schemas-microsoft-com:vml" Requires="v">
                <p:oleObj spid="_x0000_s3100" name="" r:id="rId7" imgW="1790065" imgH="241300" progId="Equation.DSMT4">
                  <p:embed/>
                </p:oleObj>
              </mc:Choice>
              <mc:Fallback>
                <p:oleObj name="" r:id="rId7" imgW="1790065" imgH="241300" progId="Equation.DSMT4">
                  <p:embed/>
                  <p:pic>
                    <p:nvPicPr>
                      <p:cNvPr id="0" name="图片 3099"/>
                      <p:cNvPicPr/>
                      <p:nvPr/>
                    </p:nvPicPr>
                    <p:blipFill>
                      <a:blip r:embed="rId8">
                        <a:lum bright="100000"/>
                      </a:blip>
                      <a:stretch>
                        <a:fillRect/>
                      </a:stretch>
                    </p:blipFill>
                    <p:spPr>
                      <a:xfrm>
                        <a:off x="2774950" y="1179513"/>
                        <a:ext cx="4086225" cy="550862"/>
                      </a:xfrm>
                      <a:prstGeom prst="rect">
                        <a:avLst/>
                      </a:prstGeom>
                      <a:noFill/>
                      <a:ln w="38100">
                        <a:noFill/>
                        <a:miter/>
                      </a:ln>
                    </p:spPr>
                  </p:pic>
                </p:oleObj>
              </mc:Fallback>
            </mc:AlternateContent>
          </a:graphicData>
        </a:graphic>
      </p:graphicFrame>
      <p:sp>
        <p:nvSpPr>
          <p:cNvPr id="50184" name="矩形 50183"/>
          <p:cNvSpPr/>
          <p:nvPr/>
        </p:nvSpPr>
        <p:spPr>
          <a:xfrm>
            <a:off x="971550" y="555625"/>
            <a:ext cx="2687638" cy="519113"/>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初始位置：</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aphicFrame>
        <p:nvGraphicFramePr>
          <p:cNvPr id="50185" name="对象 50184"/>
          <p:cNvGraphicFramePr>
            <a:graphicFrameLocks noChangeAspect="1"/>
          </p:cNvGraphicFramePr>
          <p:nvPr/>
        </p:nvGraphicFramePr>
        <p:xfrm>
          <a:off x="2774950" y="549275"/>
          <a:ext cx="4318000" cy="550863"/>
        </p:xfrm>
        <a:graphic>
          <a:graphicData uri="http://schemas.openxmlformats.org/presentationml/2006/ole">
            <mc:AlternateContent xmlns:mc="http://schemas.openxmlformats.org/markup-compatibility/2006">
              <mc:Choice xmlns:v="urn:schemas-microsoft-com:vml" Requires="v">
                <p:oleObj spid="_x0000_s3106" name="" r:id="rId9" imgW="1891665" imgH="241300" progId="Equation.DSMT4">
                  <p:embed/>
                </p:oleObj>
              </mc:Choice>
              <mc:Fallback>
                <p:oleObj name="" r:id="rId9" imgW="1891665" imgH="241300" progId="Equation.DSMT4">
                  <p:embed/>
                  <p:pic>
                    <p:nvPicPr>
                      <p:cNvPr id="0" name="图片 3105"/>
                      <p:cNvPicPr/>
                      <p:nvPr/>
                    </p:nvPicPr>
                    <p:blipFill>
                      <a:blip r:embed="rId10">
                        <a:lum bright="100000"/>
                      </a:blip>
                      <a:stretch>
                        <a:fillRect/>
                      </a:stretch>
                    </p:blipFill>
                    <p:spPr>
                      <a:xfrm>
                        <a:off x="2774950" y="549275"/>
                        <a:ext cx="4318000" cy="550863"/>
                      </a:xfrm>
                      <a:prstGeom prst="rect">
                        <a:avLst/>
                      </a:prstGeom>
                      <a:noFill/>
                      <a:ln w="38100">
                        <a:noFill/>
                        <a:miter/>
                      </a:ln>
                    </p:spPr>
                  </p:pic>
                </p:oleObj>
              </mc:Fallback>
            </mc:AlternateContent>
          </a:graphicData>
        </a:graphic>
      </p:graphicFrame>
      <p:sp>
        <p:nvSpPr>
          <p:cNvPr id="50186" name="矩形 50185"/>
          <p:cNvSpPr/>
          <p:nvPr/>
        </p:nvSpPr>
        <p:spPr>
          <a:xfrm>
            <a:off x="468313" y="1938338"/>
            <a:ext cx="3579812" cy="519112"/>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群体历史最优解：   </a:t>
            </a:r>
            <a:endParaRPr lang="zh-CN" altLang="en-US" sz="2800" b="1">
              <a:solidFill>
                <a:schemeClr val="bg1"/>
              </a:solidFill>
              <a:latin typeface="楷体_GB2312" pitchFamily="1" charset="-122"/>
              <a:ea typeface="楷体_GB2312" pitchFamily="1" charset="-122"/>
            </a:endParaRPr>
          </a:p>
        </p:txBody>
      </p:sp>
      <p:graphicFrame>
        <p:nvGraphicFramePr>
          <p:cNvPr id="50187" name="对象 50186"/>
          <p:cNvGraphicFramePr>
            <a:graphicFrameLocks noChangeAspect="1"/>
          </p:cNvGraphicFramePr>
          <p:nvPr/>
        </p:nvGraphicFramePr>
        <p:xfrm>
          <a:off x="3276600" y="1917700"/>
          <a:ext cx="1331913" cy="581025"/>
        </p:xfrm>
        <a:graphic>
          <a:graphicData uri="http://schemas.openxmlformats.org/presentationml/2006/ole">
            <mc:AlternateContent xmlns:mc="http://schemas.openxmlformats.org/markup-compatibility/2006">
              <mc:Choice xmlns:v="urn:schemas-microsoft-com:vml" Requires="v">
                <p:oleObj spid="_x0000_s3101" name="" r:id="rId11" imgW="584835" imgH="254000" progId="Equation.DSMT4">
                  <p:embed/>
                </p:oleObj>
              </mc:Choice>
              <mc:Fallback>
                <p:oleObj name="" r:id="rId11" imgW="584835" imgH="254000" progId="Equation.DSMT4">
                  <p:embed/>
                  <p:pic>
                    <p:nvPicPr>
                      <p:cNvPr id="0" name="图片 3100"/>
                      <p:cNvPicPr/>
                      <p:nvPr/>
                    </p:nvPicPr>
                    <p:blipFill>
                      <a:blip r:embed="rId12"/>
                      <a:stretch>
                        <a:fillRect/>
                      </a:stretch>
                    </p:blipFill>
                    <p:spPr>
                      <a:xfrm>
                        <a:off x="3276600" y="1917700"/>
                        <a:ext cx="1331913" cy="581025"/>
                      </a:xfrm>
                      <a:prstGeom prst="rect">
                        <a:avLst/>
                      </a:prstGeom>
                      <a:noFill/>
                      <a:ln w="38100">
                        <a:noFill/>
                        <a:miter/>
                      </a:ln>
                    </p:spPr>
                  </p:pic>
                </p:oleObj>
              </mc:Fallback>
            </mc:AlternateContent>
          </a:graphicData>
        </a:graphic>
      </p:graphicFrame>
      <p:graphicFrame>
        <p:nvGraphicFramePr>
          <p:cNvPr id="50188" name="对象 50187"/>
          <p:cNvGraphicFramePr>
            <a:graphicFrameLocks noChangeAspect="1"/>
          </p:cNvGraphicFramePr>
          <p:nvPr/>
        </p:nvGraphicFramePr>
        <p:xfrm>
          <a:off x="3319463" y="2541588"/>
          <a:ext cx="3241675" cy="550862"/>
        </p:xfrm>
        <a:graphic>
          <a:graphicData uri="http://schemas.openxmlformats.org/presentationml/2006/ole">
            <mc:AlternateContent xmlns:mc="http://schemas.openxmlformats.org/markup-compatibility/2006">
              <mc:Choice xmlns:v="urn:schemas-microsoft-com:vml" Requires="v">
                <p:oleObj spid="_x0000_s3102" name="" r:id="rId13" imgW="1424305" imgH="241300" progId="Equation.DSMT4">
                  <p:embed/>
                </p:oleObj>
              </mc:Choice>
              <mc:Fallback>
                <p:oleObj name="" r:id="rId13" imgW="1424305" imgH="241300" progId="Equation.DSMT4">
                  <p:embed/>
                  <p:pic>
                    <p:nvPicPr>
                      <p:cNvPr id="0" name="图片 3101"/>
                      <p:cNvPicPr/>
                      <p:nvPr/>
                    </p:nvPicPr>
                    <p:blipFill>
                      <a:blip r:embed="rId14"/>
                      <a:stretch>
                        <a:fillRect/>
                      </a:stretch>
                    </p:blipFill>
                    <p:spPr>
                      <a:xfrm>
                        <a:off x="3319463" y="2541588"/>
                        <a:ext cx="3241675" cy="550862"/>
                      </a:xfrm>
                      <a:prstGeom prst="rect">
                        <a:avLst/>
                      </a:prstGeom>
                      <a:noFill/>
                      <a:ln w="38100">
                        <a:noFill/>
                        <a:miter/>
                      </a:ln>
                    </p:spPr>
                  </p:pic>
                </p:oleObj>
              </mc:Fallback>
            </mc:AlternateContent>
          </a:graphicData>
        </a:graphic>
      </p:graphicFrame>
      <p:sp>
        <p:nvSpPr>
          <p:cNvPr id="50189" name="矩形 50188"/>
          <p:cNvSpPr/>
          <p:nvPr/>
        </p:nvSpPr>
        <p:spPr>
          <a:xfrm>
            <a:off x="468313" y="2543175"/>
            <a:ext cx="3579812" cy="519113"/>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个体历史最优解：   </a:t>
            </a:r>
            <a:endParaRPr lang="zh-CN" altLang="en-US" sz="2800" b="1">
              <a:solidFill>
                <a:schemeClr val="bg1"/>
              </a:solidFill>
              <a:latin typeface="楷体_GB2312" pitchFamily="1" charset="-122"/>
              <a:ea typeface="楷体_GB2312" pitchFamily="1" charset="-122"/>
            </a:endParaRPr>
          </a:p>
        </p:txBody>
      </p:sp>
      <p:graphicFrame>
        <p:nvGraphicFramePr>
          <p:cNvPr id="50190" name="对象 50189"/>
          <p:cNvGraphicFramePr>
            <a:graphicFrameLocks noChangeAspect="1"/>
          </p:cNvGraphicFramePr>
          <p:nvPr/>
        </p:nvGraphicFramePr>
        <p:xfrm>
          <a:off x="944563" y="5124450"/>
          <a:ext cx="6688137" cy="550863"/>
        </p:xfrm>
        <a:graphic>
          <a:graphicData uri="http://schemas.openxmlformats.org/presentationml/2006/ole">
            <mc:AlternateContent xmlns:mc="http://schemas.openxmlformats.org/markup-compatibility/2006">
              <mc:Choice xmlns:v="urn:schemas-microsoft-com:vml" Requires="v">
                <p:oleObj spid="_x0000_s3104" name="" r:id="rId15" imgW="2932430" imgH="241300" progId="Equation.DSMT4">
                  <p:embed/>
                </p:oleObj>
              </mc:Choice>
              <mc:Fallback>
                <p:oleObj name="" r:id="rId15" imgW="2932430" imgH="241300" progId="Equation.DSMT4">
                  <p:embed/>
                  <p:pic>
                    <p:nvPicPr>
                      <p:cNvPr id="0" name="图片 3103"/>
                      <p:cNvPicPr/>
                      <p:nvPr/>
                    </p:nvPicPr>
                    <p:blipFill>
                      <a:blip r:embed="rId16">
                        <a:lum bright="100000"/>
                      </a:blip>
                      <a:stretch>
                        <a:fillRect/>
                      </a:stretch>
                    </p:blipFill>
                    <p:spPr>
                      <a:xfrm>
                        <a:off x="944563" y="5124450"/>
                        <a:ext cx="6688137" cy="550863"/>
                      </a:xfrm>
                      <a:prstGeom prst="rect">
                        <a:avLst/>
                      </a:prstGeom>
                      <a:noFill/>
                      <a:ln w="38100">
                        <a:noFill/>
                        <a:miter/>
                      </a:ln>
                    </p:spPr>
                  </p:pic>
                </p:oleObj>
              </mc:Fallback>
            </mc:AlternateContent>
          </a:graphicData>
        </a:graphic>
      </p:graphicFrame>
      <p:graphicFrame>
        <p:nvGraphicFramePr>
          <p:cNvPr id="50191" name="对象 50190"/>
          <p:cNvGraphicFramePr>
            <a:graphicFrameLocks noChangeAspect="1"/>
          </p:cNvGraphicFramePr>
          <p:nvPr/>
        </p:nvGraphicFramePr>
        <p:xfrm>
          <a:off x="944563" y="5613400"/>
          <a:ext cx="6892925" cy="550863"/>
        </p:xfrm>
        <a:graphic>
          <a:graphicData uri="http://schemas.openxmlformats.org/presentationml/2006/ole">
            <mc:AlternateContent xmlns:mc="http://schemas.openxmlformats.org/markup-compatibility/2006">
              <mc:Choice xmlns:v="urn:schemas-microsoft-com:vml" Requires="v">
                <p:oleObj spid="_x0000_s3108" name="" r:id="rId17" imgW="3021330" imgH="241300" progId="Equation.DSMT4">
                  <p:embed/>
                </p:oleObj>
              </mc:Choice>
              <mc:Fallback>
                <p:oleObj name="" r:id="rId17" imgW="3021330" imgH="241300" progId="Equation.DSMT4">
                  <p:embed/>
                  <p:pic>
                    <p:nvPicPr>
                      <p:cNvPr id="0" name="图片 3107"/>
                      <p:cNvPicPr/>
                      <p:nvPr/>
                    </p:nvPicPr>
                    <p:blipFill>
                      <a:blip r:embed="rId18">
                        <a:lum bright="100000"/>
                      </a:blip>
                      <a:stretch>
                        <a:fillRect/>
                      </a:stretch>
                    </p:blipFill>
                    <p:spPr>
                      <a:xfrm>
                        <a:off x="944563" y="5613400"/>
                        <a:ext cx="6892925" cy="550863"/>
                      </a:xfrm>
                      <a:prstGeom prst="rect">
                        <a:avLst/>
                      </a:prstGeom>
                      <a:noFill/>
                      <a:ln w="38100">
                        <a:noFill/>
                        <a:miter/>
                      </a:ln>
                    </p:spPr>
                  </p:pic>
                </p:oleObj>
              </mc:Fallback>
            </mc:AlternateContent>
          </a:graphicData>
        </a:graphic>
      </p:graphicFrame>
      <p:grpSp>
        <p:nvGrpSpPr>
          <p:cNvPr id="50192" name="组合 50191"/>
          <p:cNvGrpSpPr/>
          <p:nvPr/>
        </p:nvGrpSpPr>
        <p:grpSpPr>
          <a:xfrm>
            <a:off x="411163" y="6015038"/>
            <a:ext cx="8466137" cy="985837"/>
            <a:chOff x="0" y="0"/>
            <a:chExt cx="5333" cy="621"/>
          </a:xfrm>
        </p:grpSpPr>
        <p:graphicFrame>
          <p:nvGraphicFramePr>
            <p:cNvPr id="50193" name="对象 50192"/>
            <p:cNvGraphicFramePr>
              <a:graphicFrameLocks noChangeAspect="1"/>
            </p:cNvGraphicFramePr>
            <p:nvPr/>
          </p:nvGraphicFramePr>
          <p:xfrm>
            <a:off x="510" y="0"/>
            <a:ext cx="3230" cy="621"/>
          </p:xfrm>
          <a:graphic>
            <a:graphicData uri="http://schemas.openxmlformats.org/presentationml/2006/ole">
              <mc:AlternateContent xmlns:mc="http://schemas.openxmlformats.org/markup-compatibility/2006">
                <mc:Choice xmlns:v="urn:schemas-microsoft-com:vml" Requires="v">
                  <p:oleObj spid="_x0000_s3114" name="" r:id="rId19" imgW="2246630" imgH="431800" progId="Equation.DSMT4">
                    <p:embed/>
                  </p:oleObj>
                </mc:Choice>
                <mc:Fallback>
                  <p:oleObj name="" r:id="rId19" imgW="2246630" imgH="431800" progId="Equation.DSMT4">
                    <p:embed/>
                    <p:pic>
                      <p:nvPicPr>
                        <p:cNvPr id="0" name="图片 3113"/>
                        <p:cNvPicPr/>
                        <p:nvPr/>
                      </p:nvPicPr>
                      <p:blipFill>
                        <a:blip r:embed="rId20">
                          <a:lum bright="100000"/>
                        </a:blip>
                        <a:stretch>
                          <a:fillRect/>
                        </a:stretch>
                      </p:blipFill>
                      <p:spPr>
                        <a:xfrm>
                          <a:off x="510" y="0"/>
                          <a:ext cx="3230" cy="621"/>
                        </a:xfrm>
                        <a:prstGeom prst="rect">
                          <a:avLst/>
                        </a:prstGeom>
                        <a:noFill/>
                        <a:ln w="38100">
                          <a:noFill/>
                          <a:miter/>
                        </a:ln>
                      </p:spPr>
                    </p:pic>
                  </p:oleObj>
                </mc:Fallback>
              </mc:AlternateContent>
            </a:graphicData>
          </a:graphic>
        </p:graphicFrame>
        <p:sp>
          <p:nvSpPr>
            <p:cNvPr id="50194" name="矩形 50193"/>
            <p:cNvSpPr/>
            <p:nvPr/>
          </p:nvSpPr>
          <p:spPr>
            <a:xfrm>
              <a:off x="0" y="136"/>
              <a:ext cx="1012" cy="327"/>
            </a:xfrm>
            <a:prstGeom prst="rect">
              <a:avLst/>
            </a:prstGeom>
            <a:noFill/>
            <a:ln w="9525">
              <a:noFill/>
            </a:ln>
          </p:spPr>
          <p:txBody>
            <a:bodyPr wrap="none" anchor="ctr">
              <a:spAutoFit/>
            </a:bodyPr>
            <a:p>
              <a:pPr eaLnBrk="0" hangingPunct="0"/>
              <a:r>
                <a:rPr lang="zh-CN" altLang="en-US" sz="2800" b="1">
                  <a:solidFill>
                    <a:srgbClr val="FFFF00"/>
                  </a:solidFill>
                  <a:latin typeface="楷体_GB2312" pitchFamily="1" charset="-122"/>
                  <a:ea typeface="楷体_GB2312" pitchFamily="1" charset="-122"/>
                </a:rPr>
                <a:t>按照    </a:t>
              </a:r>
              <a:endParaRPr lang="zh-CN" altLang="en-US" sz="2800" b="1">
                <a:solidFill>
                  <a:srgbClr val="FFFF00"/>
                </a:solidFill>
                <a:latin typeface="楷体_GB2312" pitchFamily="1" charset="-122"/>
                <a:ea typeface="楷体_GB2312" pitchFamily="1" charset="-122"/>
              </a:endParaRPr>
            </a:p>
          </p:txBody>
        </p:sp>
        <p:sp>
          <p:nvSpPr>
            <p:cNvPr id="50195" name="矩形 50194"/>
            <p:cNvSpPr/>
            <p:nvPr/>
          </p:nvSpPr>
          <p:spPr>
            <a:xfrm>
              <a:off x="3649" y="136"/>
              <a:ext cx="1684" cy="327"/>
            </a:xfrm>
            <a:prstGeom prst="rect">
              <a:avLst/>
            </a:prstGeom>
            <a:noFill/>
            <a:ln w="9525">
              <a:noFill/>
            </a:ln>
          </p:spPr>
          <p:txBody>
            <a:bodyPr wrap="none" anchor="ctr">
              <a:spAutoFit/>
            </a:bodyPr>
            <a:p>
              <a:pPr eaLnBrk="0" hangingPunct="0"/>
              <a:r>
                <a:rPr lang="zh-CN" altLang="en-US" sz="2800" b="1">
                  <a:solidFill>
                    <a:srgbClr val="FFFF00"/>
                  </a:solidFill>
                  <a:latin typeface="楷体_GB2312" pitchFamily="1" charset="-122"/>
                  <a:ea typeface="楷体_GB2312" pitchFamily="1" charset="-122"/>
                </a:rPr>
                <a:t>计算适应值    </a:t>
              </a:r>
              <a:endParaRPr lang="zh-CN" altLang="en-US" sz="2800" b="1">
                <a:solidFill>
                  <a:srgbClr val="FFFF00"/>
                </a:solidFill>
                <a:latin typeface="楷体_GB2312" pitchFamily="1" charset="-122"/>
                <a:ea typeface="楷体_GB2312" pitchFamily="1" charset="-122"/>
              </a:endParaRPr>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192"/>
                                        </p:tgtEl>
                                        <p:attrNameLst>
                                          <p:attrName>style.visibility</p:attrName>
                                        </p:attrNameLst>
                                      </p:cBhvr>
                                      <p:to>
                                        <p:strVal val="visible"/>
                                      </p:to>
                                    </p:set>
                                    <p:animEffect transition="in" filter="wipe(left)">
                                      <p:cBhvr>
                                        <p:cTn id="7" dur="500"/>
                                        <p:tgtEl>
                                          <p:spTgt spid="50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矩形 51201"/>
          <p:cNvSpPr/>
          <p:nvPr/>
        </p:nvSpPr>
        <p:spPr>
          <a:xfrm>
            <a:off x="971550" y="5141913"/>
            <a:ext cx="6357938" cy="519112"/>
          </a:xfrm>
          <a:prstGeom prst="rect">
            <a:avLst/>
          </a:prstGeom>
          <a:noFill/>
          <a:ln w="9525">
            <a:noFill/>
          </a:ln>
        </p:spPr>
        <p:txBody>
          <a:bodyPr wrap="none" anchor="ctr">
            <a:spAutoFit/>
          </a:bodyPr>
          <a:p>
            <a:pPr eaLnBrk="0" hangingPunct="0"/>
            <a:r>
              <a:rPr lang="zh-CN" altLang="en-US" sz="2800" b="1">
                <a:solidFill>
                  <a:schemeClr val="bg1"/>
                </a:solidFill>
                <a:latin typeface="Arial" panose="020B0604020202020204" pitchFamily="34" charset="0"/>
                <a:ea typeface="楷体_GB2312" pitchFamily="1" charset="-122"/>
              </a:rPr>
              <a:t>重复上述步骤，将迭代进行下去．</a:t>
            </a:r>
            <a:r>
              <a:rPr lang="zh-CN" altLang="en-US" sz="2800">
                <a:solidFill>
                  <a:schemeClr val="bg1"/>
                </a:solidFill>
                <a:latin typeface="Arial" panose="020B0604020202020204" pitchFamily="34" charset="0"/>
                <a:ea typeface="楷体_GB2312" pitchFamily="1" charset="-122"/>
              </a:rPr>
              <a:t> </a:t>
            </a:r>
            <a:r>
              <a:rPr lang="zh-CN" altLang="en-US" sz="2800" b="1">
                <a:solidFill>
                  <a:schemeClr val="bg1"/>
                </a:solidFill>
                <a:latin typeface="楷体_GB2312" pitchFamily="1" charset="-122"/>
                <a:ea typeface="楷体_GB2312" pitchFamily="1" charset="-122"/>
              </a:rPr>
              <a:t>    </a:t>
            </a:r>
            <a:endParaRPr lang="zh-CN" altLang="en-US" sz="2800" b="1">
              <a:solidFill>
                <a:schemeClr val="bg1"/>
              </a:solidFill>
              <a:latin typeface="楷体_GB2312" pitchFamily="1" charset="-122"/>
              <a:ea typeface="楷体_GB2312" pitchFamily="1" charset="-122"/>
            </a:endParaRPr>
          </a:p>
        </p:txBody>
      </p:sp>
      <p:grpSp>
        <p:nvGrpSpPr>
          <p:cNvPr id="51203" name="组合 51202"/>
          <p:cNvGrpSpPr/>
          <p:nvPr/>
        </p:nvGrpSpPr>
        <p:grpSpPr>
          <a:xfrm>
            <a:off x="233363" y="427038"/>
            <a:ext cx="8466137" cy="985837"/>
            <a:chOff x="0" y="0"/>
            <a:chExt cx="5333" cy="621"/>
          </a:xfrm>
        </p:grpSpPr>
        <p:graphicFrame>
          <p:nvGraphicFramePr>
            <p:cNvPr id="51204" name="对象 51203"/>
            <p:cNvGraphicFramePr>
              <a:graphicFrameLocks noChangeAspect="1"/>
            </p:cNvGraphicFramePr>
            <p:nvPr/>
          </p:nvGraphicFramePr>
          <p:xfrm>
            <a:off x="510" y="0"/>
            <a:ext cx="3230" cy="621"/>
          </p:xfrm>
          <a:graphic>
            <a:graphicData uri="http://schemas.openxmlformats.org/presentationml/2006/ole">
              <mc:AlternateContent xmlns:mc="http://schemas.openxmlformats.org/markup-compatibility/2006">
                <mc:Choice xmlns:v="urn:schemas-microsoft-com:vml" Requires="v">
                  <p:oleObj spid="_x0000_s3119" name="" r:id="rId1" imgW="2246630" imgH="431800" progId="Equation.DSMT4">
                    <p:embed/>
                  </p:oleObj>
                </mc:Choice>
                <mc:Fallback>
                  <p:oleObj name="" r:id="rId1" imgW="2246630" imgH="431800" progId="Equation.DSMT4">
                    <p:embed/>
                    <p:pic>
                      <p:nvPicPr>
                        <p:cNvPr id="0" name="图片 3118"/>
                        <p:cNvPicPr/>
                        <p:nvPr/>
                      </p:nvPicPr>
                      <p:blipFill>
                        <a:blip r:embed="rId2">
                          <a:lum bright="100000"/>
                        </a:blip>
                        <a:stretch>
                          <a:fillRect/>
                        </a:stretch>
                      </p:blipFill>
                      <p:spPr>
                        <a:xfrm>
                          <a:off x="510" y="0"/>
                          <a:ext cx="3230" cy="621"/>
                        </a:xfrm>
                        <a:prstGeom prst="rect">
                          <a:avLst/>
                        </a:prstGeom>
                        <a:noFill/>
                        <a:ln w="38100">
                          <a:noFill/>
                          <a:miter/>
                        </a:ln>
                      </p:spPr>
                    </p:pic>
                  </p:oleObj>
                </mc:Fallback>
              </mc:AlternateContent>
            </a:graphicData>
          </a:graphic>
        </p:graphicFrame>
        <p:sp>
          <p:nvSpPr>
            <p:cNvPr id="51205" name="矩形 51204"/>
            <p:cNvSpPr/>
            <p:nvPr/>
          </p:nvSpPr>
          <p:spPr>
            <a:xfrm>
              <a:off x="0" y="136"/>
              <a:ext cx="1012"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按照    </a:t>
              </a:r>
              <a:endParaRPr lang="zh-CN" altLang="en-US" sz="2800" b="1">
                <a:solidFill>
                  <a:schemeClr val="bg1"/>
                </a:solidFill>
                <a:latin typeface="楷体_GB2312" pitchFamily="1" charset="-122"/>
                <a:ea typeface="楷体_GB2312" pitchFamily="1" charset="-122"/>
              </a:endParaRPr>
            </a:p>
          </p:txBody>
        </p:sp>
        <p:sp>
          <p:nvSpPr>
            <p:cNvPr id="51206" name="矩形 51205"/>
            <p:cNvSpPr/>
            <p:nvPr/>
          </p:nvSpPr>
          <p:spPr>
            <a:xfrm>
              <a:off x="3649" y="136"/>
              <a:ext cx="1684" cy="327"/>
            </a:xfrm>
            <a:prstGeom prst="rect">
              <a:avLst/>
            </a:prstGeom>
            <a:noFill/>
            <a:ln w="9525">
              <a:noFill/>
            </a:ln>
          </p:spPr>
          <p:txBody>
            <a:bodyPr wrap="none" anchor="ctr">
              <a:spAutoFit/>
            </a:bodyPr>
            <a:p>
              <a:pPr eaLnBrk="0" hangingPunct="0"/>
              <a:r>
                <a:rPr lang="zh-CN" altLang="en-US" sz="2800" b="1">
                  <a:solidFill>
                    <a:schemeClr val="bg1"/>
                  </a:solidFill>
                  <a:latin typeface="楷体_GB2312" pitchFamily="1" charset="-122"/>
                  <a:ea typeface="楷体_GB2312" pitchFamily="1" charset="-122"/>
                </a:rPr>
                <a:t>计算适应值    </a:t>
              </a:r>
              <a:endParaRPr lang="zh-CN" altLang="en-US" sz="2800" b="1">
                <a:solidFill>
                  <a:schemeClr val="bg1"/>
                </a:solidFill>
                <a:latin typeface="楷体_GB2312" pitchFamily="1" charset="-122"/>
                <a:ea typeface="楷体_GB2312" pitchFamily="1" charset="-122"/>
              </a:endParaRPr>
            </a:p>
          </p:txBody>
        </p:sp>
      </p:grpSp>
      <p:graphicFrame>
        <p:nvGraphicFramePr>
          <p:cNvPr id="51207" name="对象 51206"/>
          <p:cNvGraphicFramePr>
            <a:graphicFrameLocks noChangeAspect="1"/>
          </p:cNvGraphicFramePr>
          <p:nvPr/>
        </p:nvGraphicFramePr>
        <p:xfrm>
          <a:off x="2189163" y="1584325"/>
          <a:ext cx="3275012" cy="550863"/>
        </p:xfrm>
        <a:graphic>
          <a:graphicData uri="http://schemas.openxmlformats.org/presentationml/2006/ole">
            <mc:AlternateContent xmlns:mc="http://schemas.openxmlformats.org/markup-compatibility/2006">
              <mc:Choice xmlns:v="urn:schemas-microsoft-com:vml" Requires="v">
                <p:oleObj spid="_x0000_s3111" name="" r:id="rId3" imgW="1437005" imgH="241300" progId="Equation.DSMT4">
                  <p:embed/>
                </p:oleObj>
              </mc:Choice>
              <mc:Fallback>
                <p:oleObj name="" r:id="rId3" imgW="1437005" imgH="241300" progId="Equation.DSMT4">
                  <p:embed/>
                  <p:pic>
                    <p:nvPicPr>
                      <p:cNvPr id="0" name="图片 3110"/>
                      <p:cNvPicPr/>
                      <p:nvPr/>
                    </p:nvPicPr>
                    <p:blipFill>
                      <a:blip r:embed="rId4">
                        <a:lum bright="100000"/>
                      </a:blip>
                      <a:stretch>
                        <a:fillRect/>
                      </a:stretch>
                    </p:blipFill>
                    <p:spPr>
                      <a:xfrm>
                        <a:off x="2189163" y="1584325"/>
                        <a:ext cx="3275012" cy="550863"/>
                      </a:xfrm>
                      <a:prstGeom prst="rect">
                        <a:avLst/>
                      </a:prstGeom>
                      <a:noFill/>
                      <a:ln w="38100">
                        <a:noFill/>
                        <a:miter/>
                      </a:ln>
                    </p:spPr>
                  </p:pic>
                </p:oleObj>
              </mc:Fallback>
            </mc:AlternateContent>
          </a:graphicData>
        </a:graphic>
      </p:graphicFrame>
      <p:graphicFrame>
        <p:nvGraphicFramePr>
          <p:cNvPr id="51208" name="对象 51207"/>
          <p:cNvGraphicFramePr>
            <a:graphicFrameLocks noChangeAspect="1"/>
          </p:cNvGraphicFramePr>
          <p:nvPr/>
        </p:nvGraphicFramePr>
        <p:xfrm>
          <a:off x="2181225" y="2997200"/>
          <a:ext cx="3244850" cy="550863"/>
        </p:xfrm>
        <a:graphic>
          <a:graphicData uri="http://schemas.openxmlformats.org/presentationml/2006/ole">
            <mc:AlternateContent xmlns:mc="http://schemas.openxmlformats.org/markup-compatibility/2006">
              <mc:Choice xmlns:v="urn:schemas-microsoft-com:vml" Requires="v">
                <p:oleObj spid="_x0000_s3116" name="" r:id="rId5" imgW="1424305" imgH="241300" progId="Equation.DSMT4">
                  <p:embed/>
                </p:oleObj>
              </mc:Choice>
              <mc:Fallback>
                <p:oleObj name="" r:id="rId5" imgW="1424305" imgH="241300" progId="Equation.DSMT4">
                  <p:embed/>
                  <p:pic>
                    <p:nvPicPr>
                      <p:cNvPr id="0" name="图片 3115"/>
                      <p:cNvPicPr/>
                      <p:nvPr/>
                    </p:nvPicPr>
                    <p:blipFill>
                      <a:blip r:embed="rId6">
                        <a:lum bright="100000"/>
                      </a:blip>
                      <a:stretch>
                        <a:fillRect/>
                      </a:stretch>
                    </p:blipFill>
                    <p:spPr>
                      <a:xfrm>
                        <a:off x="2181225" y="2997200"/>
                        <a:ext cx="3244850" cy="550863"/>
                      </a:xfrm>
                      <a:prstGeom prst="rect">
                        <a:avLst/>
                      </a:prstGeom>
                      <a:noFill/>
                      <a:ln w="38100">
                        <a:noFill/>
                        <a:miter/>
                      </a:ln>
                    </p:spPr>
                  </p:pic>
                </p:oleObj>
              </mc:Fallback>
            </mc:AlternateContent>
          </a:graphicData>
        </a:graphic>
      </p:graphicFrame>
      <p:graphicFrame>
        <p:nvGraphicFramePr>
          <p:cNvPr id="51209" name="对象 51208"/>
          <p:cNvGraphicFramePr>
            <a:graphicFrameLocks noChangeAspect="1"/>
          </p:cNvGraphicFramePr>
          <p:nvPr/>
        </p:nvGraphicFramePr>
        <p:xfrm>
          <a:off x="2185988" y="2262188"/>
          <a:ext cx="3043237" cy="550862"/>
        </p:xfrm>
        <a:graphic>
          <a:graphicData uri="http://schemas.openxmlformats.org/presentationml/2006/ole">
            <mc:AlternateContent xmlns:mc="http://schemas.openxmlformats.org/markup-compatibility/2006">
              <mc:Choice xmlns:v="urn:schemas-microsoft-com:vml" Requires="v">
                <p:oleObj spid="_x0000_s3113" name="" r:id="rId7" imgW="1335405" imgH="241300" progId="Equation.DSMT4">
                  <p:embed/>
                </p:oleObj>
              </mc:Choice>
              <mc:Fallback>
                <p:oleObj name="" r:id="rId7" imgW="1335405" imgH="241300" progId="Equation.DSMT4">
                  <p:embed/>
                  <p:pic>
                    <p:nvPicPr>
                      <p:cNvPr id="0" name="图片 3112"/>
                      <p:cNvPicPr/>
                      <p:nvPr/>
                    </p:nvPicPr>
                    <p:blipFill>
                      <a:blip r:embed="rId8">
                        <a:lum bright="100000"/>
                      </a:blip>
                      <a:stretch>
                        <a:fillRect/>
                      </a:stretch>
                    </p:blipFill>
                    <p:spPr>
                      <a:xfrm>
                        <a:off x="2185988" y="2262188"/>
                        <a:ext cx="3043237" cy="550862"/>
                      </a:xfrm>
                      <a:prstGeom prst="rect">
                        <a:avLst/>
                      </a:prstGeom>
                      <a:noFill/>
                      <a:ln w="38100">
                        <a:noFill/>
                        <a:miter/>
                      </a:ln>
                    </p:spPr>
                  </p:pic>
                </p:oleObj>
              </mc:Fallback>
            </mc:AlternateContent>
          </a:graphicData>
        </a:graphic>
      </p:graphicFrame>
      <p:graphicFrame>
        <p:nvGraphicFramePr>
          <p:cNvPr id="51210" name="对象 51209"/>
          <p:cNvGraphicFramePr>
            <a:graphicFrameLocks noChangeAspect="1"/>
          </p:cNvGraphicFramePr>
          <p:nvPr/>
        </p:nvGraphicFramePr>
        <p:xfrm>
          <a:off x="2141538" y="3741738"/>
          <a:ext cx="3244850" cy="550862"/>
        </p:xfrm>
        <a:graphic>
          <a:graphicData uri="http://schemas.openxmlformats.org/presentationml/2006/ole">
            <mc:AlternateContent xmlns:mc="http://schemas.openxmlformats.org/markup-compatibility/2006">
              <mc:Choice xmlns:v="urn:schemas-microsoft-com:vml" Requires="v">
                <p:oleObj spid="_x0000_s3112" name="" r:id="rId9" imgW="1424305" imgH="241300" progId="Equation.DSMT4">
                  <p:embed/>
                </p:oleObj>
              </mc:Choice>
              <mc:Fallback>
                <p:oleObj name="" r:id="rId9" imgW="1424305" imgH="241300" progId="Equation.DSMT4">
                  <p:embed/>
                  <p:pic>
                    <p:nvPicPr>
                      <p:cNvPr id="0" name="图片 3111"/>
                      <p:cNvPicPr/>
                      <p:nvPr/>
                    </p:nvPicPr>
                    <p:blipFill>
                      <a:blip r:embed="rId10">
                        <a:lum bright="100000"/>
                      </a:blip>
                      <a:stretch>
                        <a:fillRect/>
                      </a:stretch>
                    </p:blipFill>
                    <p:spPr>
                      <a:xfrm>
                        <a:off x="2141538" y="3741738"/>
                        <a:ext cx="3244850" cy="550862"/>
                      </a:xfrm>
                      <a:prstGeom prst="rect">
                        <a:avLst/>
                      </a:prstGeom>
                      <a:noFill/>
                      <a:ln w="38100">
                        <a:noFill/>
                        <a:miter/>
                      </a:ln>
                    </p:spPr>
                  </p:pic>
                </p:oleObj>
              </mc:Fallback>
            </mc:AlternateContent>
          </a:graphicData>
        </a:graphic>
      </p:graphicFrame>
      <p:graphicFrame>
        <p:nvGraphicFramePr>
          <p:cNvPr id="51211" name="对象 51210"/>
          <p:cNvGraphicFramePr>
            <a:graphicFrameLocks noChangeAspect="1"/>
          </p:cNvGraphicFramePr>
          <p:nvPr/>
        </p:nvGraphicFramePr>
        <p:xfrm>
          <a:off x="2124075" y="4462463"/>
          <a:ext cx="3041650" cy="550862"/>
        </p:xfrm>
        <a:graphic>
          <a:graphicData uri="http://schemas.openxmlformats.org/presentationml/2006/ole">
            <mc:AlternateContent xmlns:mc="http://schemas.openxmlformats.org/markup-compatibility/2006">
              <mc:Choice xmlns:v="urn:schemas-microsoft-com:vml" Requires="v">
                <p:oleObj spid="_x0000_s3118" name="" r:id="rId11" imgW="1335405" imgH="241300" progId="Equation.DSMT4">
                  <p:embed/>
                </p:oleObj>
              </mc:Choice>
              <mc:Fallback>
                <p:oleObj name="" r:id="rId11" imgW="1335405" imgH="241300" progId="Equation.DSMT4">
                  <p:embed/>
                  <p:pic>
                    <p:nvPicPr>
                      <p:cNvPr id="0" name="图片 3117"/>
                      <p:cNvPicPr/>
                      <p:nvPr/>
                    </p:nvPicPr>
                    <p:blipFill>
                      <a:blip r:embed="rId12">
                        <a:lum bright="100000"/>
                      </a:blip>
                      <a:stretch>
                        <a:fillRect/>
                      </a:stretch>
                    </p:blipFill>
                    <p:spPr>
                      <a:xfrm>
                        <a:off x="2124075" y="4462463"/>
                        <a:ext cx="3041650" cy="550862"/>
                      </a:xfrm>
                      <a:prstGeom prst="rect">
                        <a:avLst/>
                      </a:prstGeom>
                      <a:noFill/>
                      <a:ln w="38100">
                        <a:noFill/>
                        <a:miter/>
                      </a:ln>
                    </p:spPr>
                  </p:pic>
                </p:oleObj>
              </mc:Fallback>
            </mc:AlternateContent>
          </a:graphicData>
        </a:graphic>
      </p:graphicFrame>
      <p:sp>
        <p:nvSpPr>
          <p:cNvPr id="51212" name="圆角矩形标注 51211" descr="紫色网格"/>
          <p:cNvSpPr/>
          <p:nvPr/>
        </p:nvSpPr>
        <p:spPr>
          <a:xfrm>
            <a:off x="6046788" y="1557338"/>
            <a:ext cx="2447925" cy="646112"/>
          </a:xfrm>
          <a:prstGeom prst="wedgeRoundRectCallout">
            <a:avLst>
              <a:gd name="adj1" fmla="val -72051"/>
              <a:gd name="adj2" fmla="val -8968"/>
              <a:gd name="adj3" fmla="val 16667"/>
            </a:avLst>
          </a:prstGeom>
          <a:blipFill rotWithShape="1">
            <a:blip r:embed="rId13"/>
          </a:blipFill>
          <a:ln w="38100" cap="flat" cmpd="sng">
            <a:solidFill>
              <a:srgbClr val="00FF00"/>
            </a:solidFill>
            <a:prstDash val="solid"/>
            <a:miter/>
            <a:headEnd type="none" w="med" len="med"/>
            <a:tailEnd type="none" w="med" len="med"/>
          </a:ln>
        </p:spPr>
        <p:txBody>
          <a:bodyPr/>
          <a:p>
            <a:pPr algn="ctr" eaLnBrk="0" hangingPunct="0"/>
            <a:r>
              <a:rPr lang="zh-CN" altLang="en-US" sz="2800" b="1">
                <a:solidFill>
                  <a:schemeClr val="bg1"/>
                </a:solidFill>
                <a:latin typeface="Arial" panose="020B0604020202020204" pitchFamily="34" charset="0"/>
                <a:ea typeface="楷体_GB2312" pitchFamily="1" charset="-122"/>
              </a:rPr>
              <a:t>历史最优解</a:t>
            </a:r>
            <a:endParaRPr lang="zh-CN" altLang="en-US" sz="2800" b="1">
              <a:solidFill>
                <a:schemeClr val="bg1"/>
              </a:solidFill>
              <a:latin typeface="Arial" panose="020B0604020202020204" pitchFamily="34" charset="0"/>
              <a:ea typeface="楷体_GB2312" pitchFamily="1"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07"/>
                                        </p:tgtEl>
                                        <p:attrNameLst>
                                          <p:attrName>style.visibility</p:attrName>
                                        </p:attrNameLst>
                                      </p:cBhvr>
                                      <p:to>
                                        <p:strVal val="visible"/>
                                      </p:to>
                                    </p:set>
                                    <p:animEffect transition="in" filter="wipe(left)">
                                      <p:cBhvr>
                                        <p:cTn id="7" dur="500"/>
                                        <p:tgtEl>
                                          <p:spTgt spid="5120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1209"/>
                                        </p:tgtEl>
                                        <p:attrNameLst>
                                          <p:attrName>style.visibility</p:attrName>
                                        </p:attrNameLst>
                                      </p:cBhvr>
                                      <p:to>
                                        <p:strVal val="visible"/>
                                      </p:to>
                                    </p:set>
                                    <p:animEffect transition="in" filter="wipe(left)">
                                      <p:cBhvr>
                                        <p:cTn id="11" dur="500"/>
                                        <p:tgtEl>
                                          <p:spTgt spid="5120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1208"/>
                                        </p:tgtEl>
                                        <p:attrNameLst>
                                          <p:attrName>style.visibility</p:attrName>
                                        </p:attrNameLst>
                                      </p:cBhvr>
                                      <p:to>
                                        <p:strVal val="visible"/>
                                      </p:to>
                                    </p:set>
                                    <p:animEffect transition="in" filter="wipe(left)">
                                      <p:cBhvr>
                                        <p:cTn id="15" dur="500"/>
                                        <p:tgtEl>
                                          <p:spTgt spid="5120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1210"/>
                                        </p:tgtEl>
                                        <p:attrNameLst>
                                          <p:attrName>style.visibility</p:attrName>
                                        </p:attrNameLst>
                                      </p:cBhvr>
                                      <p:to>
                                        <p:strVal val="visible"/>
                                      </p:to>
                                    </p:set>
                                    <p:animEffect transition="in" filter="wipe(left)">
                                      <p:cBhvr>
                                        <p:cTn id="19" dur="500"/>
                                        <p:tgtEl>
                                          <p:spTgt spid="51210"/>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51211"/>
                                        </p:tgtEl>
                                        <p:attrNameLst>
                                          <p:attrName>style.visibility</p:attrName>
                                        </p:attrNameLst>
                                      </p:cBhvr>
                                      <p:to>
                                        <p:strVal val="visible"/>
                                      </p:to>
                                    </p:set>
                                    <p:animEffect transition="in" filter="wipe(left)">
                                      <p:cBhvr>
                                        <p:cTn id="23" dur="500"/>
                                        <p:tgtEl>
                                          <p:spTgt spid="5121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1" nodeType="clickEffect">
                                  <p:stCondLst>
                                    <p:cond delay="0"/>
                                  </p:stCondLst>
                                  <p:childTnLst>
                                    <p:set>
                                      <p:cBhvr>
                                        <p:cTn id="27" dur="1" fill="hold">
                                          <p:stCondLst>
                                            <p:cond delay="0"/>
                                          </p:stCondLst>
                                        </p:cTn>
                                        <p:tgtEl>
                                          <p:spTgt spid="51212"/>
                                        </p:tgtEl>
                                        <p:attrNameLst>
                                          <p:attrName>style.visibility</p:attrName>
                                        </p:attrNameLst>
                                      </p:cBhvr>
                                      <p:to>
                                        <p:strVal val="visible"/>
                                      </p:to>
                                    </p:set>
                                    <p:animEffect transition="in" filter="wipe(left)">
                                      <p:cBhvr>
                                        <p:cTn id="28" dur="500"/>
                                        <p:tgtEl>
                                          <p:spTgt spid="5121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1202"/>
                                        </p:tgtEl>
                                        <p:attrNameLst>
                                          <p:attrName>style.visibility</p:attrName>
                                        </p:attrNameLst>
                                      </p:cBhvr>
                                      <p:to>
                                        <p:strVal val="visible"/>
                                      </p:to>
                                    </p:set>
                                    <p:animEffect transition="in" filter="wipe(left)">
                                      <p:cBhvr>
                                        <p:cTn id="33" dur="500"/>
                                        <p:tgtEl>
                                          <p:spTgt spid="51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12"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矩形 52225"/>
          <p:cNvSpPr/>
          <p:nvPr/>
        </p:nvSpPr>
        <p:spPr>
          <a:xfrm>
            <a:off x="539750" y="2492375"/>
            <a:ext cx="7918450" cy="1158875"/>
          </a:xfrm>
          <a:prstGeom prst="rect">
            <a:avLst/>
          </a:prstGeom>
          <a:noFill/>
          <a:ln w="9525">
            <a:noFill/>
          </a:ln>
        </p:spPr>
        <p:txBody>
          <a:bodyPr wrap="none" anchor="ctr">
            <a:spAutoFit/>
          </a:bodyPr>
          <a:p>
            <a:pPr eaLnBrk="0" hangingPunct="0">
              <a:lnSpc>
                <a:spcPct val="125000"/>
              </a:lnSpc>
            </a:pPr>
            <a:r>
              <a:rPr lang="en-US" altLang="zh-CN" sz="2800" b="1">
                <a:solidFill>
                  <a:schemeClr val="bg1"/>
                </a:solidFill>
                <a:latin typeface="Times New Roman" panose="02020603050405020304" pitchFamily="2" charset="0"/>
                <a:ea typeface="楷体_GB2312" pitchFamily="1" charset="-122"/>
              </a:rPr>
              <a:t>         </a:t>
            </a:r>
            <a:r>
              <a:rPr lang="zh-CN" altLang="en-US" sz="2800" b="1">
                <a:solidFill>
                  <a:schemeClr val="bg1"/>
                </a:solidFill>
                <a:latin typeface="Times New Roman" panose="02020603050405020304" pitchFamily="2" charset="0"/>
                <a:ea typeface="楷体_GB2312" pitchFamily="1" charset="-122"/>
              </a:rPr>
              <a:t>从上述结果，可以看出，经过</a:t>
            </a:r>
            <a:r>
              <a:rPr lang="en-US" altLang="zh-CN" sz="2800" b="1">
                <a:solidFill>
                  <a:schemeClr val="bg1"/>
                </a:solidFill>
                <a:latin typeface="Times New Roman" panose="02020603050405020304" pitchFamily="2" charset="0"/>
                <a:ea typeface="楷体_GB2312" pitchFamily="1" charset="-122"/>
              </a:rPr>
              <a:t>10000</a:t>
            </a:r>
            <a:r>
              <a:rPr lang="zh-CN" altLang="en-US" sz="2800" b="1">
                <a:solidFill>
                  <a:schemeClr val="bg1"/>
                </a:solidFill>
                <a:latin typeface="Times New Roman" panose="02020603050405020304" pitchFamily="2" charset="0"/>
                <a:ea typeface="楷体_GB2312" pitchFamily="1" charset="-122"/>
              </a:rPr>
              <a:t>次迭代，</a:t>
            </a:r>
            <a:endParaRPr lang="zh-CN" altLang="en-US" sz="2800" b="1">
              <a:solidFill>
                <a:schemeClr val="bg1"/>
              </a:solidFill>
              <a:latin typeface="Times New Roman" panose="02020603050405020304" pitchFamily="2" charset="0"/>
              <a:ea typeface="楷体_GB2312" pitchFamily="1" charset="-122"/>
            </a:endParaRPr>
          </a:p>
          <a:p>
            <a:pPr eaLnBrk="0" hangingPunct="0">
              <a:lnSpc>
                <a:spcPct val="125000"/>
              </a:lnSpc>
            </a:pPr>
            <a:r>
              <a:rPr lang="zh-CN" altLang="en-US" sz="2800" b="1">
                <a:solidFill>
                  <a:schemeClr val="bg1"/>
                </a:solidFill>
                <a:latin typeface="Times New Roman" panose="02020603050405020304" pitchFamily="2" charset="0"/>
                <a:ea typeface="楷体_GB2312" pitchFamily="1" charset="-122"/>
              </a:rPr>
              <a:t>粒子群算法得到了比较好的适应值</a:t>
            </a:r>
            <a:r>
              <a:rPr lang="en-US" altLang="zh-CN" sz="2800" b="1">
                <a:solidFill>
                  <a:schemeClr val="bg1"/>
                </a:solidFill>
                <a:latin typeface="Times New Roman" panose="02020603050405020304" pitchFamily="2" charset="0"/>
                <a:ea typeface="楷体_GB2312" pitchFamily="1" charset="-122"/>
              </a:rPr>
              <a:t>.</a:t>
            </a:r>
            <a:r>
              <a:rPr lang="en-US" altLang="zh-CN" sz="2800">
                <a:solidFill>
                  <a:schemeClr val="bg1"/>
                </a:solidFill>
                <a:latin typeface="Times New Roman" panose="02020603050405020304" pitchFamily="2" charset="0"/>
                <a:ea typeface="楷体_GB2312" pitchFamily="1" charset="-122"/>
              </a:rPr>
              <a:t> </a:t>
            </a:r>
            <a:r>
              <a:rPr lang="en-US" altLang="zh-CN" sz="2800" b="1">
                <a:solidFill>
                  <a:schemeClr val="bg1"/>
                </a:solidFill>
                <a:latin typeface="Times New Roman" panose="02020603050405020304" pitchFamily="2" charset="0"/>
                <a:ea typeface="楷体_GB2312" pitchFamily="1" charset="-122"/>
              </a:rPr>
              <a:t>    </a:t>
            </a:r>
            <a:endParaRPr lang="en-US" altLang="zh-CN" sz="2800" b="1">
              <a:solidFill>
                <a:schemeClr val="bg1"/>
              </a:solidFill>
              <a:latin typeface="Times New Roman" panose="02020603050405020304" pitchFamily="2" charset="0"/>
              <a:ea typeface="楷体_GB2312" pitchFamily="1" charset="-122"/>
            </a:endParaRPr>
          </a:p>
        </p:txBody>
      </p:sp>
    </p:spTree>
  </p:cSld>
  <p:clrMapOvr>
    <a:masterClrMapping/>
  </p:clrMapOvr>
  <p:transition>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矩形 53249"/>
          <p:cNvSpPr/>
          <p:nvPr/>
        </p:nvSpPr>
        <p:spPr>
          <a:xfrm>
            <a:off x="107950" y="419100"/>
            <a:ext cx="3522663" cy="519113"/>
          </a:xfrm>
          <a:prstGeom prst="rect">
            <a:avLst/>
          </a:prstGeom>
          <a:noFill/>
          <a:ln w="9525">
            <a:noFill/>
          </a:ln>
        </p:spPr>
        <p:txBody>
          <a:bodyPr wrap="none" anchor="t">
            <a:spAutoFit/>
          </a:bodyPr>
          <a:p>
            <a:pPr eaLnBrk="0" hangingPunct="0">
              <a:buFont typeface="Symbol" panose="05050102010706020507" pitchFamily="2" charset="2"/>
              <a:buNone/>
            </a:pPr>
            <a:r>
              <a:rPr lang="en-US" altLang="zh-CN" sz="2800" b="1">
                <a:solidFill>
                  <a:srgbClr val="FFFF00"/>
                </a:solidFill>
                <a:latin typeface="Times New Roman" panose="02020603050405020304" pitchFamily="2" charset="0"/>
                <a:ea typeface="楷体_GB2312" pitchFamily="1" charset="-122"/>
              </a:rPr>
              <a:t>4.  </a:t>
            </a:r>
            <a:r>
              <a:rPr lang="zh-CN" altLang="en-US" sz="2800" b="1">
                <a:solidFill>
                  <a:srgbClr val="FFFF00"/>
                </a:solidFill>
                <a:latin typeface="Arial" panose="020B0604020202020204" pitchFamily="34" charset="0"/>
                <a:ea typeface="楷体_GB2312" pitchFamily="1" charset="-122"/>
              </a:rPr>
              <a:t>粒子群</a:t>
            </a:r>
            <a:r>
              <a:rPr lang="zh-CN" altLang="en-US" sz="2800" b="1">
                <a:solidFill>
                  <a:srgbClr val="FFFF00"/>
                </a:solidFill>
                <a:latin typeface="Times New Roman" panose="02020603050405020304" pitchFamily="2" charset="0"/>
                <a:ea typeface="楷体_GB2312" pitchFamily="1" charset="-122"/>
              </a:rPr>
              <a:t>算法</a:t>
            </a:r>
            <a:r>
              <a:rPr lang="zh-CN" altLang="en-US" sz="2800" b="1">
                <a:solidFill>
                  <a:srgbClr val="FFFF00"/>
                </a:solidFill>
                <a:latin typeface="Arial" panose="020B0604020202020204" pitchFamily="34" charset="0"/>
                <a:ea typeface="楷体_GB2312" pitchFamily="1" charset="-122"/>
              </a:rPr>
              <a:t>流程    </a:t>
            </a:r>
            <a:endParaRPr lang="zh-CN" altLang="en-US" sz="2800" b="1">
              <a:solidFill>
                <a:srgbClr val="FFFF00"/>
              </a:solidFill>
              <a:latin typeface="Arial" panose="020B0604020202020204" pitchFamily="34" charset="0"/>
              <a:ea typeface="楷体_GB2312" pitchFamily="1" charset="-122"/>
            </a:endParaRPr>
          </a:p>
        </p:txBody>
      </p:sp>
      <p:sp>
        <p:nvSpPr>
          <p:cNvPr id="53251" name="矩形 53250"/>
          <p:cNvSpPr/>
          <p:nvPr/>
        </p:nvSpPr>
        <p:spPr>
          <a:xfrm>
            <a:off x="207963" y="2117725"/>
            <a:ext cx="5716587" cy="519113"/>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2</a:t>
            </a:r>
            <a:r>
              <a:rPr lang="zh-CN" altLang="en-US" sz="2800" b="1">
                <a:solidFill>
                  <a:schemeClr val="bg1"/>
                </a:solidFill>
                <a:latin typeface="Times New Roman" panose="02020603050405020304" pitchFamily="2" charset="0"/>
                <a:ea typeface="楷体_GB2312" pitchFamily="1" charset="-122"/>
              </a:rPr>
              <a:t>步   计算每个粒子的适应值．     </a:t>
            </a:r>
            <a:endParaRPr lang="zh-CN" altLang="en-US" sz="2800" b="1">
              <a:solidFill>
                <a:schemeClr val="bg1"/>
              </a:solidFill>
              <a:latin typeface="Times New Roman" panose="02020603050405020304" pitchFamily="2" charset="0"/>
              <a:ea typeface="楷体_GB2312" pitchFamily="1" charset="-122"/>
            </a:endParaRPr>
          </a:p>
        </p:txBody>
      </p:sp>
      <p:graphicFrame>
        <p:nvGraphicFramePr>
          <p:cNvPr id="53252" name="对象 53251"/>
          <p:cNvGraphicFramePr>
            <a:graphicFrameLocks noChangeAspect="1"/>
          </p:cNvGraphicFramePr>
          <p:nvPr/>
        </p:nvGraphicFramePr>
        <p:xfrm>
          <a:off x="3563938" y="5334000"/>
          <a:ext cx="2143125" cy="522288"/>
        </p:xfrm>
        <a:graphic>
          <a:graphicData uri="http://schemas.openxmlformats.org/presentationml/2006/ole">
            <mc:AlternateContent xmlns:mc="http://schemas.openxmlformats.org/markup-compatibility/2006">
              <mc:Choice xmlns:v="urn:schemas-microsoft-com:vml" Requires="v">
                <p:oleObj spid="_x0000_s3115" name="" r:id="rId1" imgW="941705" imgH="229235" progId="Equation.DSMT4">
                  <p:embed/>
                </p:oleObj>
              </mc:Choice>
              <mc:Fallback>
                <p:oleObj name="" r:id="rId1" imgW="941705" imgH="229235" progId="Equation.DSMT4">
                  <p:embed/>
                  <p:pic>
                    <p:nvPicPr>
                      <p:cNvPr id="0" name="图片 3114"/>
                      <p:cNvPicPr/>
                      <p:nvPr/>
                    </p:nvPicPr>
                    <p:blipFill>
                      <a:blip r:embed="rId2">
                        <a:lum bright="100000"/>
                      </a:blip>
                      <a:stretch>
                        <a:fillRect/>
                      </a:stretch>
                    </p:blipFill>
                    <p:spPr>
                      <a:xfrm>
                        <a:off x="3563938" y="5334000"/>
                        <a:ext cx="2143125" cy="522288"/>
                      </a:xfrm>
                      <a:prstGeom prst="rect">
                        <a:avLst/>
                      </a:prstGeom>
                      <a:noFill/>
                      <a:ln w="38100">
                        <a:noFill/>
                        <a:miter/>
                      </a:ln>
                    </p:spPr>
                  </p:pic>
                </p:oleObj>
              </mc:Fallback>
            </mc:AlternateContent>
          </a:graphicData>
        </a:graphic>
      </p:graphicFrame>
      <p:graphicFrame>
        <p:nvGraphicFramePr>
          <p:cNvPr id="53253" name="对象 53252"/>
          <p:cNvGraphicFramePr>
            <a:graphicFrameLocks noChangeAspect="1"/>
          </p:cNvGraphicFramePr>
          <p:nvPr/>
        </p:nvGraphicFramePr>
        <p:xfrm>
          <a:off x="1979613" y="4799013"/>
          <a:ext cx="5649912" cy="550862"/>
        </p:xfrm>
        <a:graphic>
          <a:graphicData uri="http://schemas.openxmlformats.org/presentationml/2006/ole">
            <mc:AlternateContent xmlns:mc="http://schemas.openxmlformats.org/markup-compatibility/2006">
              <mc:Choice xmlns:v="urn:schemas-microsoft-com:vml" Requires="v">
                <p:oleObj spid="_x0000_s3117" name="" r:id="rId3" imgW="2475230" imgH="241300" progId="Equation.DSMT4">
                  <p:embed/>
                </p:oleObj>
              </mc:Choice>
              <mc:Fallback>
                <p:oleObj name="" r:id="rId3" imgW="2475230" imgH="241300" progId="Equation.DSMT4">
                  <p:embed/>
                  <p:pic>
                    <p:nvPicPr>
                      <p:cNvPr id="0" name="图片 3116"/>
                      <p:cNvPicPr/>
                      <p:nvPr/>
                    </p:nvPicPr>
                    <p:blipFill>
                      <a:blip r:embed="rId4">
                        <a:lum bright="100000"/>
                      </a:blip>
                      <a:stretch>
                        <a:fillRect/>
                      </a:stretch>
                    </p:blipFill>
                    <p:spPr>
                      <a:xfrm>
                        <a:off x="1979613" y="4799013"/>
                        <a:ext cx="5649912" cy="550862"/>
                      </a:xfrm>
                      <a:prstGeom prst="rect">
                        <a:avLst/>
                      </a:prstGeom>
                      <a:noFill/>
                      <a:ln w="38100">
                        <a:noFill/>
                        <a:miter/>
                      </a:ln>
                    </p:spPr>
                  </p:pic>
                </p:oleObj>
              </mc:Fallback>
            </mc:AlternateContent>
          </a:graphicData>
        </a:graphic>
      </p:graphicFrame>
      <p:sp>
        <p:nvSpPr>
          <p:cNvPr id="53254" name="矩形 53253"/>
          <p:cNvSpPr/>
          <p:nvPr/>
        </p:nvSpPr>
        <p:spPr>
          <a:xfrm>
            <a:off x="222250" y="981075"/>
            <a:ext cx="8486775" cy="519113"/>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1</a:t>
            </a:r>
            <a:r>
              <a:rPr lang="zh-CN" altLang="en-US" sz="2800" b="1">
                <a:solidFill>
                  <a:schemeClr val="bg1"/>
                </a:solidFill>
                <a:latin typeface="Times New Roman" panose="02020603050405020304" pitchFamily="2" charset="0"/>
                <a:ea typeface="楷体_GB2312" pitchFamily="1" charset="-122"/>
              </a:rPr>
              <a:t>步   在初始化范围内，对粒子群进行随机初始化，</a:t>
            </a:r>
            <a:endParaRPr lang="zh-CN" altLang="en-US" sz="2800" b="1">
              <a:solidFill>
                <a:schemeClr val="bg1"/>
              </a:solidFill>
              <a:latin typeface="Times New Roman" panose="02020603050405020304" pitchFamily="2" charset="0"/>
              <a:ea typeface="楷体_GB2312" pitchFamily="1" charset="-122"/>
            </a:endParaRPr>
          </a:p>
        </p:txBody>
      </p:sp>
      <p:sp>
        <p:nvSpPr>
          <p:cNvPr id="53255" name="矩形 53254"/>
          <p:cNvSpPr/>
          <p:nvPr/>
        </p:nvSpPr>
        <p:spPr>
          <a:xfrm>
            <a:off x="193675" y="4294188"/>
            <a:ext cx="7502525" cy="519112"/>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5</a:t>
            </a:r>
            <a:r>
              <a:rPr lang="zh-CN" altLang="en-US" sz="2800" b="1">
                <a:solidFill>
                  <a:schemeClr val="bg1"/>
                </a:solidFill>
                <a:latin typeface="Times New Roman" panose="02020603050405020304" pitchFamily="2" charset="0"/>
                <a:ea typeface="楷体_GB2312" pitchFamily="1" charset="-122"/>
              </a:rPr>
              <a:t>步   更新粒子的速度和位置，公式如下．     </a:t>
            </a:r>
            <a:endParaRPr lang="zh-CN" altLang="en-US" sz="2800" b="1">
              <a:solidFill>
                <a:schemeClr val="bg1"/>
              </a:solidFill>
              <a:latin typeface="Times New Roman" panose="02020603050405020304" pitchFamily="2" charset="0"/>
              <a:ea typeface="楷体_GB2312" pitchFamily="1" charset="-122"/>
            </a:endParaRPr>
          </a:p>
        </p:txBody>
      </p:sp>
      <p:sp>
        <p:nvSpPr>
          <p:cNvPr id="53256" name="矩形 53255"/>
          <p:cNvSpPr/>
          <p:nvPr/>
        </p:nvSpPr>
        <p:spPr>
          <a:xfrm>
            <a:off x="193675" y="2852738"/>
            <a:ext cx="6521450" cy="519112"/>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3</a:t>
            </a:r>
            <a:r>
              <a:rPr lang="zh-CN" altLang="en-US" sz="2800" b="1">
                <a:solidFill>
                  <a:schemeClr val="bg1"/>
                </a:solidFill>
                <a:latin typeface="Times New Roman" panose="02020603050405020304" pitchFamily="2" charset="0"/>
                <a:ea typeface="楷体_GB2312" pitchFamily="1" charset="-122"/>
              </a:rPr>
              <a:t>步   更新粒子个体的历史最优位置．  </a:t>
            </a:r>
            <a:endParaRPr lang="zh-CN" altLang="en-US" sz="2800" b="1">
              <a:solidFill>
                <a:schemeClr val="bg1"/>
              </a:solidFill>
              <a:latin typeface="Times New Roman" panose="02020603050405020304" pitchFamily="2" charset="0"/>
              <a:ea typeface="楷体_GB2312" pitchFamily="1" charset="-122"/>
            </a:endParaRPr>
          </a:p>
        </p:txBody>
      </p:sp>
      <p:sp>
        <p:nvSpPr>
          <p:cNvPr id="53257" name="矩形 53256"/>
          <p:cNvSpPr/>
          <p:nvPr/>
        </p:nvSpPr>
        <p:spPr>
          <a:xfrm>
            <a:off x="207963" y="6135688"/>
            <a:ext cx="6965950" cy="519112"/>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6</a:t>
            </a:r>
            <a:r>
              <a:rPr lang="zh-CN" altLang="en-US" sz="2800" b="1">
                <a:solidFill>
                  <a:schemeClr val="bg1"/>
                </a:solidFill>
                <a:latin typeface="Times New Roman" panose="02020603050405020304" pitchFamily="2" charset="0"/>
                <a:ea typeface="楷体_GB2312" pitchFamily="1" charset="-122"/>
              </a:rPr>
              <a:t>步   若未达到终止条件，则转第</a:t>
            </a:r>
            <a:r>
              <a:rPr lang="en-US" altLang="zh-CN" sz="2800" b="1">
                <a:solidFill>
                  <a:schemeClr val="bg1"/>
                </a:solidFill>
                <a:latin typeface="Times New Roman" panose="02020603050405020304" pitchFamily="2" charset="0"/>
                <a:ea typeface="楷体_GB2312" pitchFamily="1" charset="-122"/>
              </a:rPr>
              <a:t>2</a:t>
            </a:r>
            <a:r>
              <a:rPr lang="zh-CN" altLang="en-US" sz="2800" b="1">
                <a:solidFill>
                  <a:schemeClr val="bg1"/>
                </a:solidFill>
                <a:latin typeface="Times New Roman" panose="02020603050405020304" pitchFamily="2" charset="0"/>
                <a:ea typeface="楷体_GB2312" pitchFamily="1" charset="-122"/>
              </a:rPr>
              <a:t>步．     </a:t>
            </a:r>
            <a:endParaRPr lang="zh-CN" altLang="en-US" sz="2800" b="1">
              <a:solidFill>
                <a:schemeClr val="bg1"/>
              </a:solidFill>
              <a:latin typeface="Times New Roman" panose="02020603050405020304" pitchFamily="2" charset="0"/>
              <a:ea typeface="楷体_GB2312" pitchFamily="1" charset="-122"/>
            </a:endParaRPr>
          </a:p>
        </p:txBody>
      </p:sp>
      <p:sp>
        <p:nvSpPr>
          <p:cNvPr id="53258" name="矩形 53257"/>
          <p:cNvSpPr/>
          <p:nvPr/>
        </p:nvSpPr>
        <p:spPr>
          <a:xfrm>
            <a:off x="1346200" y="1471613"/>
            <a:ext cx="4022725" cy="519112"/>
          </a:xfrm>
          <a:prstGeom prst="rect">
            <a:avLst/>
          </a:prstGeom>
          <a:noFill/>
          <a:ln w="9525">
            <a:noFill/>
          </a:ln>
        </p:spPr>
        <p:txBody>
          <a:bodyPr wrap="none" anchor="t">
            <a:spAutoFit/>
          </a:bodyPr>
          <a:p>
            <a:pPr eaLnBrk="0" hangingPunct="0"/>
            <a:r>
              <a:rPr lang="zh-CN" altLang="en-US" sz="2800" b="1">
                <a:solidFill>
                  <a:schemeClr val="bg1"/>
                </a:solidFill>
                <a:latin typeface="Times New Roman" panose="02020603050405020304" pitchFamily="2" charset="0"/>
                <a:ea typeface="楷体_GB2312" pitchFamily="1" charset="-122"/>
              </a:rPr>
              <a:t>包括随机位置和速度．   </a:t>
            </a:r>
            <a:endParaRPr lang="zh-CN" altLang="en-US" sz="2800" b="1">
              <a:solidFill>
                <a:schemeClr val="bg1"/>
              </a:solidFill>
              <a:latin typeface="Times New Roman" panose="02020603050405020304" pitchFamily="2" charset="0"/>
              <a:ea typeface="楷体_GB2312" pitchFamily="1" charset="-122"/>
            </a:endParaRPr>
          </a:p>
        </p:txBody>
      </p:sp>
      <p:sp>
        <p:nvSpPr>
          <p:cNvPr id="53259" name="矩形 53258"/>
          <p:cNvSpPr/>
          <p:nvPr/>
        </p:nvSpPr>
        <p:spPr>
          <a:xfrm>
            <a:off x="193675" y="3559175"/>
            <a:ext cx="6521450" cy="519113"/>
          </a:xfrm>
          <a:prstGeom prst="rect">
            <a:avLst/>
          </a:prstGeom>
          <a:noFill/>
          <a:ln w="9525">
            <a:noFill/>
          </a:ln>
        </p:spPr>
        <p:txBody>
          <a:bodyPr wrap="none" anchor="ctr">
            <a:spAutoFit/>
          </a:bodyPr>
          <a:p>
            <a:pPr eaLnBrk="0" hangingPunct="0"/>
            <a:r>
              <a:rPr lang="zh-CN" altLang="en-US" sz="2800" b="1">
                <a:solidFill>
                  <a:schemeClr val="bg1"/>
                </a:solidFill>
                <a:latin typeface="Times New Roman" panose="02020603050405020304" pitchFamily="2" charset="0"/>
                <a:ea typeface="楷体_GB2312" pitchFamily="1" charset="-122"/>
              </a:rPr>
              <a:t>第</a:t>
            </a:r>
            <a:r>
              <a:rPr lang="en-US" altLang="zh-CN" sz="2800" b="1">
                <a:solidFill>
                  <a:schemeClr val="bg1"/>
                </a:solidFill>
                <a:latin typeface="Times New Roman" panose="02020603050405020304" pitchFamily="2" charset="0"/>
                <a:ea typeface="楷体_GB2312" pitchFamily="1" charset="-122"/>
              </a:rPr>
              <a:t>4</a:t>
            </a:r>
            <a:r>
              <a:rPr lang="zh-CN" altLang="en-US" sz="2800" b="1">
                <a:solidFill>
                  <a:schemeClr val="bg1"/>
                </a:solidFill>
                <a:latin typeface="Times New Roman" panose="02020603050405020304" pitchFamily="2" charset="0"/>
                <a:ea typeface="楷体_GB2312" pitchFamily="1" charset="-122"/>
              </a:rPr>
              <a:t>步   更新粒子群体的历史最优位置．  </a:t>
            </a:r>
            <a:endParaRPr lang="zh-CN" altLang="en-US" sz="2800" b="1">
              <a:solidFill>
                <a:schemeClr val="bg1"/>
              </a:solidFill>
              <a:latin typeface="Times New Roman" panose="02020603050405020304" pitchFamily="2" charset="0"/>
              <a:ea typeface="楷体_GB2312" pitchFamily="1"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4"/>
                                        </p:tgtEl>
                                        <p:attrNameLst>
                                          <p:attrName>style.visibility</p:attrName>
                                        </p:attrNameLst>
                                      </p:cBhvr>
                                      <p:to>
                                        <p:strVal val="visible"/>
                                      </p:to>
                                    </p:set>
                                    <p:animEffect transition="in" filter="wipe(left)">
                                      <p:cBhvr>
                                        <p:cTn id="7" dur="500"/>
                                        <p:tgtEl>
                                          <p:spTgt spid="532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8"/>
                                        </p:tgtEl>
                                        <p:attrNameLst>
                                          <p:attrName>style.visibility</p:attrName>
                                        </p:attrNameLst>
                                      </p:cBhvr>
                                      <p:to>
                                        <p:strVal val="visible"/>
                                      </p:to>
                                    </p:set>
                                    <p:animEffect transition="in" filter="wipe(left)">
                                      <p:cBhvr>
                                        <p:cTn id="12" dur="500"/>
                                        <p:tgtEl>
                                          <p:spTgt spid="532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251"/>
                                        </p:tgtEl>
                                        <p:attrNameLst>
                                          <p:attrName>style.visibility</p:attrName>
                                        </p:attrNameLst>
                                      </p:cBhvr>
                                      <p:to>
                                        <p:strVal val="visible"/>
                                      </p:to>
                                    </p:set>
                                    <p:animEffect transition="in" filter="wipe(left)">
                                      <p:cBhvr>
                                        <p:cTn id="17" dur="500"/>
                                        <p:tgtEl>
                                          <p:spTgt spid="532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256"/>
                                        </p:tgtEl>
                                        <p:attrNameLst>
                                          <p:attrName>style.visibility</p:attrName>
                                        </p:attrNameLst>
                                      </p:cBhvr>
                                      <p:to>
                                        <p:strVal val="visible"/>
                                      </p:to>
                                    </p:set>
                                    <p:animEffect transition="in" filter="wipe(left)">
                                      <p:cBhvr>
                                        <p:cTn id="22" dur="500"/>
                                        <p:tgtEl>
                                          <p:spTgt spid="532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259"/>
                                        </p:tgtEl>
                                        <p:attrNameLst>
                                          <p:attrName>style.visibility</p:attrName>
                                        </p:attrNameLst>
                                      </p:cBhvr>
                                      <p:to>
                                        <p:strVal val="visible"/>
                                      </p:to>
                                    </p:set>
                                    <p:animEffect transition="in" filter="wipe(left)">
                                      <p:cBhvr>
                                        <p:cTn id="27" dur="500"/>
                                        <p:tgtEl>
                                          <p:spTgt spid="532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255"/>
                                        </p:tgtEl>
                                        <p:attrNameLst>
                                          <p:attrName>style.visibility</p:attrName>
                                        </p:attrNameLst>
                                      </p:cBhvr>
                                      <p:to>
                                        <p:strVal val="visible"/>
                                      </p:to>
                                    </p:set>
                                    <p:animEffect transition="in" filter="wipe(left)">
                                      <p:cBhvr>
                                        <p:cTn id="32" dur="500"/>
                                        <p:tgtEl>
                                          <p:spTgt spid="532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3253"/>
                                        </p:tgtEl>
                                        <p:attrNameLst>
                                          <p:attrName>style.visibility</p:attrName>
                                        </p:attrNameLst>
                                      </p:cBhvr>
                                      <p:to>
                                        <p:strVal val="visible"/>
                                      </p:to>
                                    </p:set>
                                    <p:animEffect transition="in" filter="wipe(left)">
                                      <p:cBhvr>
                                        <p:cTn id="37" dur="500"/>
                                        <p:tgtEl>
                                          <p:spTgt spid="5325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3252"/>
                                        </p:tgtEl>
                                        <p:attrNameLst>
                                          <p:attrName>style.visibility</p:attrName>
                                        </p:attrNameLst>
                                      </p:cBhvr>
                                      <p:to>
                                        <p:strVal val="visible"/>
                                      </p:to>
                                    </p:set>
                                    <p:animEffect transition="in" filter="wipe(left)">
                                      <p:cBhvr>
                                        <p:cTn id="42" dur="500"/>
                                        <p:tgtEl>
                                          <p:spTgt spid="5325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3257"/>
                                        </p:tgtEl>
                                        <p:attrNameLst>
                                          <p:attrName>style.visibility</p:attrName>
                                        </p:attrNameLst>
                                      </p:cBhvr>
                                      <p:to>
                                        <p:strVal val="visible"/>
                                      </p:to>
                                    </p:set>
                                    <p:animEffect transition="in" filter="wipe(left)">
                                      <p:cBhvr>
                                        <p:cTn id="47" dur="500"/>
                                        <p:tgtEl>
                                          <p:spTgt spid="53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P spid="53254" grpId="0"/>
      <p:bldP spid="53255" grpId="0"/>
      <p:bldP spid="53256" grpId="0"/>
      <p:bldP spid="53257" grpId="0"/>
      <p:bldP spid="53258" grpId="0"/>
      <p:bldP spid="5325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54273"/>
          <p:cNvSpPr/>
          <p:nvPr>
            <p:ph type="title"/>
          </p:nvPr>
        </p:nvSpPr>
        <p:spPr>
          <a:xfrm>
            <a:off x="165100" y="287020"/>
            <a:ext cx="8229600" cy="942975"/>
          </a:xfrm>
        </p:spPr>
        <p:txBody>
          <a:bodyPr anchor="ctr"/>
          <a:p>
            <a:r>
              <a:rPr lang="zh-CN" altLang="en-US"/>
              <a:t>惯性权重</a:t>
            </a:r>
            <a:endParaRPr lang="zh-CN" altLang="en-US"/>
          </a:p>
        </p:txBody>
      </p:sp>
      <p:sp>
        <p:nvSpPr>
          <p:cNvPr id="54275" name="文本占位符 54274"/>
          <p:cNvSpPr/>
          <p:nvPr>
            <p:ph type="body" idx="1"/>
          </p:nvPr>
        </p:nvSpPr>
        <p:spPr>
          <a:xfrm>
            <a:off x="338455" y="1669415"/>
            <a:ext cx="8229600" cy="4678363"/>
          </a:xfrm>
        </p:spPr>
        <p:txBody>
          <a:bodyPr lIns="90170" tIns="46990" rIns="90170" bIns="46990"/>
          <a:p>
            <a:pPr>
              <a:lnSpc>
                <a:spcPct val="80000"/>
              </a:lnSpc>
              <a:buNone/>
            </a:pPr>
            <a:endParaRPr lang="zh-CN" altLang="en-US" dirty="0">
              <a:latin typeface="宋体" panose="02010600030101010101" pitchFamily="2" charset="-122"/>
              <a:ea typeface="宋体" panose="02010600030101010101" pitchFamily="2" charset="-122"/>
            </a:endParaRPr>
          </a:p>
          <a:p>
            <a:pPr>
              <a:lnSpc>
                <a:spcPct val="150000"/>
              </a:lnSpc>
              <a:buNone/>
            </a:pPr>
            <a:r>
              <a:rPr lang="zh-CN" altLang="en-US"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 </a:t>
            </a:r>
            <a:r>
              <a:rPr lang="zh-CN" altLang="en-US" sz="2000" b="1" dirty="0">
                <a:solidFill>
                  <a:schemeClr val="tx1"/>
                </a:solidFill>
                <a:latin typeface="宋体" panose="02010600030101010101" pitchFamily="2" charset="-122"/>
                <a:ea typeface="宋体" panose="02010600030101010101" pitchFamily="2" charset="-122"/>
              </a:rPr>
              <a:t>1998年，</a:t>
            </a:r>
            <a:r>
              <a:rPr lang="en-US" altLang="x-none" sz="2000" b="1" dirty="0">
                <a:solidFill>
                  <a:schemeClr val="tx1"/>
                </a:solidFill>
                <a:latin typeface="宋体" panose="02010600030101010101" pitchFamily="2" charset="-122"/>
                <a:ea typeface="宋体" panose="02010600030101010101" pitchFamily="2" charset="-122"/>
              </a:rPr>
              <a:t>Shi</a:t>
            </a:r>
            <a:r>
              <a:rPr lang="zh-CN" altLang="en-US" sz="2000" b="1" dirty="0">
                <a:solidFill>
                  <a:schemeClr val="tx1"/>
                </a:solidFill>
                <a:latin typeface="宋体" panose="02010600030101010101" pitchFamily="2" charset="-122"/>
                <a:ea typeface="宋体" panose="02010600030101010101" pitchFamily="2" charset="-122"/>
              </a:rPr>
              <a:t>和</a:t>
            </a:r>
            <a:r>
              <a:rPr lang="en-US" altLang="x-none" sz="2000" b="1" dirty="0">
                <a:solidFill>
                  <a:schemeClr val="tx1"/>
                </a:solidFill>
                <a:latin typeface="宋体" panose="02010600030101010101" pitchFamily="2" charset="-122"/>
                <a:ea typeface="宋体" panose="02010600030101010101" pitchFamily="2" charset="-122"/>
              </a:rPr>
              <a:t>Eberhart</a:t>
            </a:r>
            <a:r>
              <a:rPr lang="zh-CN" altLang="en-US" sz="2000" b="1" dirty="0">
                <a:solidFill>
                  <a:schemeClr val="tx1"/>
                </a:solidFill>
                <a:latin typeface="宋体" panose="02010600030101010101" pitchFamily="2" charset="-122"/>
                <a:ea typeface="宋体" panose="02010600030101010101" pitchFamily="2" charset="-122"/>
              </a:rPr>
              <a:t>引入了惯性权重</a:t>
            </a:r>
            <a:r>
              <a:rPr lang="en-US" altLang="x-none" sz="2000" b="1" dirty="0">
                <a:solidFill>
                  <a:schemeClr val="tx1"/>
                </a:solidFill>
                <a:latin typeface="宋体" panose="02010600030101010101" pitchFamily="2" charset="-122"/>
                <a:ea typeface="宋体" panose="02010600030101010101" pitchFamily="2" charset="-122"/>
              </a:rPr>
              <a:t>w</a:t>
            </a:r>
            <a:r>
              <a:rPr lang="zh-CN" altLang="en-US" sz="2000" b="1" dirty="0">
                <a:solidFill>
                  <a:schemeClr val="tx1"/>
                </a:solidFill>
                <a:latin typeface="宋体" panose="02010600030101010101" pitchFamily="2" charset="-122"/>
                <a:ea typeface="宋体" panose="02010600030101010101" pitchFamily="2" charset="-122"/>
              </a:rPr>
              <a:t>，并提出动态调整惯性权重以平衡收敛的全局性和收敛速度，该算法被称为标准</a:t>
            </a:r>
            <a:r>
              <a:rPr lang="en-US" altLang="x-none" sz="2000" b="1" dirty="0">
                <a:solidFill>
                  <a:schemeClr val="tx1"/>
                </a:solidFill>
                <a:latin typeface="宋体" panose="02010600030101010101" pitchFamily="2" charset="-122"/>
                <a:ea typeface="宋体" panose="02010600030101010101" pitchFamily="2" charset="-122"/>
              </a:rPr>
              <a:t>PSO</a:t>
            </a:r>
            <a:r>
              <a:rPr lang="zh-CN" altLang="en-US" sz="2000" b="1" dirty="0">
                <a:solidFill>
                  <a:schemeClr val="tx1"/>
                </a:solidFill>
                <a:latin typeface="宋体" panose="02010600030101010101" pitchFamily="2" charset="-122"/>
                <a:ea typeface="宋体" panose="02010600030101010101" pitchFamily="2" charset="-122"/>
              </a:rPr>
              <a:t>算法</a:t>
            </a:r>
            <a:endParaRPr lang="zh-CN" altLang="en-US" sz="2000" b="1" dirty="0">
              <a:solidFill>
                <a:schemeClr val="tx1"/>
              </a:solidFill>
              <a:latin typeface="宋体" panose="02010600030101010101" pitchFamily="2" charset="-122"/>
              <a:ea typeface="宋体" panose="02010600030101010101" pitchFamily="2" charset="-122"/>
            </a:endParaRPr>
          </a:p>
          <a:p>
            <a:pPr>
              <a:lnSpc>
                <a:spcPct val="150000"/>
              </a:lnSpc>
              <a:buNone/>
            </a:pPr>
            <a:r>
              <a:rPr lang="zh-CN" altLang="en-US" sz="2000" dirty="0">
                <a:solidFill>
                  <a:schemeClr val="tx1"/>
                </a:solidFill>
                <a:latin typeface="宋体" panose="02010600030101010101" pitchFamily="2" charset="-122"/>
                <a:ea typeface="宋体" panose="02010600030101010101" pitchFamily="2" charset="-122"/>
              </a:rPr>
              <a:t>      惯性权重w描述粒子上一代速度对当前代速度的影响。w值较大，全局寻优能力强，局部寻优能力弱；反之，则局部寻优能力强。当问题空间较大时，为了在搜索速度和搜索精度之间达到平衡，通常做法是使算法在前期有较高的全局搜索能力以得到合适的种子，而在后期有较高的局部搜索能力以提高收敛精度。所以w不宜为一个固定的常数。</a:t>
            </a:r>
            <a:endParaRPr lang="zh-CN" altLang="en-US" sz="2000" dirty="0">
              <a:solidFill>
                <a:schemeClr val="tx1"/>
              </a:solidFill>
              <a:latin typeface="宋体" panose="02010600030101010101" pitchFamily="2" charset="-122"/>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55297"/>
          <p:cNvSpPr/>
          <p:nvPr>
            <p:ph type="title"/>
          </p:nvPr>
        </p:nvSpPr>
        <p:spPr>
          <a:xfrm>
            <a:off x="457200" y="552450"/>
            <a:ext cx="8229600" cy="276225"/>
          </a:xfrm>
        </p:spPr>
        <p:txBody>
          <a:bodyPr anchor="ctr"/>
          <a:p>
            <a:r>
              <a:rPr lang="zh-CN" altLang="en-US"/>
              <a:t>线性递减权值</a:t>
            </a:r>
            <a:endParaRPr lang="zh-CN" altLang="en-US"/>
          </a:p>
        </p:txBody>
      </p:sp>
      <p:sp>
        <p:nvSpPr>
          <p:cNvPr id="55299" name="文本占位符 55298"/>
          <p:cNvSpPr/>
          <p:nvPr>
            <p:ph type="body" idx="1"/>
          </p:nvPr>
        </p:nvSpPr>
        <p:spPr>
          <a:xfrm>
            <a:off x="457200" y="1557338"/>
            <a:ext cx="8229600" cy="4568825"/>
          </a:xfrm>
        </p:spPr>
        <p:txBody>
          <a:bodyPr lIns="90170" tIns="46990" rIns="90170" bIns="46990"/>
          <a:p>
            <a:pPr>
              <a:lnSpc>
                <a:spcPct val="80000"/>
              </a:lnSpc>
            </a:pPr>
            <a:endParaRPr lang="zh-CN" altLang="en-US" sz="2800" dirty="0"/>
          </a:p>
          <a:p>
            <a:pPr>
              <a:lnSpc>
                <a:spcPct val="80000"/>
              </a:lnSpc>
              <a:buNone/>
            </a:pPr>
            <a:r>
              <a:rPr lang="zh-CN" altLang="en-US" sz="2800" dirty="0"/>
              <a:t>   </a:t>
            </a:r>
            <a:endParaRPr lang="zh-CN" altLang="en-US" sz="2800" dirty="0"/>
          </a:p>
          <a:p>
            <a:pPr>
              <a:lnSpc>
                <a:spcPct val="80000"/>
              </a:lnSpc>
              <a:buNone/>
            </a:pPr>
            <a:endParaRPr lang="zh-CN" altLang="en-US" sz="2800" dirty="0"/>
          </a:p>
          <a:p>
            <a:pPr>
              <a:lnSpc>
                <a:spcPct val="80000"/>
              </a:lnSpc>
              <a:buNone/>
            </a:pPr>
            <a:endParaRPr lang="zh-CN" altLang="en-US" sz="2800" dirty="0"/>
          </a:p>
          <a:p>
            <a:pPr>
              <a:lnSpc>
                <a:spcPct val="80000"/>
              </a:lnSpc>
              <a:buNone/>
            </a:pPr>
            <a:r>
              <a:rPr lang="zh-CN" altLang="en-US" dirty="0"/>
              <a:t>  </a:t>
            </a:r>
            <a:r>
              <a:rPr lang="zh-CN" altLang="en-US" dirty="0">
                <a:solidFill>
                  <a:schemeClr val="tx1"/>
                </a:solidFill>
              </a:rPr>
              <a:t> </a:t>
            </a:r>
            <a:r>
              <a:rPr lang="zh-CN" altLang="en-US" dirty="0">
                <a:solidFill>
                  <a:schemeClr val="tx1"/>
                </a:solidFill>
                <a:latin typeface="宋体" panose="02010600030101010101" pitchFamily="2" charset="-122"/>
                <a:ea typeface="宋体" panose="02010600030101010101" pitchFamily="2" charset="-122"/>
              </a:rPr>
              <a:t>   最大惯性权重，   最小惯性权重，run当前迭代次数，run</a:t>
            </a:r>
            <a:r>
              <a:rPr lang="zh-CN" altLang="en-US" baseline="-25000" dirty="0">
                <a:solidFill>
                  <a:schemeClr val="tx1"/>
                </a:solidFill>
                <a:latin typeface="宋体" panose="02010600030101010101" pitchFamily="2" charset="-122"/>
                <a:ea typeface="宋体" panose="02010600030101010101" pitchFamily="2" charset="-122"/>
              </a:rPr>
              <a:t>max</a:t>
            </a:r>
            <a:r>
              <a:rPr lang="zh-CN" altLang="en-US" dirty="0">
                <a:solidFill>
                  <a:schemeClr val="tx1"/>
                </a:solidFill>
                <a:latin typeface="宋体" panose="02010600030101010101" pitchFamily="2" charset="-122"/>
                <a:ea typeface="宋体" panose="02010600030101010101" pitchFamily="2" charset="-122"/>
              </a:rPr>
              <a:t>为算法迭代总次数</a:t>
            </a:r>
            <a:endParaRPr lang="zh-CN" altLang="en-US" dirty="0">
              <a:solidFill>
                <a:schemeClr val="tx1"/>
              </a:solidFill>
              <a:latin typeface="宋体" panose="02010600030101010101" pitchFamily="2" charset="-122"/>
              <a:ea typeface="宋体" panose="02010600030101010101" pitchFamily="2" charset="-122"/>
            </a:endParaRPr>
          </a:p>
          <a:p>
            <a:pPr>
              <a:lnSpc>
                <a:spcPct val="80000"/>
              </a:lnSpc>
              <a:buNone/>
            </a:pPr>
            <a:r>
              <a:rPr lang="zh-CN" altLang="en-US" b="1" dirty="0">
                <a:solidFill>
                  <a:schemeClr val="tx1"/>
                </a:solidFill>
                <a:latin typeface="宋体" panose="02010600030101010101" pitchFamily="2" charset="-122"/>
                <a:ea typeface="宋体" panose="02010600030101010101" pitchFamily="2" charset="-122"/>
              </a:rPr>
              <a:t>      较大的</a:t>
            </a:r>
            <a:r>
              <a:rPr lang="en-US" altLang="x-none" b="1" dirty="0">
                <a:solidFill>
                  <a:schemeClr val="tx1"/>
                </a:solidFill>
                <a:latin typeface="宋体" panose="02010600030101010101" pitchFamily="2" charset="-122"/>
                <a:ea typeface="宋体" panose="02010600030101010101" pitchFamily="2" charset="-122"/>
              </a:rPr>
              <a:t>w</a:t>
            </a:r>
            <a:r>
              <a:rPr lang="zh-CN" altLang="en-US" b="1" dirty="0">
                <a:solidFill>
                  <a:schemeClr val="tx1"/>
                </a:solidFill>
                <a:latin typeface="宋体" panose="02010600030101010101" pitchFamily="2" charset="-122"/>
                <a:ea typeface="宋体" panose="02010600030101010101" pitchFamily="2" charset="-122"/>
              </a:rPr>
              <a:t>有较好的全局收敛能力，较小的</a:t>
            </a:r>
            <a:r>
              <a:rPr lang="en-US" altLang="x-none" b="1" dirty="0">
                <a:solidFill>
                  <a:schemeClr val="tx1"/>
                </a:solidFill>
                <a:latin typeface="宋体" panose="02010600030101010101" pitchFamily="2" charset="-122"/>
                <a:ea typeface="宋体" panose="02010600030101010101" pitchFamily="2" charset="-122"/>
              </a:rPr>
              <a:t>w</a:t>
            </a:r>
            <a:r>
              <a:rPr lang="zh-CN" altLang="en-US" b="1" dirty="0">
                <a:solidFill>
                  <a:schemeClr val="tx1"/>
                </a:solidFill>
                <a:latin typeface="宋体" panose="02010600030101010101" pitchFamily="2" charset="-122"/>
                <a:ea typeface="宋体" panose="02010600030101010101" pitchFamily="2" charset="-122"/>
              </a:rPr>
              <a:t>则有较强的局部收敛能力。因此，随着迭代次数的增加，惯性权重</a:t>
            </a:r>
            <a:r>
              <a:rPr lang="en-US" altLang="x-none" b="1" dirty="0">
                <a:solidFill>
                  <a:schemeClr val="tx1"/>
                </a:solidFill>
                <a:latin typeface="宋体" panose="02010600030101010101" pitchFamily="2" charset="-122"/>
                <a:ea typeface="宋体" panose="02010600030101010101" pitchFamily="2" charset="-122"/>
              </a:rPr>
              <a:t>w</a:t>
            </a:r>
            <a:r>
              <a:rPr lang="zh-CN" altLang="en-US" b="1" dirty="0">
                <a:solidFill>
                  <a:schemeClr val="tx1"/>
                </a:solidFill>
                <a:latin typeface="宋体" panose="02010600030101010101" pitchFamily="2" charset="-122"/>
                <a:ea typeface="宋体" panose="02010600030101010101" pitchFamily="2" charset="-122"/>
              </a:rPr>
              <a:t>应不断减少，从而使得粒子群算法在初期具有较强的全局收敛能力，而晚期具有较强的局部收敛能力。</a:t>
            </a:r>
            <a:endParaRPr lang="zh-CN" altLang="en-US" b="1" dirty="0">
              <a:solidFill>
                <a:schemeClr val="tx1"/>
              </a:solidFill>
              <a:latin typeface="宋体" panose="02010600030101010101" pitchFamily="2" charset="-122"/>
              <a:ea typeface="宋体" panose="02010600030101010101" pitchFamily="2" charset="-122"/>
            </a:endParaRPr>
          </a:p>
          <a:p>
            <a:pPr>
              <a:lnSpc>
                <a:spcPct val="80000"/>
              </a:lnSpc>
              <a:buNone/>
            </a:pPr>
            <a:endParaRPr lang="zh-CN" altLang="en-US" sz="2800" dirty="0">
              <a:solidFill>
                <a:schemeClr val="tx1"/>
              </a:solidFill>
            </a:endParaRPr>
          </a:p>
          <a:p>
            <a:pPr>
              <a:lnSpc>
                <a:spcPct val="80000"/>
              </a:lnSpc>
              <a:buNone/>
            </a:pPr>
            <a:r>
              <a:rPr lang="zh-CN" altLang="en-US" sz="2800" dirty="0"/>
              <a:t>  </a:t>
            </a:r>
            <a:endParaRPr lang="zh-CN" altLang="en-US" sz="2800" dirty="0"/>
          </a:p>
        </p:txBody>
      </p:sp>
      <p:sp>
        <p:nvSpPr>
          <p:cNvPr id="55300" name="矩形 55299"/>
          <p:cNvSpPr/>
          <p:nvPr/>
        </p:nvSpPr>
        <p:spPr>
          <a:xfrm>
            <a:off x="0" y="0"/>
            <a:ext cx="9144000" cy="0"/>
          </a:xfrm>
          <a:prstGeom prst="rect">
            <a:avLst/>
          </a:prstGeom>
          <a:noFill/>
          <a:ln w="9525">
            <a:noFill/>
          </a:ln>
        </p:spPr>
        <p:txBody>
          <a:bodyPr/>
          <a:p>
            <a:endParaRPr lang="zh-CN" altLang="en-US"/>
          </a:p>
        </p:txBody>
      </p:sp>
      <p:graphicFrame>
        <p:nvGraphicFramePr>
          <p:cNvPr id="55301" name="对象 55300"/>
          <p:cNvGraphicFramePr>
            <a:graphicFrameLocks noChangeAspect="1"/>
          </p:cNvGraphicFramePr>
          <p:nvPr/>
        </p:nvGraphicFramePr>
        <p:xfrm>
          <a:off x="1758950" y="2153603"/>
          <a:ext cx="4876800" cy="1068387"/>
        </p:xfrm>
        <a:graphic>
          <a:graphicData uri="http://schemas.openxmlformats.org/presentationml/2006/ole">
            <mc:AlternateContent xmlns:mc="http://schemas.openxmlformats.org/markup-compatibility/2006">
              <mc:Choice xmlns:v="urn:schemas-microsoft-com:vml" Requires="v">
                <p:oleObj spid="_x0000_s3122" name="" r:id="rId1" imgW="1981200" imgH="431800" progId="Equation.DSMT4">
                  <p:embed/>
                </p:oleObj>
              </mc:Choice>
              <mc:Fallback>
                <p:oleObj name="" r:id="rId1" imgW="1981200" imgH="431800" progId="Equation.DSMT4">
                  <p:embed/>
                  <p:pic>
                    <p:nvPicPr>
                      <p:cNvPr id="0" name="图片 3121"/>
                      <p:cNvPicPr/>
                      <p:nvPr/>
                    </p:nvPicPr>
                    <p:blipFill>
                      <a:blip r:embed="rId2"/>
                      <a:stretch>
                        <a:fillRect/>
                      </a:stretch>
                    </p:blipFill>
                    <p:spPr>
                      <a:xfrm>
                        <a:off x="1758950" y="2153603"/>
                        <a:ext cx="4876800" cy="1068387"/>
                      </a:xfrm>
                      <a:prstGeom prst="rect">
                        <a:avLst/>
                      </a:prstGeom>
                      <a:noFill/>
                      <a:ln w="38100">
                        <a:noFill/>
                        <a:miter/>
                      </a:ln>
                    </p:spPr>
                  </p:pic>
                </p:oleObj>
              </mc:Fallback>
            </mc:AlternateContent>
          </a:graphicData>
        </a:graphic>
      </p:graphicFrame>
      <p:graphicFrame>
        <p:nvGraphicFramePr>
          <p:cNvPr id="2" name="对象 1">
            <a:hlinkClick r:id="" action="ppaction://ole?verb="/>
          </p:cNvPr>
          <p:cNvGraphicFramePr>
            <a:graphicFrameLocks noChangeAspect="1"/>
          </p:cNvGraphicFramePr>
          <p:nvPr/>
        </p:nvGraphicFramePr>
        <p:xfrm>
          <a:off x="655320" y="3117850"/>
          <a:ext cx="628015" cy="471170"/>
        </p:xfrm>
        <a:graphic>
          <a:graphicData uri="http://schemas.openxmlformats.org/presentationml/2006/ole">
            <mc:AlternateContent xmlns:mc="http://schemas.openxmlformats.org/markup-compatibility/2006">
              <mc:Choice xmlns:v="urn:schemas-microsoft-com:vml" Requires="v">
                <p:oleObj spid="_x0000_s1025" name="" r:id="rId3" imgW="304800" imgH="228600" progId="Equation.KSEE3">
                  <p:embed/>
                </p:oleObj>
              </mc:Choice>
              <mc:Fallback>
                <p:oleObj name="" r:id="rId3" imgW="304800" imgH="228600" progId="Equation.KSEE3">
                  <p:embed/>
                  <p:pic>
                    <p:nvPicPr>
                      <p:cNvPr id="0" name="图片 1024"/>
                      <p:cNvPicPr/>
                      <p:nvPr/>
                    </p:nvPicPr>
                    <p:blipFill>
                      <a:blip r:embed="rId4"/>
                      <a:stretch>
                        <a:fillRect/>
                      </a:stretch>
                    </p:blipFill>
                    <p:spPr>
                      <a:xfrm>
                        <a:off x="655320" y="3117850"/>
                        <a:ext cx="628015" cy="47117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3228658" y="3143568"/>
          <a:ext cx="601980" cy="445135"/>
        </p:xfrm>
        <a:graphic>
          <a:graphicData uri="http://schemas.openxmlformats.org/presentationml/2006/ole">
            <mc:AlternateContent xmlns:mc="http://schemas.openxmlformats.org/markup-compatibility/2006">
              <mc:Choice xmlns:v="urn:schemas-microsoft-com:vml" Requires="v">
                <p:oleObj spid="_x0000_s4" name="" r:id="rId5" imgW="292100" imgH="215900" progId="Equation.KSEE3">
                  <p:embed/>
                </p:oleObj>
              </mc:Choice>
              <mc:Fallback>
                <p:oleObj name="" r:id="rId5" imgW="292100" imgH="215900" progId="Equation.KSEE3">
                  <p:embed/>
                  <p:pic>
                    <p:nvPicPr>
                      <p:cNvPr id="0" name="图片 1024"/>
                      <p:cNvPicPr/>
                      <p:nvPr/>
                    </p:nvPicPr>
                    <p:blipFill>
                      <a:blip r:embed="rId6"/>
                      <a:stretch>
                        <a:fillRect/>
                      </a:stretch>
                    </p:blipFill>
                    <p:spPr>
                      <a:xfrm>
                        <a:off x="3228658" y="3143568"/>
                        <a:ext cx="601980" cy="445135"/>
                      </a:xfrm>
                      <a:prstGeom prst="rect">
                        <a:avLst/>
                      </a:prstGeom>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文本占位符 56321"/>
          <p:cNvSpPr/>
          <p:nvPr>
            <p:ph type="body" idx="1"/>
          </p:nvPr>
        </p:nvSpPr>
        <p:spPr>
          <a:xfrm>
            <a:off x="457200" y="1830388"/>
            <a:ext cx="8229600" cy="4933950"/>
          </a:xfrm>
        </p:spPr>
        <p:txBody>
          <a:bodyPr lIns="90170" tIns="46990" rIns="90170" bIns="46990"/>
          <a:p>
            <a:pPr>
              <a:buNone/>
            </a:pPr>
            <a:r>
              <a:rPr lang="zh-CN" altLang="en-US" sz="2000" b="1" dirty="0">
                <a:solidFill>
                  <a:schemeClr val="tx1"/>
                </a:solidFill>
                <a:latin typeface="Times New Roman" panose="02020603050405020304" pitchFamily="2" charset="0"/>
                <a:ea typeface="宋体" panose="02010600030101010101" pitchFamily="2" charset="-122"/>
              </a:rPr>
              <a:t>1999年，</a:t>
            </a:r>
            <a:r>
              <a:rPr lang="en-US" altLang="x-none" sz="2000" b="1" dirty="0">
                <a:solidFill>
                  <a:schemeClr val="tx1"/>
                </a:solidFill>
                <a:latin typeface="Times New Roman" panose="02020603050405020304" pitchFamily="2" charset="0"/>
                <a:ea typeface="宋体" panose="02010600030101010101" pitchFamily="2" charset="-122"/>
              </a:rPr>
              <a:t>Clerc</a:t>
            </a:r>
            <a:r>
              <a:rPr lang="zh-CN" altLang="en-US" sz="2000" b="1" dirty="0">
                <a:solidFill>
                  <a:schemeClr val="tx1"/>
                </a:solidFill>
                <a:latin typeface="Times New Roman" panose="02020603050405020304" pitchFamily="2" charset="0"/>
                <a:ea typeface="宋体" panose="02010600030101010101" pitchFamily="2" charset="-122"/>
              </a:rPr>
              <a:t>引入收缩因子以保证算法的收敛性。</a:t>
            </a:r>
            <a:endParaRPr lang="zh-CN" altLang="en-US" sz="2000" b="1" dirty="0">
              <a:solidFill>
                <a:schemeClr val="tx1"/>
              </a:solidFill>
              <a:latin typeface="Times New Roman" panose="02020603050405020304" pitchFamily="2" charset="0"/>
              <a:ea typeface="宋体" panose="02010600030101010101" pitchFamily="2" charset="-122"/>
            </a:endParaRPr>
          </a:p>
          <a:p>
            <a:pPr>
              <a:buNone/>
            </a:pPr>
            <a:r>
              <a:rPr lang="zh-CN" altLang="en-US" sz="2000" dirty="0">
                <a:solidFill>
                  <a:schemeClr val="tx1"/>
                </a:solidFill>
              </a:rPr>
              <a:t>速度更新公式为</a:t>
            </a:r>
            <a:endParaRPr lang="zh-CN" altLang="en-US" sz="2000" dirty="0">
              <a:solidFill>
                <a:schemeClr val="tx1"/>
              </a:solidFill>
            </a:endParaRPr>
          </a:p>
          <a:p>
            <a:pPr>
              <a:buNone/>
            </a:pPr>
            <a:endParaRPr lang="zh-CN" altLang="en-US" sz="2000" dirty="0">
              <a:solidFill>
                <a:schemeClr val="tx1"/>
              </a:solidFill>
            </a:endParaRPr>
          </a:p>
          <a:p>
            <a:pPr>
              <a:buNone/>
            </a:pPr>
            <a:endParaRPr lang="zh-CN" altLang="en-US" sz="2000" dirty="0">
              <a:solidFill>
                <a:schemeClr val="tx1"/>
              </a:solidFill>
            </a:endParaRPr>
          </a:p>
          <a:p>
            <a:pPr>
              <a:buNone/>
            </a:pPr>
            <a:r>
              <a:rPr lang="zh-CN" altLang="en-US" sz="2000" dirty="0">
                <a:solidFill>
                  <a:schemeClr val="tx1"/>
                </a:solidFill>
              </a:rPr>
              <a:t>其中，收缩因子K为受φ1 φ2 限制的w。φ1 φ2是需要预先设定的模型</a:t>
            </a:r>
            <a:endParaRPr lang="zh-CN" altLang="en-US" sz="2000" dirty="0">
              <a:solidFill>
                <a:schemeClr val="tx1"/>
              </a:solidFill>
            </a:endParaRPr>
          </a:p>
          <a:p>
            <a:pPr>
              <a:buNone/>
            </a:pPr>
            <a:r>
              <a:rPr lang="zh-CN" altLang="en-US" sz="2000" dirty="0">
                <a:solidFill>
                  <a:schemeClr val="tx1"/>
                </a:solidFill>
              </a:rPr>
              <a:t>参数</a:t>
            </a:r>
            <a:endParaRPr lang="zh-CN" altLang="en-US" sz="2000" dirty="0">
              <a:solidFill>
                <a:schemeClr val="tx1"/>
              </a:solidFill>
            </a:endParaRPr>
          </a:p>
          <a:p>
            <a:pPr>
              <a:buNone/>
            </a:pPr>
            <a:endParaRPr lang="zh-CN" altLang="en-US" sz="2000" dirty="0">
              <a:solidFill>
                <a:schemeClr val="tx1"/>
              </a:solidFill>
            </a:endParaRPr>
          </a:p>
          <a:p>
            <a:pPr>
              <a:buNone/>
            </a:pPr>
            <a:endParaRPr lang="zh-CN" altLang="en-US" sz="2000" dirty="0">
              <a:solidFill>
                <a:schemeClr val="tx1"/>
              </a:solidFill>
            </a:endParaRPr>
          </a:p>
          <a:p>
            <a:pPr>
              <a:buNone/>
            </a:pPr>
            <a:endParaRPr lang="zh-CN" altLang="en-US" sz="2000" dirty="0">
              <a:solidFill>
                <a:schemeClr val="tx1"/>
              </a:solidFill>
            </a:endParaRPr>
          </a:p>
          <a:p>
            <a:pPr>
              <a:buNone/>
            </a:pPr>
            <a:r>
              <a:rPr lang="zh-CN" altLang="en-US" sz="2000" dirty="0">
                <a:solidFill>
                  <a:schemeClr val="tx1"/>
                </a:solidFill>
              </a:rPr>
              <a:t>收缩因子法控制系统行为最终收敛，且可以有效搜索不同区域，该法</a:t>
            </a:r>
            <a:endParaRPr lang="zh-CN" altLang="en-US" sz="2000" dirty="0">
              <a:solidFill>
                <a:schemeClr val="tx1"/>
              </a:solidFill>
            </a:endParaRPr>
          </a:p>
          <a:p>
            <a:pPr>
              <a:buNone/>
            </a:pPr>
            <a:r>
              <a:rPr lang="zh-CN" altLang="en-US" sz="2000" dirty="0">
                <a:solidFill>
                  <a:schemeClr val="tx1"/>
                </a:solidFill>
              </a:rPr>
              <a:t>能得到较高质量的解。</a:t>
            </a:r>
            <a:endParaRPr lang="zh-CN" altLang="en-US" sz="2000" dirty="0">
              <a:solidFill>
                <a:schemeClr val="tx1"/>
              </a:solidFill>
            </a:endParaRPr>
          </a:p>
        </p:txBody>
      </p:sp>
      <p:sp>
        <p:nvSpPr>
          <p:cNvPr id="56323" name="矩形 56322"/>
          <p:cNvSpPr/>
          <p:nvPr/>
        </p:nvSpPr>
        <p:spPr>
          <a:xfrm>
            <a:off x="0" y="0"/>
            <a:ext cx="9144000" cy="0"/>
          </a:xfrm>
          <a:prstGeom prst="rect">
            <a:avLst/>
          </a:prstGeom>
          <a:noFill/>
          <a:ln w="9525">
            <a:noFill/>
          </a:ln>
        </p:spPr>
        <p:txBody>
          <a:bodyPr/>
          <a:p>
            <a:endParaRPr lang="zh-CN" altLang="en-US"/>
          </a:p>
        </p:txBody>
      </p:sp>
      <p:graphicFrame>
        <p:nvGraphicFramePr>
          <p:cNvPr id="56324" name="对象 56323"/>
          <p:cNvGraphicFramePr>
            <a:graphicFrameLocks noChangeAspect="1"/>
          </p:cNvGraphicFramePr>
          <p:nvPr/>
        </p:nvGraphicFramePr>
        <p:xfrm>
          <a:off x="1108075" y="2682875"/>
          <a:ext cx="6927215" cy="511810"/>
        </p:xfrm>
        <a:graphic>
          <a:graphicData uri="http://schemas.openxmlformats.org/presentationml/2006/ole">
            <mc:AlternateContent xmlns:mc="http://schemas.openxmlformats.org/markup-compatibility/2006">
              <mc:Choice xmlns:v="urn:schemas-microsoft-com:vml" Requires="v">
                <p:oleObj spid="_x0000_s3121" name="" r:id="rId1" imgW="3098800" imgH="228600" progId="Equation.DSMT4">
                  <p:embed/>
                </p:oleObj>
              </mc:Choice>
              <mc:Fallback>
                <p:oleObj name="" r:id="rId1" imgW="3098800" imgH="228600" progId="Equation.DSMT4">
                  <p:embed/>
                  <p:pic>
                    <p:nvPicPr>
                      <p:cNvPr id="0" name="图片 3120"/>
                      <p:cNvPicPr/>
                      <p:nvPr/>
                    </p:nvPicPr>
                    <p:blipFill>
                      <a:blip r:embed="rId2"/>
                      <a:stretch>
                        <a:fillRect/>
                      </a:stretch>
                    </p:blipFill>
                    <p:spPr>
                      <a:xfrm>
                        <a:off x="1108075" y="2682875"/>
                        <a:ext cx="6927215" cy="511810"/>
                      </a:xfrm>
                      <a:prstGeom prst="rect">
                        <a:avLst/>
                      </a:prstGeom>
                      <a:noFill/>
                      <a:ln w="38100">
                        <a:noFill/>
                        <a:miter/>
                      </a:ln>
                    </p:spPr>
                  </p:pic>
                </p:oleObj>
              </mc:Fallback>
            </mc:AlternateContent>
          </a:graphicData>
        </a:graphic>
      </p:graphicFrame>
      <p:sp>
        <p:nvSpPr>
          <p:cNvPr id="56325" name="矩形 56324"/>
          <p:cNvSpPr/>
          <p:nvPr/>
        </p:nvSpPr>
        <p:spPr>
          <a:xfrm>
            <a:off x="0" y="0"/>
            <a:ext cx="9144000" cy="0"/>
          </a:xfrm>
          <a:prstGeom prst="rect">
            <a:avLst/>
          </a:prstGeom>
          <a:noFill/>
          <a:ln w="9525">
            <a:noFill/>
          </a:ln>
        </p:spPr>
        <p:txBody>
          <a:bodyPr/>
          <a:p>
            <a:endParaRPr lang="zh-CN" altLang="en-US"/>
          </a:p>
        </p:txBody>
      </p:sp>
      <p:graphicFrame>
        <p:nvGraphicFramePr>
          <p:cNvPr id="56326" name="对象 56325"/>
          <p:cNvGraphicFramePr>
            <a:graphicFrameLocks noChangeAspect="1"/>
          </p:cNvGraphicFramePr>
          <p:nvPr/>
        </p:nvGraphicFramePr>
        <p:xfrm>
          <a:off x="2078990" y="4000500"/>
          <a:ext cx="4531995" cy="961390"/>
        </p:xfrm>
        <a:graphic>
          <a:graphicData uri="http://schemas.openxmlformats.org/presentationml/2006/ole">
            <mc:AlternateContent xmlns:mc="http://schemas.openxmlformats.org/markup-compatibility/2006">
              <mc:Choice xmlns:v="urn:schemas-microsoft-com:vml" Requires="v">
                <p:oleObj spid="_x0000_s3120" name="" r:id="rId3" imgW="2514600" imgH="533400" progId="Equation.DSMT4">
                  <p:embed/>
                </p:oleObj>
              </mc:Choice>
              <mc:Fallback>
                <p:oleObj name="" r:id="rId3" imgW="2514600" imgH="533400" progId="Equation.DSMT4">
                  <p:embed/>
                  <p:pic>
                    <p:nvPicPr>
                      <p:cNvPr id="0" name="图片 3119"/>
                      <p:cNvPicPr/>
                      <p:nvPr/>
                    </p:nvPicPr>
                    <p:blipFill>
                      <a:blip r:embed="rId4"/>
                      <a:stretch>
                        <a:fillRect/>
                      </a:stretch>
                    </p:blipFill>
                    <p:spPr>
                      <a:xfrm>
                        <a:off x="2078990" y="4000500"/>
                        <a:ext cx="4531995" cy="961390"/>
                      </a:xfrm>
                      <a:prstGeom prst="rect">
                        <a:avLst/>
                      </a:prstGeom>
                      <a:noFill/>
                      <a:ln w="38100">
                        <a:noFill/>
                        <a:miter/>
                      </a:ln>
                    </p:spPr>
                  </p:pic>
                </p:oleObj>
              </mc:Fallback>
            </mc:AlternateContent>
          </a:graphicData>
        </a:graphic>
      </p:graphicFrame>
      <p:sp>
        <p:nvSpPr>
          <p:cNvPr id="56327" name="标题 56326"/>
          <p:cNvSpPr/>
          <p:nvPr>
            <p:ph type="title"/>
          </p:nvPr>
        </p:nvSpPr>
        <p:spPr>
          <a:xfrm>
            <a:off x="229870" y="308610"/>
            <a:ext cx="8229600" cy="942975"/>
          </a:xfrm>
        </p:spPr>
        <p:txBody>
          <a:bodyPr anchor="ctr"/>
          <a:p>
            <a:r>
              <a:rPr lang="zh-CN" altLang="en-US"/>
              <a:t>收缩因子法</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57345"/>
          <p:cNvSpPr/>
          <p:nvPr>
            <p:ph type="title"/>
          </p:nvPr>
        </p:nvSpPr>
        <p:spPr/>
        <p:txBody>
          <a:bodyPr anchor="ctr"/>
          <a:p>
            <a:r>
              <a:rPr lang="zh-CN" altLang="en-US" dirty="0"/>
              <a:t>PSO应用</a:t>
            </a:r>
            <a:endParaRPr lang="zh-CN" altLang="en-US" dirty="0"/>
          </a:p>
        </p:txBody>
      </p:sp>
      <p:sp>
        <p:nvSpPr>
          <p:cNvPr id="57347" name="文本占位符 57346"/>
          <p:cNvSpPr/>
          <p:nvPr>
            <p:ph type="body" idx="1"/>
          </p:nvPr>
        </p:nvSpPr>
        <p:spPr/>
        <p:txBody>
          <a:bodyPr lIns="90170" tIns="46990" rIns="90170" bIns="46990"/>
          <a:p/>
        </p:txBody>
      </p:sp>
      <p:pic>
        <p:nvPicPr>
          <p:cNvPr id="57348" name="图片 57347"/>
          <p:cNvPicPr>
            <a:picLocks noChangeAspect="1"/>
          </p:cNvPicPr>
          <p:nvPr/>
        </p:nvPicPr>
        <p:blipFill>
          <a:blip r:embed="rId1"/>
          <a:stretch>
            <a:fillRect/>
          </a:stretch>
        </p:blipFill>
        <p:spPr>
          <a:xfrm>
            <a:off x="1524000" y="2157413"/>
            <a:ext cx="6096000" cy="2543175"/>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58369"/>
          <p:cNvSpPr/>
          <p:nvPr>
            <p:ph type="title"/>
          </p:nvPr>
        </p:nvSpPr>
        <p:spPr/>
        <p:txBody>
          <a:bodyPr anchor="ctr"/>
          <a:p>
            <a:r>
              <a:rPr lang="zh-CN" altLang="en-US" dirty="0"/>
              <a:t>PSO存在的问题（1）</a:t>
            </a:r>
            <a:endParaRPr lang="zh-CN" altLang="en-US" dirty="0"/>
          </a:p>
        </p:txBody>
      </p:sp>
      <p:sp>
        <p:nvSpPr>
          <p:cNvPr id="58371" name="文本占位符 58370"/>
          <p:cNvSpPr/>
          <p:nvPr>
            <p:ph type="body" idx="1"/>
          </p:nvPr>
        </p:nvSpPr>
        <p:spPr/>
        <p:txBody>
          <a:bodyPr lIns="90170" tIns="46990" rIns="90170" bIns="46990"/>
          <a:p>
            <a:pPr>
              <a:buNone/>
            </a:pPr>
          </a:p>
        </p:txBody>
      </p:sp>
      <p:pic>
        <p:nvPicPr>
          <p:cNvPr id="58372" name="图片 58371"/>
          <p:cNvPicPr>
            <a:picLocks noChangeAspect="1"/>
          </p:cNvPicPr>
          <p:nvPr/>
        </p:nvPicPr>
        <p:blipFill>
          <a:blip r:embed="rId1"/>
          <a:stretch>
            <a:fillRect/>
          </a:stretch>
        </p:blipFill>
        <p:spPr>
          <a:xfrm>
            <a:off x="457200" y="1917700"/>
            <a:ext cx="8096250" cy="3024188"/>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59393"/>
          <p:cNvSpPr/>
          <p:nvPr>
            <p:ph type="title"/>
          </p:nvPr>
        </p:nvSpPr>
        <p:spPr/>
        <p:txBody>
          <a:bodyPr anchor="ctr"/>
          <a:p>
            <a:r>
              <a:rPr lang="zh-CN" altLang="en-US" dirty="0"/>
              <a:t>PSO存在的问题（2）</a:t>
            </a:r>
            <a:endParaRPr lang="zh-CN" altLang="en-US" dirty="0"/>
          </a:p>
        </p:txBody>
      </p:sp>
      <p:sp>
        <p:nvSpPr>
          <p:cNvPr id="59395" name="文本占位符 59394"/>
          <p:cNvSpPr/>
          <p:nvPr>
            <p:ph type="body" idx="1"/>
          </p:nvPr>
        </p:nvSpPr>
        <p:spPr/>
        <p:txBody>
          <a:bodyPr lIns="90170" tIns="46990" rIns="90170" bIns="46990"/>
          <a:p/>
        </p:txBody>
      </p:sp>
      <p:pic>
        <p:nvPicPr>
          <p:cNvPr id="59396" name="图片 59395"/>
          <p:cNvPicPr>
            <a:picLocks noChangeAspect="1"/>
          </p:cNvPicPr>
          <p:nvPr/>
        </p:nvPicPr>
        <p:blipFill>
          <a:blip r:embed="rId1"/>
          <a:stretch>
            <a:fillRect/>
          </a:stretch>
        </p:blipFill>
        <p:spPr>
          <a:xfrm>
            <a:off x="1381125" y="1795463"/>
            <a:ext cx="6381750" cy="326707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60417"/>
          <p:cNvSpPr/>
          <p:nvPr>
            <p:ph type="title"/>
          </p:nvPr>
        </p:nvSpPr>
        <p:spPr/>
        <p:txBody>
          <a:bodyPr anchor="ctr"/>
          <a:p>
            <a:r>
              <a:rPr lang="zh-CN" altLang="en-US" dirty="0"/>
              <a:t>PSO研究热点</a:t>
            </a:r>
            <a:endParaRPr lang="zh-CN" altLang="en-US" dirty="0"/>
          </a:p>
        </p:txBody>
      </p:sp>
      <p:sp>
        <p:nvSpPr>
          <p:cNvPr id="60419" name="文本占位符 60418"/>
          <p:cNvSpPr/>
          <p:nvPr>
            <p:ph type="body" idx="1"/>
          </p:nvPr>
        </p:nvSpPr>
        <p:spPr/>
        <p:txBody>
          <a:bodyPr lIns="90170" tIns="46990" rIns="90170" bIns="46990"/>
          <a:p/>
        </p:txBody>
      </p:sp>
      <p:pic>
        <p:nvPicPr>
          <p:cNvPr id="60420" name="图片 60419"/>
          <p:cNvPicPr>
            <a:picLocks noChangeAspect="1"/>
          </p:cNvPicPr>
          <p:nvPr/>
        </p:nvPicPr>
        <p:blipFill>
          <a:blip r:embed="rId1"/>
          <a:stretch>
            <a:fillRect/>
          </a:stretch>
        </p:blipFill>
        <p:spPr>
          <a:xfrm>
            <a:off x="1098550" y="2219008"/>
            <a:ext cx="6427788" cy="3286125"/>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61441"/>
          <p:cNvSpPr/>
          <p:nvPr>
            <p:ph type="title"/>
          </p:nvPr>
        </p:nvSpPr>
        <p:spPr/>
        <p:txBody>
          <a:bodyPr anchor="ctr"/>
          <a:p>
            <a:r>
              <a:rPr lang="zh-CN" altLang="en-US" dirty="0"/>
              <a:t>PSO研究热点</a:t>
            </a:r>
            <a:endParaRPr lang="zh-CN" altLang="en-US" dirty="0"/>
          </a:p>
        </p:txBody>
      </p:sp>
      <p:sp>
        <p:nvSpPr>
          <p:cNvPr id="61443" name="文本占位符 61442"/>
          <p:cNvSpPr/>
          <p:nvPr>
            <p:ph type="body" idx="1"/>
          </p:nvPr>
        </p:nvSpPr>
        <p:spPr/>
        <p:txBody>
          <a:bodyPr lIns="90170" tIns="46990" rIns="90170" bIns="46990"/>
          <a:p/>
        </p:txBody>
      </p:sp>
      <p:pic>
        <p:nvPicPr>
          <p:cNvPr id="61444" name="图片 61443"/>
          <p:cNvPicPr>
            <a:picLocks noChangeAspect="1"/>
          </p:cNvPicPr>
          <p:nvPr/>
        </p:nvPicPr>
        <p:blipFill>
          <a:blip r:embed="rId1"/>
          <a:stretch>
            <a:fillRect/>
          </a:stretch>
        </p:blipFill>
        <p:spPr>
          <a:xfrm>
            <a:off x="1187450" y="1989138"/>
            <a:ext cx="6343650" cy="3400425"/>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62465"/>
          <p:cNvSpPr/>
          <p:nvPr>
            <p:ph type="title"/>
          </p:nvPr>
        </p:nvSpPr>
        <p:spPr/>
        <p:txBody>
          <a:bodyPr anchor="ctr"/>
          <a:p>
            <a:r>
              <a:rPr lang="zh-CN" altLang="en-US" dirty="0"/>
              <a:t>PSO研究热点</a:t>
            </a:r>
            <a:endParaRPr lang="zh-CN" altLang="en-US" dirty="0"/>
          </a:p>
        </p:txBody>
      </p:sp>
      <p:sp>
        <p:nvSpPr>
          <p:cNvPr id="62467" name="文本占位符 62466"/>
          <p:cNvSpPr/>
          <p:nvPr>
            <p:ph type="body" idx="1"/>
          </p:nvPr>
        </p:nvSpPr>
        <p:spPr/>
        <p:txBody>
          <a:bodyPr lIns="90170" tIns="46990" rIns="90170" bIns="46990"/>
          <a:p/>
        </p:txBody>
      </p:sp>
      <p:pic>
        <p:nvPicPr>
          <p:cNvPr id="62468" name="图片 62467"/>
          <p:cNvPicPr>
            <a:picLocks noChangeAspect="1"/>
          </p:cNvPicPr>
          <p:nvPr/>
        </p:nvPicPr>
        <p:blipFill>
          <a:blip r:embed="rId1"/>
          <a:stretch>
            <a:fillRect/>
          </a:stretch>
        </p:blipFill>
        <p:spPr>
          <a:xfrm>
            <a:off x="1419225" y="2257743"/>
            <a:ext cx="6305550" cy="3057525"/>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63489"/>
          <p:cNvSpPr/>
          <p:nvPr>
            <p:ph type="title"/>
          </p:nvPr>
        </p:nvSpPr>
        <p:spPr/>
        <p:txBody>
          <a:bodyPr anchor="ctr"/>
          <a:p/>
        </p:txBody>
      </p:sp>
      <p:sp>
        <p:nvSpPr>
          <p:cNvPr id="63491" name="文本占位符 63490"/>
          <p:cNvSpPr/>
          <p:nvPr>
            <p:ph type="body" idx="1"/>
          </p:nvPr>
        </p:nvSpPr>
        <p:spPr>
          <a:xfrm>
            <a:off x="565150" y="1685925"/>
            <a:ext cx="7385685" cy="4084320"/>
          </a:xfrm>
        </p:spPr>
        <p:txBody>
          <a:bodyPr lIns="90170" tIns="46990" rIns="90170" bIns="46990"/>
          <a:p/>
        </p:txBody>
      </p:sp>
      <p:sp>
        <p:nvSpPr>
          <p:cNvPr id="63492" name="矩形 63491"/>
          <p:cNvSpPr/>
          <p:nvPr/>
        </p:nvSpPr>
        <p:spPr>
          <a:xfrm>
            <a:off x="2339975" y="2852738"/>
            <a:ext cx="4176713" cy="1439862"/>
          </a:xfrm>
          <a:prstGeom prst="rect">
            <a:avLst/>
          </a:prstGeom>
        </p:spPr>
        <p:txBody>
          <a:bodyPr wrap="none" fromWordArt="1">
            <a:prstTxWarp prst="textPlain">
              <a:avLst>
                <a:gd name="adj" fmla="val 50000"/>
              </a:avLst>
            </a:prstTxWarp>
            <a:normAutofit/>
          </a:bodyPr>
          <a:p>
            <a:pPr algn="ctr" eaLnBrk="0" hangingPunct="0"/>
            <a:r>
              <a:rPr lang="zh-CN" altLang="en-US" sz="3200" i="1">
                <a:gradFill rotWithShape="0">
                  <a:gsLst>
                    <a:gs pos="0">
                      <a:srgbClr val="FFFF00">
                        <a:alpha val="100000"/>
                      </a:srgbClr>
                    </a:gs>
                    <a:gs pos="100000">
                      <a:srgbClr val="FF9933"/>
                    </a:gs>
                  </a:gsLst>
                  <a:path path="rect">
                    <a:fillToRect r="100000" b="100000"/>
                  </a:path>
                  <a:tileRect/>
                </a:gradFill>
                <a:effectLst>
                  <a:outerShdw dist="35921" dir="2699999" algn="ctr" rotWithShape="0">
                    <a:srgbClr val="C0C0C0">
                      <a:alpha val="78999"/>
                    </a:srgbClr>
                  </a:outerShdw>
                </a:effectLst>
                <a:latin typeface="华文琥珀" panose="02010800040101010101" charset="-122"/>
                <a:ea typeface="华文琥珀" panose="02010800040101010101" charset="-122"/>
              </a:rPr>
              <a:t>谢谢观看</a:t>
            </a:r>
            <a:endParaRPr lang="zh-CN" altLang="en-US" sz="3200" i="1">
              <a:gradFill rotWithShape="0">
                <a:gsLst>
                  <a:gs pos="0">
                    <a:srgbClr val="FFFF00">
                      <a:alpha val="100000"/>
                    </a:srgbClr>
                  </a:gs>
                  <a:gs pos="100000">
                    <a:srgbClr val="FF9933"/>
                  </a:gs>
                </a:gsLst>
                <a:path path="rect">
                  <a:fillToRect r="100000" b="100000"/>
                </a:path>
                <a:tileRect/>
              </a:gradFill>
              <a:effectLst>
                <a:outerShdw dist="35921" dir="2699999" algn="ctr" rotWithShape="0">
                  <a:srgbClr val="C0C0C0">
                    <a:alpha val="78999"/>
                  </a:srgbClr>
                </a:outerShdw>
              </a:effectLst>
              <a:latin typeface="华文琥珀" panose="02010800040101010101" charset="-122"/>
              <a:ea typeface="华文琥珀" panose="02010800040101010101" charset="-122"/>
            </a:endParaRPr>
          </a:p>
        </p:txBody>
      </p:sp>
    </p:spTree>
  </p:cSld>
  <p:clrMapOvr>
    <a:masterClrMapping/>
  </p:clrMapOvr>
  <p:transition>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wipe(down)">
                                      <p:cBhvr>
                                        <p:cTn id="7" dur="580">
                                          <p:stCondLst>
                                            <p:cond delay="0"/>
                                          </p:stCondLst>
                                        </p:cTn>
                                        <p:tgtEl>
                                          <p:spTgt spid="63492"/>
                                        </p:tgtEl>
                                      </p:cBhvr>
                                    </p:animEffect>
                                    <p:anim calcmode="lin" valueType="num">
                                      <p:cBhvr>
                                        <p:cTn id="8" dur="1822">
                                          <p:stCondLst>
                                            <p:cond delay="0"/>
                                          </p:stCondLst>
                                        </p:cTn>
                                        <p:tgtEl>
                                          <p:spTgt spid="63492"/>
                                        </p:tgtEl>
                                        <p:attrNameLst>
                                          <p:attrName>ppt_x</p:attrName>
                                        </p:attrNameLst>
                                      </p:cBhvr>
                                      <p:tavLst>
                                        <p:tav tm="0">
                                          <p:val>
                                            <p:strVal val="#ppt_x-0.25"/>
                                          </p:val>
                                        </p:tav>
                                        <p:tav tm="100000">
                                          <p:val>
                                            <p:strVal val="#ppt_x"/>
                                          </p:val>
                                        </p:tav>
                                      </p:tavLst>
                                    </p:anim>
                                    <p:anim calcmode="lin" valueType="num">
                                      <p:cBhvr>
                                        <p:cTn id="9" dur="664">
                                          <p:stCondLst>
                                            <p:cond delay="0"/>
                                          </p:stCondLst>
                                        </p:cTn>
                                        <p:tgtEl>
                                          <p:spTgt spid="63492"/>
                                        </p:tgtEl>
                                        <p:attrNameLst>
                                          <p:attrName>ppt_y</p:attrName>
                                        </p:attrNameLst>
                                      </p:cBhvr>
                                      <p:tavLst>
                                        <p:tav tm="0" fmla="#ppt_y-sin(pi*$)/3">
                                          <p:val>
                                            <p:fltVal val="0.500000"/>
                                          </p:val>
                                        </p:tav>
                                        <p:tav tm="100000">
                                          <p:val>
                                            <p:fltVal val="1.000000"/>
                                          </p:val>
                                        </p:tav>
                                      </p:tavLst>
                                    </p:anim>
                                    <p:anim calcmode="lin" valueType="num">
                                      <p:cBhvr>
                                        <p:cTn id="10" dur="664">
                                          <p:stCondLst>
                                            <p:cond delay="664"/>
                                          </p:stCondLst>
                                        </p:cTn>
                                        <p:tgtEl>
                                          <p:spTgt spid="63492"/>
                                        </p:tgtEl>
                                        <p:attrNameLst>
                                          <p:attrName>ppt_y</p:attrName>
                                        </p:attrNameLst>
                                      </p:cBhvr>
                                      <p:tavLst>
                                        <p:tav tm="0" fmla="#ppt_y-sin(pi*$)/9">
                                          <p:val>
                                            <p:fltVal val="0.000000"/>
                                          </p:val>
                                        </p:tav>
                                        <p:tav tm="100000">
                                          <p:val>
                                            <p:fltVal val="1.000000"/>
                                          </p:val>
                                        </p:tav>
                                      </p:tavLst>
                                    </p:anim>
                                    <p:anim calcmode="lin" valueType="num">
                                      <p:cBhvr>
                                        <p:cTn id="11" dur="332">
                                          <p:stCondLst>
                                            <p:cond delay="1324"/>
                                          </p:stCondLst>
                                        </p:cTn>
                                        <p:tgtEl>
                                          <p:spTgt spid="63492"/>
                                        </p:tgtEl>
                                        <p:attrNameLst>
                                          <p:attrName>ppt_y</p:attrName>
                                        </p:attrNameLst>
                                      </p:cBhvr>
                                      <p:tavLst>
                                        <p:tav tm="0" fmla="#ppt_y-sin(pi*$)/27">
                                          <p:val>
                                            <p:fltVal val="0.000000"/>
                                          </p:val>
                                        </p:tav>
                                        <p:tav tm="100000">
                                          <p:val>
                                            <p:fltVal val="1.000000"/>
                                          </p:val>
                                        </p:tav>
                                      </p:tavLst>
                                    </p:anim>
                                    <p:anim calcmode="lin" valueType="num">
                                      <p:cBhvr>
                                        <p:cTn id="12" dur="164">
                                          <p:stCondLst>
                                            <p:cond delay="1656"/>
                                          </p:stCondLst>
                                        </p:cTn>
                                        <p:tgtEl>
                                          <p:spTgt spid="63492"/>
                                        </p:tgtEl>
                                        <p:attrNameLst>
                                          <p:attrName>ppt_y</p:attrName>
                                        </p:attrNameLst>
                                      </p:cBhvr>
                                      <p:tavLst>
                                        <p:tav tm="0" fmla="#ppt_y-sin(pi*$)/81">
                                          <p:val>
                                            <p:fltVal val="0.000000"/>
                                          </p:val>
                                        </p:tav>
                                        <p:tav tm="100000">
                                          <p:val>
                                            <p:fltVal val="1.000000"/>
                                          </p:val>
                                        </p:tav>
                                      </p:tavLst>
                                    </p:anim>
                                    <p:animScale>
                                      <p:cBhvr>
                                        <p:cTn id="13" dur="26">
                                          <p:stCondLst>
                                            <p:cond delay="650"/>
                                          </p:stCondLst>
                                        </p:cTn>
                                        <p:tgtEl>
                                          <p:spTgt spid="63492"/>
                                        </p:tgtEl>
                                      </p:cBhvr>
                                      <p:to x="100000" y="60000"/>
                                    </p:animScale>
                                    <p:animScale>
                                      <p:cBhvr>
                                        <p:cTn id="14" dur="166" decel="50000">
                                          <p:stCondLst>
                                            <p:cond delay="676"/>
                                          </p:stCondLst>
                                        </p:cTn>
                                        <p:tgtEl>
                                          <p:spTgt spid="63492"/>
                                        </p:tgtEl>
                                      </p:cBhvr>
                                      <p:to x="100000" y="100000"/>
                                    </p:animScale>
                                    <p:animScale>
                                      <p:cBhvr>
                                        <p:cTn id="15" dur="26">
                                          <p:stCondLst>
                                            <p:cond delay="1312"/>
                                          </p:stCondLst>
                                        </p:cTn>
                                        <p:tgtEl>
                                          <p:spTgt spid="63492"/>
                                        </p:tgtEl>
                                      </p:cBhvr>
                                      <p:to x="100000" y="80000"/>
                                    </p:animScale>
                                    <p:animScale>
                                      <p:cBhvr>
                                        <p:cTn id="16" dur="166" decel="50000">
                                          <p:stCondLst>
                                            <p:cond delay="1338"/>
                                          </p:stCondLst>
                                        </p:cTn>
                                        <p:tgtEl>
                                          <p:spTgt spid="63492"/>
                                        </p:tgtEl>
                                      </p:cBhvr>
                                      <p:to x="100000" y="100000"/>
                                    </p:animScale>
                                    <p:animScale>
                                      <p:cBhvr>
                                        <p:cTn id="17" dur="26">
                                          <p:stCondLst>
                                            <p:cond delay="1642"/>
                                          </p:stCondLst>
                                        </p:cTn>
                                        <p:tgtEl>
                                          <p:spTgt spid="63492"/>
                                        </p:tgtEl>
                                      </p:cBhvr>
                                      <p:to x="100000" y="90000"/>
                                    </p:animScale>
                                    <p:animScale>
                                      <p:cBhvr>
                                        <p:cTn id="18" dur="166" decel="50000">
                                          <p:stCondLst>
                                            <p:cond delay="1668"/>
                                          </p:stCondLst>
                                        </p:cTn>
                                        <p:tgtEl>
                                          <p:spTgt spid="63492"/>
                                        </p:tgtEl>
                                      </p:cBhvr>
                                      <p:to x="100000" y="100000"/>
                                    </p:animScale>
                                    <p:animScale>
                                      <p:cBhvr>
                                        <p:cTn id="19" dur="26">
                                          <p:stCondLst>
                                            <p:cond delay="1808"/>
                                          </p:stCondLst>
                                        </p:cTn>
                                        <p:tgtEl>
                                          <p:spTgt spid="63492"/>
                                        </p:tgtEl>
                                      </p:cBhvr>
                                      <p:to x="100000" y="95000"/>
                                    </p:animScale>
                                    <p:animScale>
                                      <p:cBhvr>
                                        <p:cTn id="20" dur="166" decel="50000">
                                          <p:stCondLst>
                                            <p:cond delay="1834"/>
                                          </p:stCondLst>
                                        </p:cTn>
                                        <p:tgtEl>
                                          <p:spTgt spid="6349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绿方格PPT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绿方格PPT模板_2">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绿方格PPT模板_3">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绿方格PPT模板_4">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5167</Words>
  <Application>WPS 演示</Application>
  <PresentationFormat>在屏幕上显示</PresentationFormat>
  <Paragraphs>522</Paragraphs>
  <Slides>48</Slides>
  <Notes>0</Notes>
  <HiddenSlides>0</HiddenSlides>
  <MMClips>0</MMClips>
  <ScaleCrop>false</ScaleCrop>
  <HeadingPairs>
    <vt:vector size="8" baseType="variant">
      <vt:variant>
        <vt:lpstr>已用的字体</vt:lpstr>
      </vt:variant>
      <vt:variant>
        <vt:i4>21</vt:i4>
      </vt:variant>
      <vt:variant>
        <vt:lpstr>主题</vt:lpstr>
      </vt:variant>
      <vt:variant>
        <vt:i4>4</vt:i4>
      </vt:variant>
      <vt:variant>
        <vt:lpstr>嵌入 OLE 服务器</vt:lpstr>
      </vt:variant>
      <vt:variant>
        <vt:i4>141</vt:i4>
      </vt:variant>
      <vt:variant>
        <vt:lpstr>幻灯片标题</vt:lpstr>
      </vt:variant>
      <vt:variant>
        <vt:i4>48</vt:i4>
      </vt:variant>
    </vt:vector>
  </HeadingPairs>
  <TitlesOfParts>
    <vt:vector size="214" baseType="lpstr">
      <vt:lpstr>Arial</vt:lpstr>
      <vt:lpstr>宋体</vt:lpstr>
      <vt:lpstr>Wingdings</vt:lpstr>
      <vt:lpstr>楷体_GB2312</vt:lpstr>
      <vt:lpstr>新宋体</vt:lpstr>
      <vt:lpstr>Albertus Extra Bold</vt:lpstr>
      <vt:lpstr>Dotum</vt:lpstr>
      <vt:lpstr>微软雅黑</vt:lpstr>
      <vt:lpstr>Times New Roman</vt:lpstr>
      <vt:lpstr>DFKai-SB</vt:lpstr>
      <vt:lpstr>Arial Black</vt:lpstr>
      <vt:lpstr>PMingLiU</vt:lpstr>
      <vt:lpstr>MingLiU-ExtB</vt:lpstr>
      <vt:lpstr>Tahoma</vt:lpstr>
      <vt:lpstr>Arial Unicode MS</vt:lpstr>
      <vt:lpstr>Times</vt:lpstr>
      <vt:lpstr>Adobe 楷体 Std R</vt:lpstr>
      <vt:lpstr>Symbol</vt:lpstr>
      <vt:lpstr>华文琥珀</vt:lpstr>
      <vt:lpstr>ESRI AMFM Electric</vt:lpstr>
      <vt:lpstr>Malgun Gothic</vt:lpstr>
      <vt:lpstr>绿方格PPT模板</vt:lpstr>
      <vt:lpstr>绿方格PPT模板_2</vt:lpstr>
      <vt:lpstr>绿方格PPT模板_3</vt:lpstr>
      <vt:lpstr>绿方格PPT模板_4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Equation.KSEE3</vt:lpstr>
      <vt:lpstr>Equation.DSMT4</vt:lpstr>
      <vt:lpstr>Equation.DSMT4</vt:lpstr>
      <vt:lpstr>Equation.KSEE3</vt:lpstr>
      <vt:lpstr>Equation.KSEE3</vt:lpstr>
      <vt:lpstr>Equation.DSMT4</vt:lpstr>
      <vt:lpstr>Equation.DSMT4</vt:lpstr>
      <vt:lpstr>Equation.DSMT4</vt:lpstr>
      <vt:lpstr>Equation.DSMT4</vt:lpstr>
      <vt:lpstr>Equation.KSEE3</vt:lpstr>
      <vt:lpstr>Equation.DSMT4</vt:lpstr>
      <vt:lpstr>Equation.KSEE3</vt:lpstr>
      <vt:lpstr>Equation.KSEE3</vt:lpstr>
      <vt:lpstr>Equation.DSMT4</vt:lpstr>
      <vt:lpstr>Equation.DSMT4</vt:lpstr>
      <vt:lpstr>Equation.DSMT4</vt:lpstr>
      <vt:lpstr>Equation.DSMT4</vt:lpstr>
      <vt:lpstr>Equation.DSMT4</vt:lpstr>
      <vt:lpstr>Equation.DSMT4</vt:lpstr>
      <vt:lpstr>Equation.KSEE3</vt:lpstr>
      <vt:lpstr>Equation.DSMT4</vt:lpstr>
      <vt:lpstr>Equation.KSEE3</vt:lpstr>
      <vt:lpstr>Equation.KSEE3</vt:lpstr>
      <vt:lpstr>Equation.DSMT4</vt:lpstr>
      <vt:lpstr>Equation.DSMT4</vt:lpstr>
      <vt:lpstr>Equation.DSMT4</vt:lpstr>
      <vt:lpstr>Equation.DSMT4</vt:lpstr>
      <vt:lpstr>Equation.DSMT4</vt:lpstr>
      <vt:lpstr>Equation.DSMT4</vt:lpstr>
      <vt:lpstr>Equation.KSEE3</vt:lpstr>
      <vt:lpstr>Equation.DSMT4</vt:lpstr>
      <vt:lpstr>Equation.KSEE3</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数模智能算法之       粒子群算法（PSO）</vt:lpstr>
      <vt:lpstr>智能算法</vt:lpstr>
      <vt:lpstr>粒子群算法发展历史简介 </vt:lpstr>
      <vt:lpstr>粒子群算法的基本思想</vt:lpstr>
      <vt:lpstr>PowerPoint 演示文稿</vt:lpstr>
      <vt:lpstr>粒子群算法的基本思想</vt:lpstr>
      <vt:lpstr>PowerPoint 演示文稿</vt:lpstr>
      <vt:lpstr>PowerPoint 演示文稿</vt:lpstr>
      <vt:lpstr>算法介绍 </vt:lpstr>
      <vt:lpstr>粒子群优化算法求最优解 </vt:lpstr>
      <vt:lpstr>粒子群算法迭代过程</vt:lpstr>
      <vt:lpstr>PowerPoint 演示文稿</vt:lpstr>
      <vt:lpstr>PowerPoint 演示文稿</vt:lpstr>
      <vt:lpstr>PowerPoint 演示文稿</vt:lpstr>
      <vt:lpstr>算法流程</vt:lpstr>
      <vt:lpstr>粒子群优化算法流程图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粒子群算法的构成要素- 邻域的拓扑结构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惯性权重</vt:lpstr>
      <vt:lpstr>线性递减权值</vt:lpstr>
      <vt:lpstr>收缩因子法</vt:lpstr>
      <vt:lpstr>PSO应用</vt:lpstr>
      <vt:lpstr>PSO存在的问题（1）</vt:lpstr>
      <vt:lpstr>PSO存在的问题（2）</vt:lpstr>
      <vt:lpstr>PSO研究热点</vt:lpstr>
      <vt:lpstr>PSO研究热点</vt:lpstr>
      <vt:lpstr>PSO研究热点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honghe</dc:creator>
  <cp:lastModifiedBy>LLXX</cp:lastModifiedBy>
  <cp:revision>10</cp:revision>
  <dcterms:created xsi:type="dcterms:W3CDTF">2013-01-25T01:44:00Z</dcterms:created>
  <dcterms:modified xsi:type="dcterms:W3CDTF">2020-06-15T09:42:32Z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2052-11.1.0.9662</vt:lpwstr>
  </property>
</Properties>
</file>