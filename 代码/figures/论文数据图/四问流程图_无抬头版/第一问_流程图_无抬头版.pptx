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7fcad7eb9479b" /><Relationship Type="http://schemas.openxmlformats.org/officeDocument/2006/relationships/extended-properties" Target="/docProps/app.xml" Id="R423eb042300f4495" /><Relationship Type="http://schemas.openxmlformats.org/officeDocument/2006/relationships/officeDocument" Target="/ppt/presentation.xml" Id="R0669b6b980214e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5078ca4fd43db"/>
  </p:sldMasterIdLst>
  <p:notesMasterIdLst>
    <p:notesMasterId xmlns:r="http://schemas.openxmlformats.org/officeDocument/2006/relationships" r:id="R021141eaef5b4f41"/>
  </p:notesMasterIdLst>
  <p:sldIdLst>
    <p:sldId xmlns:r="http://schemas.openxmlformats.org/officeDocument/2006/relationships" id="256" r:id="Rafc40d407924408c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0c12de7854ae0" /><Relationship Type="http://schemas.openxmlformats.org/officeDocument/2006/relationships/slideMaster" Target="/ppt/slideMasters/slideMaster1.xml" Id="R5b15078ca4fd43db" /><Relationship Type="http://schemas.openxmlformats.org/officeDocument/2006/relationships/notesMaster" Target="/ppt/notesMasters/notesMaster1.xml" Id="R021141eaef5b4f41" /><Relationship Type="http://schemas.openxmlformats.org/officeDocument/2006/relationships/presProps" Target="/ppt/presProps.xml" Id="Rcaf0a2513d8e43df" /><Relationship Type="http://schemas.openxmlformats.org/officeDocument/2006/relationships/tableStyles" Target="/ppt/tableStyles.xml" Id="R253d12bccbec4c8f" /><Relationship Type="http://schemas.openxmlformats.org/officeDocument/2006/relationships/slide" Target="/ppt/slides/slide1.xml" Id="Rafc40d40792440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43ceaf007749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1bf819aad34650" /><Relationship Type="http://schemas.openxmlformats.org/officeDocument/2006/relationships/notesMaster" Target="/ppt/notesMasters/notesMaster1.xml" Id="R8f2fe106fc40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9d93e9afd4b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f90ecad2e47a0" /><Relationship Type="http://schemas.openxmlformats.org/officeDocument/2006/relationships/slideLayout" Target="/ppt/slideLayouts/slideLayout1.xml" Id="R5621baff5605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1baff5605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f0ae859840a0" /><Relationship Type="http://schemas.openxmlformats.org/officeDocument/2006/relationships/notesSlide" Target="/ppt/notesSlides/notesSlide1.xml" Id="Rff31e63941a949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outer-frame">
            <a:extLst xmlns:a="http://schemas.openxmlformats.org/drawingml/2006/main">
              <a:ext uri="{FF2B5EF4-FFF2-40B4-BE49-F238E27FC236}">
                <a16:creationId xmlns:a16="http://schemas.microsoft.com/office/drawing/2014/main" id="{5DF63EB8-7190-4864-9E79-E9700A83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655397E0-EE4C-46FE-B727-AD37930B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已知日内数据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CA59EDF5-2316-4823-A2C6-CA246DF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p:sp>
        <p:nvSpPr>
          <p:cNvPr id="4" name="constraints">
            <a:extLst xmlns:a="http://schemas.openxmlformats.org/drawingml/2006/main">
              <a:ext uri="{FF2B5EF4-FFF2-40B4-BE49-F238E27FC236}">
                <a16:creationId xmlns:a16="http://schemas.microsoft.com/office/drawing/2014/main" id="{0CA0FAA6-0C5B-47F3-90E6-821BD30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3048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F7A96AE0-92A3-4C49-A700-26585EA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573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并列物理约束</a:t>
            </a:r>
          </a:p>
        </p:txBody>
      </p:sp>
      <p:sp>
        <p:nvSpPr>
          <p:cNvPr id="6" name="balance">
            <a:extLst xmlns:a="http://schemas.openxmlformats.org/drawingml/2006/main">
              <a:ext uri="{FF2B5EF4-FFF2-40B4-BE49-F238E27FC236}">
                <a16:creationId xmlns:a16="http://schemas.microsoft.com/office/drawing/2014/main" id="{B1749E4E-64BD-4FEC-B156-3D76151F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</p:txBody>
      </p:sp>
      <p:sp>
        <p:nvSpPr>
          <p:cNvPr id="7" name="soc">
            <a:extLst xmlns:a="http://schemas.openxmlformats.org/drawingml/2006/main">
              <a:ext uri="{FF2B5EF4-FFF2-40B4-BE49-F238E27FC236}">
                <a16:creationId xmlns:a16="http://schemas.microsoft.com/office/drawing/2014/main" id="{530A8942-F1EB-459E-9C29-5F0D045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p:sp>
        <p:nvSpPr>
          <p:cNvPr id="8" name="bounds">
            <a:extLst xmlns:a="http://schemas.openxmlformats.org/drawingml/2006/main">
              <a:ext uri="{FF2B5EF4-FFF2-40B4-BE49-F238E27FC236}">
                <a16:creationId xmlns:a16="http://schemas.microsoft.com/office/drawing/2014/main" id="{78926202-1CD0-4C63-A027-2F5933C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容量与功率边界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</p:txBody>
      </p:sp>
      <p:sp>
        <p:nvSpPr>
          <p:cNvPr id="9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D29019B3-EF56-447A-A447-64A08FA5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5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route-end-1">
            <a:extLst xmlns:a="http://schemas.openxmlformats.org/drawingml/2006/main">
              <a:ext uri="{FF2B5EF4-FFF2-40B4-BE49-F238E27FC236}">
                <a16:creationId xmlns:a16="http://schemas.microsoft.com/office/drawing/2014/main" id="{8C87422A-49B9-4660-B383-F065603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77478" y="34290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2" name="cycle">
            <a:extLst xmlns:a="http://schemas.openxmlformats.org/drawingml/2006/main">
              <a:ext uri="{FF2B5EF4-FFF2-40B4-BE49-F238E27FC236}">
                <a16:creationId xmlns:a16="http://schemas.microsoft.com/office/drawing/2014/main" id="{CB4CDD5D-2650-4192-8A28-27A3519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日初日末库存一致</a:t>
            </a:r>
          </a:p>
        </p:txBody>
      </p:sp>
      <p:sp>
        <p:nvSpPr>
          <p:cNvPr id="13" name="milp">
            <a:extLst xmlns:a="http://schemas.openxmlformats.org/drawingml/2006/main">
              <a:ext uri="{FF2B5EF4-FFF2-40B4-BE49-F238E27FC236}">
                <a16:creationId xmlns:a16="http://schemas.microsoft.com/office/drawing/2014/main" id="{B33BDD98-9FD1-4FEF-8185-F53D6C2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14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8ADBC1FB-B89A-44CE-A578-41B3886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2">
            <a:extLst xmlns:a="http://schemas.openxmlformats.org/drawingml/2006/main">
              <a:ext uri="{FF2B5EF4-FFF2-40B4-BE49-F238E27FC236}">
                <a16:creationId xmlns:a16="http://schemas.microsoft.com/office/drawing/2014/main" id="{07B207DA-06EB-4122-8796-AC64EAEC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334376" y="2372678"/>
            <a:ext cx="0" cy="7696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7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831C2041-A5C7-4A18-8377-3FD12A7D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3">
            <a:extLst xmlns:a="http://schemas.openxmlformats.org/drawingml/2006/main">
              <a:ext uri="{FF2B5EF4-FFF2-40B4-BE49-F238E27FC236}">
                <a16:creationId xmlns:a16="http://schemas.microsoft.com/office/drawing/2014/main" id="{1A330ED5-6C93-4834-93BC-BE0C7C6F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15978" y="271462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0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F28B7564-BAA9-48CD-85A5-5E0AA52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4">
            <a:extLst xmlns:a="http://schemas.openxmlformats.org/drawingml/2006/main">
              <a:ext uri="{FF2B5EF4-FFF2-40B4-BE49-F238E27FC236}">
                <a16:creationId xmlns:a16="http://schemas.microsoft.com/office/drawing/2014/main" id="{6B8BB6EF-A2FA-4005-B207-904CEBF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486526" y="2715578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3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8D2E0552-8317-4D3D-8406-34D3800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5">
            <a:extLst xmlns:a="http://schemas.openxmlformats.org/drawingml/2006/main">
              <a:ext uri="{FF2B5EF4-FFF2-40B4-BE49-F238E27FC236}">
                <a16:creationId xmlns:a16="http://schemas.microsoft.com/office/drawing/2014/main" id="{A726AF69-3D56-495B-8AA6-88F2B5C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915978" y="37242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217C0227-168D-497F-A80B-3091505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6">
            <a:extLst xmlns:a="http://schemas.openxmlformats.org/drawingml/2006/main">
              <a:ext uri="{FF2B5EF4-FFF2-40B4-BE49-F238E27FC236}">
                <a16:creationId xmlns:a16="http://schemas.microsoft.com/office/drawing/2014/main" id="{DD522E1C-C2AB-415E-A05A-2D87B03C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915978" y="48291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D9A80C99-BBFB-4AE0-A441-A1B90918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7">
            <a:extLst xmlns:a="http://schemas.openxmlformats.org/drawingml/2006/main">
              <a:ext uri="{FF2B5EF4-FFF2-40B4-BE49-F238E27FC236}">
                <a16:creationId xmlns:a16="http://schemas.microsoft.com/office/drawing/2014/main" id="{63D53C45-87D7-436B-8C47-877AEF15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6486526" y="370617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2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18173331-E274-4A85-BE41-FAAFED2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8">
            <a:extLst xmlns:a="http://schemas.openxmlformats.org/drawingml/2006/main">
              <a:ext uri="{FF2B5EF4-FFF2-40B4-BE49-F238E27FC236}">
                <a16:creationId xmlns:a16="http://schemas.microsoft.com/office/drawing/2014/main" id="{0355F7BD-6E3D-40EC-868C-22CFCB5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5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487478" y="37052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5" name="solve">
            <a:extLst xmlns:a="http://schemas.openxmlformats.org/drawingml/2006/main">
              <a:ext uri="{FF2B5EF4-FFF2-40B4-BE49-F238E27FC236}">
                <a16:creationId xmlns:a16="http://schemas.microsoft.com/office/drawing/2014/main" id="{C5ACDBAB-E5DC-437D-BC99-58D0D5BB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76600"/>
            <a:ext cx="1762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HiGHS 求解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</a:t>
            </a:r>
          </a:p>
        </p:txBody>
      </p:sp>
      <p:sp>
        <p:nvSpPr>
          <p:cNvPr id="36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EEDFE73B-3C8D-4B92-85ED-E207447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3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9">
            <a:extLst xmlns:a="http://schemas.openxmlformats.org/drawingml/2006/main">
              <a:ext uri="{FF2B5EF4-FFF2-40B4-BE49-F238E27FC236}">
                <a16:creationId xmlns:a16="http://schemas.microsoft.com/office/drawing/2014/main" id="{F40740C7-94D2-4983-BF5E-13F80223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821228" y="3705226"/>
            <a:ext cx="5505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9" name="baseline">
            <a:extLst xmlns:a="http://schemas.openxmlformats.org/drawingml/2006/main">
              <a:ext uri="{FF2B5EF4-FFF2-40B4-BE49-F238E27FC236}">
                <a16:creationId xmlns:a16="http://schemas.microsoft.com/office/drawing/2014/main" id="{4750F27D-B7CB-4168-923D-F064FAAC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 松弛下界</a:t>
            </a:r>
          </a:p>
        </p:txBody>
      </p:sp>
      <p:sp>
        <p:nvSpPr>
          <p:cNvPr id="40" name="compare">
            <a:extLst xmlns:a="http://schemas.openxmlformats.org/drawingml/2006/main">
              <a:ext uri="{FF2B5EF4-FFF2-40B4-BE49-F238E27FC236}">
                <a16:creationId xmlns:a16="http://schemas.microsoft.com/office/drawing/2014/main" id="{2B920FBE-ECEC-43BF-B714-FF16F067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2291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电费节省情况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最优调度方案</a:t>
            </a:r>
          </a:p>
        </p:txBody>
      </p:sp>
      <p:sp>
        <p:nvSpPr>
          <p:cNvPr id="41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02A685C6-CEA9-41F4-B042-4ADAA39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9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47284AE3-65C9-47EF-8199-B799CB90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2154853" y="3705226"/>
            <a:ext cx="2647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4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26A5DD69-8996-4CB7-A9AC-061BE642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C9614101-58C3-46DF-8047-EDCB98CA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2420601" y="3706178"/>
            <a:ext cx="0" cy="969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7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FC33CB80-F709-4071-8884-F3DC4D2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465217D2-E2FA-4CE6-A2FF-90B7581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773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2421553" y="4676776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0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8B4AB57A-1EA0-40C8-AF94-18B620EC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2770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7BDA4E8E-E33E-4FB5-94A8-C1C903D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4218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3668376" y="2772728"/>
            <a:ext cx="0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3" name="model-note">
            <a:extLst xmlns:a="http://schemas.openxmlformats.org/drawingml/2006/main">
              <a:ext uri="{FF2B5EF4-FFF2-40B4-BE49-F238E27FC236}">
                <a16:creationId xmlns:a16="http://schemas.microsoft.com/office/drawing/2014/main" id="{21BB2ECB-B76D-4564-905A-A34CF543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允许有限弃光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不允许向电网售电</a:t>
            </a:r>
          </a:p>
        </p:txBody>
      </p:sp>
      <p:sp>
        <p:nvSpPr>
          <p:cNvPr id="54" name="footer">
            <a:extLst xmlns:a="http://schemas.openxmlformats.org/drawingml/2006/main">
              <a:ext uri="{FF2B5EF4-FFF2-40B4-BE49-F238E27FC236}">
                <a16:creationId xmlns:a16="http://schemas.microsoft.com/office/drawing/2014/main" id="{A652872B-43E5-4A9B-B90A-8254754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日初日末库存共同优化，最优调度通过物理与费用复核</a:t>
            </a:r>
          </a:p>
        </p:txBody>
      </p:sp>
    </p:spTree>
    <p:extLst>
      <p:ext uri="{BB962C8B-B14F-4D97-AF65-F5344CB8AC3E}">
        <p14:creationId xmlns:p14="http://schemas.microsoft.com/office/powerpoint/2010/main" val="1542556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2026-09-13T08:17:34.2560000Z</dcterms:created>
  <dcterms:modified xsi:type="dcterms:W3CDTF">2026-09-13T08:17:34.2560000Z</dcterms:modified>
</coreProperties>
</file>