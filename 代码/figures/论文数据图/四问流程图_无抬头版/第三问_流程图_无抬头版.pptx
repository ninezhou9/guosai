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c0c7aa54f445a3" /><Relationship Type="http://schemas.openxmlformats.org/officeDocument/2006/relationships/extended-properties" Target="/docProps/app.xml" Id="R33ee72dd0efe4ea9" /><Relationship Type="http://schemas.openxmlformats.org/officeDocument/2006/relationships/officeDocument" Target="/ppt/presentation.xml" Id="R70ba50b67c0f45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57a806e5b42e9"/>
  </p:sldMasterIdLst>
  <p:notesMasterIdLst>
    <p:notesMasterId xmlns:r="http://schemas.openxmlformats.org/officeDocument/2006/relationships" r:id="R719aee6b18c143d4"/>
  </p:notesMasterIdLst>
  <p:sldIdLst>
    <p:sldId xmlns:r="http://schemas.openxmlformats.org/officeDocument/2006/relationships" id="256" r:id="R0d262a100a4248e1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e3c3b8fab44f96" /><Relationship Type="http://schemas.openxmlformats.org/officeDocument/2006/relationships/slideMaster" Target="/ppt/slideMasters/slideMaster1.xml" Id="R28957a806e5b42e9" /><Relationship Type="http://schemas.openxmlformats.org/officeDocument/2006/relationships/notesMaster" Target="/ppt/notesMasters/notesMaster1.xml" Id="R719aee6b18c143d4" /><Relationship Type="http://schemas.openxmlformats.org/officeDocument/2006/relationships/presProps" Target="/ppt/presProps.xml" Id="Ra1f262881b814a60" /><Relationship Type="http://schemas.openxmlformats.org/officeDocument/2006/relationships/tableStyles" Target="/ppt/tableStyles.xml" Id="R7bd4c127433a439e" /><Relationship Type="http://schemas.openxmlformats.org/officeDocument/2006/relationships/slide" Target="/ppt/slides/slide1.xml" Id="R0d262a100a4248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e25a54ec18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c857f05d94c13" /><Relationship Type="http://schemas.openxmlformats.org/officeDocument/2006/relationships/notesMaster" Target="/ppt/notesMasters/notesMaster1.xml" Id="R89be7d59e72d4e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f5abba1e044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51ecf4a5a4bb7" /><Relationship Type="http://schemas.openxmlformats.org/officeDocument/2006/relationships/slideLayout" Target="/ppt/slideLayouts/slideLayout1.xml" Id="R2e3c699aeb4545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3c699aeb4545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8e21767d64931" /><Relationship Type="http://schemas.openxmlformats.org/officeDocument/2006/relationships/notesSlide" Target="/ppt/notesSlides/notesSlide1.xml" Id="R774fab274c1942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outer-frame">
            <a:extLst xmlns:a="http://schemas.openxmlformats.org/drawingml/2006/main">
              <a:ext uri="{FF2B5EF4-FFF2-40B4-BE49-F238E27FC236}">
                <a16:creationId xmlns:a16="http://schemas.microsoft.com/office/drawing/2014/main" id="{BEC85AE3-45B3-455F-ADEA-33FBCE40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time-0">
            <a:extLst xmlns:a="http://schemas.openxmlformats.org/drawingml/2006/main">
              <a:ext uri="{FF2B5EF4-FFF2-40B4-BE49-F238E27FC236}">
                <a16:creationId xmlns:a16="http://schemas.microsoft.com/office/drawing/2014/main" id="{51C52603-622D-40E7-821F-631C8819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0:00</a:t>
            </a:r>
          </a:p>
        </p:txBody>
      </p:sp>
      <p:sp>
        <p:nvSpPr>
          <p:cNvPr id="3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0B4BFAC0-D3E4-4A6E-AC82-85BAD342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oute-end-1">
            <a:extLst xmlns:a="http://schemas.openxmlformats.org/drawingml/2006/main">
              <a:ext uri="{FF2B5EF4-FFF2-40B4-BE49-F238E27FC236}">
                <a16:creationId xmlns:a16="http://schemas.microsoft.com/office/drawing/2014/main" id="{2CD6596A-5CAD-42E7-92B5-988C7F56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0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63178" y="1676401"/>
            <a:ext cx="22078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" name="time-1">
            <a:extLst xmlns:a="http://schemas.openxmlformats.org/drawingml/2006/main">
              <a:ext uri="{FF2B5EF4-FFF2-40B4-BE49-F238E27FC236}">
                <a16:creationId xmlns:a16="http://schemas.microsoft.com/office/drawing/2014/main" id="{8CE1C284-C6FB-4051-B7A5-0B18066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6:00</a:t>
            </a:r>
          </a:p>
        </p:txBody>
      </p:sp>
      <p:sp>
        <p:nvSpPr>
          <p:cNvPr id="7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38999AC0-3ADE-41F1-BD15-9049084F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route-end-2">
            <a:extLst xmlns:a="http://schemas.openxmlformats.org/drawingml/2006/main">
              <a:ext uri="{FF2B5EF4-FFF2-40B4-BE49-F238E27FC236}">
                <a16:creationId xmlns:a16="http://schemas.microsoft.com/office/drawing/2014/main" id="{AEC0EC75-8B9C-4DEA-9678-FA094EF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9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92178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0" name="time-2">
            <a:extLst xmlns:a="http://schemas.openxmlformats.org/drawingml/2006/main">
              <a:ext uri="{FF2B5EF4-FFF2-40B4-BE49-F238E27FC236}">
                <a16:creationId xmlns:a16="http://schemas.microsoft.com/office/drawing/2014/main" id="{B7193CFD-44B7-4E96-B9B7-2284114C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12:00</a:t>
            </a:r>
          </a:p>
        </p:txBody>
      </p:sp>
      <p:sp>
        <p:nvSpPr>
          <p:cNvPr id="11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400AD4C6-22E6-4F38-9A8D-2098A411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route-end-3">
            <a:extLst xmlns:a="http://schemas.openxmlformats.org/drawingml/2006/main">
              <a:ext uri="{FF2B5EF4-FFF2-40B4-BE49-F238E27FC236}">
                <a16:creationId xmlns:a16="http://schemas.microsoft.com/office/drawing/2014/main" id="{881782D4-88CF-4FE5-A6F3-8D81643E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21053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4" name="time-3">
            <a:extLst xmlns:a="http://schemas.openxmlformats.org/drawingml/2006/main">
              <a:ext uri="{FF2B5EF4-FFF2-40B4-BE49-F238E27FC236}">
                <a16:creationId xmlns:a16="http://schemas.microsoft.com/office/drawing/2014/main" id="{835C5B2F-DE43-425A-83B7-E657E844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18:00</a:t>
            </a:r>
          </a:p>
        </p:txBody>
      </p:sp>
      <p:sp>
        <p:nvSpPr>
          <p:cNvPr id="15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33BB4DE2-074C-4F5C-863A-7886A688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0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route-end-4">
            <a:extLst xmlns:a="http://schemas.openxmlformats.org/drawingml/2006/main">
              <a:ext uri="{FF2B5EF4-FFF2-40B4-BE49-F238E27FC236}">
                <a16:creationId xmlns:a16="http://schemas.microsoft.com/office/drawing/2014/main" id="{18405114-35F1-4A93-8B19-03687B27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19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849928" y="1676401"/>
            <a:ext cx="25412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8" name="time-4">
            <a:extLst xmlns:a="http://schemas.openxmlformats.org/drawingml/2006/main">
              <a:ext uri="{FF2B5EF4-FFF2-40B4-BE49-F238E27FC236}">
                <a16:creationId xmlns:a16="http://schemas.microsoft.com/office/drawing/2014/main" id="{F34724DF-EB70-4612-A972-EF0948A8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24:00</a:t>
            </a:r>
          </a:p>
        </p:txBody>
      </p:sp>
      <p:sp>
        <p:nvSpPr>
          <p:cNvPr id="19" name="zero-forecast">
            <a:extLst xmlns:a="http://schemas.openxmlformats.org/drawingml/2006/main">
              <a:ext uri="{FF2B5EF4-FFF2-40B4-BE49-F238E27FC236}">
                <a16:creationId xmlns:a16="http://schemas.microsoft.com/office/drawing/2014/main" id="{18A5BD95-E230-4AA3-95D0-27FA831C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524125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零时净负荷预测</a:t>
            </a:r>
          </a:p>
        </p:txBody>
      </p:sp>
      <p:sp>
        <p:nvSpPr>
          <p:cNvPr id="20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84E3FE42-AFD9-4457-A79E-F8E83293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5">
            <a:extLst xmlns:a="http://schemas.openxmlformats.org/drawingml/2006/main">
              <a:ext uri="{FF2B5EF4-FFF2-40B4-BE49-F238E27FC236}">
                <a16:creationId xmlns:a16="http://schemas.microsoft.com/office/drawing/2014/main" id="{E9490150-2132-42FA-B7F3-209F68DA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284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952626" y="1934528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3" name="initial-plan">
            <a:extLst xmlns:a="http://schemas.openxmlformats.org/drawingml/2006/main">
              <a:ext uri="{FF2B5EF4-FFF2-40B4-BE49-F238E27FC236}">
                <a16:creationId xmlns:a16="http://schemas.microsoft.com/office/drawing/2014/main" id="{DC8987BE-2268-4D3D-A8C1-60CBB038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524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80分位线性规划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初始购电计划</a:t>
            </a:r>
          </a:p>
        </p:txBody>
      </p:sp>
      <p:sp>
        <p:nvSpPr>
          <p:cNvPr id="24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D775868B-7B86-4F89-B465-94A474D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3485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6">
            <a:extLst xmlns:a="http://schemas.openxmlformats.org/drawingml/2006/main">
              <a:ext uri="{FF2B5EF4-FFF2-40B4-BE49-F238E27FC236}">
                <a16:creationId xmlns:a16="http://schemas.microsoft.com/office/drawing/2014/main" id="{6BECF6F7-7343-4A48-9EE2-9F0960B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924051" y="3487103"/>
            <a:ext cx="0" cy="5600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7" name="rolling-selection">
            <a:extLst xmlns:a="http://schemas.openxmlformats.org/drawingml/2006/main">
              <a:ext uri="{FF2B5EF4-FFF2-40B4-BE49-F238E27FC236}">
                <a16:creationId xmlns:a16="http://schemas.microsoft.com/office/drawing/2014/main" id="{B0506CEB-F015-4685-9787-6B25AD1E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76200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28" name="rolling-selection-heading">
            <a:extLst xmlns:a="http://schemas.openxmlformats.org/drawingml/2006/main">
              <a:ext uri="{FF2B5EF4-FFF2-40B4-BE49-F238E27FC236}">
                <a16:creationId xmlns:a16="http://schemas.microsoft.com/office/drawing/2014/main" id="{3F636A24-93A9-4D18-AB77-B0B376BB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746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更新时刻的计划选择</a:t>
            </a:r>
          </a:p>
        </p:txBody>
      </p:sp>
      <p:sp>
        <p:nvSpPr>
          <p:cNvPr id="29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B3A5ED9C-5F15-4541-AAD5-4D62D01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7">
            <a:extLst xmlns:a="http://schemas.openxmlformats.org/drawingml/2006/main">
              <a:ext uri="{FF2B5EF4-FFF2-40B4-BE49-F238E27FC236}">
                <a16:creationId xmlns:a16="http://schemas.microsoft.com/office/drawing/2014/main" id="{F6DB0943-3587-4695-8C54-56D2E3F5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38162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2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1FBC513A-6F80-4858-A12B-8F7AF0A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oute-end-8">
            <a:extLst xmlns:a="http://schemas.openxmlformats.org/drawingml/2006/main">
              <a:ext uri="{FF2B5EF4-FFF2-40B4-BE49-F238E27FC236}">
                <a16:creationId xmlns:a16="http://schemas.microsoft.com/office/drawing/2014/main" id="{EAD5E9B3-73B4-4FAD-9703-E5795560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7810501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5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A2A22F0E-BD0B-4F69-B195-58B49BB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route-end-9">
            <a:extLst xmlns:a="http://schemas.openxmlformats.org/drawingml/2006/main">
              <a:ext uri="{FF2B5EF4-FFF2-40B4-BE49-F238E27FC236}">
                <a16:creationId xmlns:a16="http://schemas.microsoft.com/office/drawing/2014/main" id="{D4C8ADC5-118B-4477-8232-9F24E229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3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023937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8" name="new-information">
            <a:extLst xmlns:a="http://schemas.openxmlformats.org/drawingml/2006/main">
              <a:ext uri="{FF2B5EF4-FFF2-40B4-BE49-F238E27FC236}">
                <a16:creationId xmlns:a16="http://schemas.microsoft.com/office/drawing/2014/main" id="{F2E7EF90-94A0-40D1-AA9B-CF8F11E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638175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新预报与实际库存</a:t>
            </a:r>
          </a:p>
        </p:txBody>
      </p:sp>
      <p:sp>
        <p:nvSpPr>
          <p:cNvPr id="39" name="candidate-plan">
            <a:extLst xmlns:a="http://schemas.openxmlformats.org/drawingml/2006/main">
              <a:ext uri="{FF2B5EF4-FFF2-40B4-BE49-F238E27FC236}">
                <a16:creationId xmlns:a16="http://schemas.microsoft.com/office/drawing/2014/main" id="{7ED72A2B-068E-4D58-95DC-7A404C5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生成调整候选</a:t>
            </a:r>
          </a:p>
        </p:txBody>
      </p:sp>
      <p:sp>
        <p:nvSpPr>
          <p:cNvPr id="40" name="keep-plan">
            <a:extLst xmlns:a="http://schemas.openxmlformats.org/drawingml/2006/main">
              <a:ext uri="{FF2B5EF4-FFF2-40B4-BE49-F238E27FC236}">
                <a16:creationId xmlns:a16="http://schemas.microsoft.com/office/drawing/2014/main" id="{3502630C-B984-4A9F-AEFF-8EBB7FF8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57775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保留原计划</a:t>
            </a:r>
          </a:p>
        </p:txBody>
      </p:sp>
      <p:sp>
        <p:nvSpPr>
          <p:cNvPr id="41" name="select-plan">
            <a:extLst xmlns:a="http://schemas.openxmlformats.org/drawingml/2006/main">
              <a:ext uri="{FF2B5EF4-FFF2-40B4-BE49-F238E27FC236}">
                <a16:creationId xmlns:a16="http://schemas.microsoft.com/office/drawing/2014/main" id="{84F8C3F4-3E40-4997-BC4F-DEA8FD98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调整费与预期紧急费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动态规划择优</a:t>
            </a:r>
          </a:p>
        </p:txBody>
      </p:sp>
      <p:sp>
        <p:nvSpPr>
          <p:cNvPr id="42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2DACC294-B88C-4F35-AD6E-ADAA8F6F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4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49CF977B-BAF3-40D9-829E-F5417604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201353" y="44767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5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0F211998-946C-4A4D-807E-4029FEB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BB546F48-CB99-4ECE-A8BA-6A1F2E6F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3448051" y="4477703"/>
            <a:ext cx="0" cy="8934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8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FD34B755-C153-4BA7-A12E-B4F6512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D450D79E-F462-46F0-A25E-894EA4DB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7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449003" y="5372101"/>
            <a:ext cx="826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1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0E35CF26-CD15-4291-A1B4-00A54781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9C6C07CC-6598-481C-97C6-2719DB2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4142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5238751" y="366807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4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14FE5927-661D-4701-8231-EECBF17D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30EC5EA7-9FA3-40B4-B340-60A0E973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9048751" y="3668078"/>
            <a:ext cx="0" cy="6457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7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49D99BD6-A692-42EF-B8DA-1CD46A3D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62ABC98D-A379-4AAB-AB97-3CD6A86D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6201728" y="4467226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0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87C899D8-9BF2-46FE-946D-BCB17E8A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0262AD8A-01C7-43F6-BFB5-D08FC355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6905626" y="4468178"/>
            <a:ext cx="0" cy="1600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3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69D80798-4F7E-4004-B163-700E6DD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10C259BD-7F4F-4569-B318-1772ACE8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6906578" y="46291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6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BB77783E-3542-4992-9F39-E7B9BB9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A537370A-14A3-4A62-8887-4769DEF1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6201728" y="5372101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9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1512FD9C-0D91-4410-9F1F-03E3B1A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54D1B3B1-B0BD-4A2E-9556-141142EA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6905626" y="5077778"/>
            <a:ext cx="0" cy="293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2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AA507449-CDD0-43DC-BD75-FC605312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0635D189-29BF-4EDB-8FAC-049DE7AF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6906578" y="5076826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5" name="feedback">
            <a:extLst xmlns:a="http://schemas.openxmlformats.org/drawingml/2006/main">
              <a:ext uri="{FF2B5EF4-FFF2-40B4-BE49-F238E27FC236}">
                <a16:creationId xmlns:a16="http://schemas.microsoft.com/office/drawing/2014/main" id="{F51D27E4-977A-4C0A-A055-D8225DD5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434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十分钟反馈执行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更新储能库存</a:t>
            </a:r>
          </a:p>
        </p:txBody>
      </p:sp>
      <p:sp>
        <p:nvSpPr>
          <p:cNvPr id="76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6D173D76-740C-42D5-A768-AF44D1FF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19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0F58EFD7-0EFF-420C-A063-216E1AE1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523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10726103" y="4857751"/>
            <a:ext cx="1074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9" name="result">
            <a:extLst xmlns:a="http://schemas.openxmlformats.org/drawingml/2006/main">
              <a:ext uri="{FF2B5EF4-FFF2-40B4-BE49-F238E27FC236}">
                <a16:creationId xmlns:a16="http://schemas.microsoft.com/office/drawing/2014/main" id="{CDD3FEA5-42C6-477F-B4BA-03C07BD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1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调整账本与费用</a:t>
            </a:r>
          </a:p>
        </p:txBody>
      </p:sp>
      <p:sp>
        <p:nvSpPr>
          <p:cNvPr id="80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ADFCEE4A-5CAB-4C39-BFC0-18B8E2E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190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56028AFB-B9B8-4D4C-A14A-A1E275A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80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>
            <a:off x="13096876" y="519207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3" name="freeze-note">
            <a:extLst xmlns:a="http://schemas.openxmlformats.org/drawingml/2006/main">
              <a:ext uri="{FF2B5EF4-FFF2-40B4-BE49-F238E27FC236}">
                <a16:creationId xmlns:a16="http://schemas.microsoft.com/office/drawing/2014/main" id="{D8C3C4C9-11C9-4300-8F96-C9839044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已执行时段冻结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仅修改后续计划</a:t>
            </a:r>
          </a:p>
        </p:txBody>
      </p:sp>
      <p:sp>
        <p:nvSpPr>
          <p:cNvPr id="84" name="execution-note">
            <a:extLst xmlns:a="http://schemas.openxmlformats.org/drawingml/2006/main">
              <a:ext uri="{FF2B5EF4-FFF2-40B4-BE49-F238E27FC236}">
                <a16:creationId xmlns:a16="http://schemas.microsoft.com/office/drawing/2014/main" id="{D47EF0FE-8D10-4F53-9EC2-D701ABA6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289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更新之间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沿用当前计划</a:t>
            </a:r>
          </a:p>
        </p:txBody>
      </p:sp>
    </p:spTree>
    <p:extLst>
      <p:ext uri="{BB962C8B-B14F-4D97-AF65-F5344CB8AC3E}">
        <p14:creationId xmlns:p14="http://schemas.microsoft.com/office/powerpoint/2010/main" val="612645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2026-09-13T08:17:49.6240000Z</dcterms:created>
  <dcterms:modified xsi:type="dcterms:W3CDTF">2026-09-13T08:17:49.6240000Z</dcterms:modified>
</coreProperties>
</file>