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9ea7ad46e441ec" /><Relationship Type="http://schemas.openxmlformats.org/officeDocument/2006/relationships/extended-properties" Target="/docProps/app.xml" Id="Re8bbb3a2775243e1" /><Relationship Type="http://schemas.openxmlformats.org/officeDocument/2006/relationships/officeDocument" Target="/ppt/presentation.xml" Id="R670a3427c7cd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35f3e6d0e54e26"/>
  </p:sldMasterIdLst>
  <p:notesMasterIdLst>
    <p:notesMasterId xmlns:r="http://schemas.openxmlformats.org/officeDocument/2006/relationships" r:id="Re1e7d07b3af14985"/>
  </p:notesMasterIdLst>
  <p:sldIdLst>
    <p:sldId xmlns:r="http://schemas.openxmlformats.org/officeDocument/2006/relationships" id="256" r:id="R7115e4d1f2b748de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f309b085054142" /><Relationship Type="http://schemas.openxmlformats.org/officeDocument/2006/relationships/slideMaster" Target="/ppt/slideMasters/slideMaster1.xml" Id="R9135f3e6d0e54e26" /><Relationship Type="http://schemas.openxmlformats.org/officeDocument/2006/relationships/notesMaster" Target="/ppt/notesMasters/notesMaster1.xml" Id="Re1e7d07b3af14985" /><Relationship Type="http://schemas.openxmlformats.org/officeDocument/2006/relationships/presProps" Target="/ppt/presProps.xml" Id="R88ae0899578042cb" /><Relationship Type="http://schemas.openxmlformats.org/officeDocument/2006/relationships/tableStyles" Target="/ppt/tableStyles.xml" Id="R672a74c9cc0548fb" /><Relationship Type="http://schemas.openxmlformats.org/officeDocument/2006/relationships/slide" Target="/ppt/slides/slide1.xml" Id="R7115e4d1f2b748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84b40126f148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1deb0decd54dd7" /><Relationship Type="http://schemas.openxmlformats.org/officeDocument/2006/relationships/notesMaster" Target="/ppt/notesMasters/notesMaster1.xml" Id="Ra587dfd222b74f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代码/实验/q3_revision_a_20260912/q3_engine.py；论文写作/问题三/第三问_路线A结果审核报告.md。负荷预测复用第二问已验证前推结果。新预报到达后，利用当时可用历史净误差校准预测，比较有限分位调整候选和不调整候选，通过动态规划评估紧急购电预期费用。实际执行只读取当前观测，库存连续跨日传递。撤销先退款再计违约费，增购与紧急购电分别结算。这是有限候选和离散状态下的近似策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e291ab1b884c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48e2055e9a4aa8" /><Relationship Type="http://schemas.openxmlformats.org/officeDocument/2006/relationships/slideLayout" Target="/ppt/slideLayouts/slideLayout1.xml" Id="Rfaf1b513a96945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1b513a96945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154a76e894c42" /><Relationship Type="http://schemas.openxmlformats.org/officeDocument/2006/relationships/notesSlide" Target="/ppt/notesSlides/notesSlide1.xml" Id="R5f5c974d5f5c4e7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input-heading">
            <a:extLst xmlns:a="http://schemas.openxmlformats.org/drawingml/2006/main">
              <a:ext uri="{FF2B5EF4-FFF2-40B4-BE49-F238E27FC236}">
                <a16:creationId xmlns:a16="http://schemas.microsoft.com/office/drawing/2014/main" id="{51D36E88-5436-4792-BC2B-CAA4B877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8580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预报信息与历史校准</a:t>
            </a:r>
          </a:p>
        </p:txBody>
      </p:sp>
      <p:sp>
        <p:nvSpPr>
          <p:cNvPr id="2" name="input">
            <a:extLst xmlns:a="http://schemas.openxmlformats.org/drawingml/2006/main">
              <a:ext uri="{FF2B5EF4-FFF2-40B4-BE49-F238E27FC236}">
                <a16:creationId xmlns:a16="http://schemas.microsoft.com/office/drawing/2014/main" id="{3FF39F4F-D497-43C8-92BE-0FE58150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04925"/>
            <a:ext cx="2333625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第二问负荷预测</a:t>
            </a:r>
          </a:p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附件三光伏预报</a:t>
            </a:r>
          </a:p>
        </p:txBody>
      </p:sp>
      <p:sp>
        <p:nvSpPr>
          <p:cNvPr id="3" name="publish">
            <a:extLst xmlns:a="http://schemas.openxmlformats.org/drawingml/2006/main">
              <a:ext uri="{FF2B5EF4-FFF2-40B4-BE49-F238E27FC236}">
                <a16:creationId xmlns:a16="http://schemas.microsoft.com/office/drawing/2014/main" id="{6CFFEA56-B88E-49F3-8444-DED92D65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25146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按发布时刻读取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零时、六时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十二时、十八时</a:t>
            </a:r>
          </a:p>
        </p:txBody>
      </p:sp>
      <p:sp>
        <p:nvSpPr>
          <p:cNvPr id="4" name="calibrate">
            <a:extLst xmlns:a="http://schemas.openxmlformats.org/drawingml/2006/main">
              <a:ext uri="{FF2B5EF4-FFF2-40B4-BE49-F238E27FC236}">
                <a16:creationId xmlns:a16="http://schemas.microsoft.com/office/drawing/2014/main" id="{D2B8BC0C-4914-43B6-8978-2DC49391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86200"/>
            <a:ext cx="2333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插值为十分钟序列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利用已有历史误差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校准净负荷预测</a:t>
            </a:r>
          </a:p>
        </p:txBody>
      </p:sp>
      <p:sp>
        <p:nvSpPr>
          <p:cNvPr id="5" name="forecast">
            <a:extLst xmlns:a="http://schemas.openxmlformats.org/drawingml/2006/main">
              <a:ext uri="{FF2B5EF4-FFF2-40B4-BE49-F238E27FC236}">
                <a16:creationId xmlns:a16="http://schemas.microsoft.com/office/drawing/2014/main" id="{914E19E6-42E1-45AD-A79D-89BCB7A2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257800"/>
            <a:ext cx="233362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形成各时刻的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条件分位预测</a:t>
            </a:r>
          </a:p>
        </p:txBody>
      </p:sp>
      <p:sp>
        <p:nvSpPr>
          <p:cNvPr id="6" name="planning-group">
            <a:extLst xmlns:a="http://schemas.openxmlformats.org/drawingml/2006/main">
              <a:ext uri="{FF2B5EF4-FFF2-40B4-BE49-F238E27FC236}">
                <a16:creationId xmlns:a16="http://schemas.microsoft.com/office/drawing/2014/main" id="{A5AC51A8-D6C6-4BB7-B3A1-97B98AD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"/>
            <a:ext cx="5524500" cy="562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7" name="planning-title">
            <a:extLst xmlns:a="http://schemas.openxmlformats.org/drawingml/2006/main">
              <a:ext uri="{FF2B5EF4-FFF2-40B4-BE49-F238E27FC236}">
                <a16:creationId xmlns:a16="http://schemas.microsoft.com/office/drawing/2014/main" id="{7CDAA88A-FDE7-4725-995F-C339E73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600075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购电计划制定与日内调整</a:t>
            </a:r>
          </a:p>
        </p:txBody>
      </p:sp>
      <p:sp>
        <p:nvSpPr>
          <p:cNvPr id="8" name="initial">
            <a:extLst xmlns:a="http://schemas.openxmlformats.org/drawingml/2006/main">
              <a:ext uri="{FF2B5EF4-FFF2-40B4-BE49-F238E27FC236}">
                <a16:creationId xmlns:a16="http://schemas.microsoft.com/office/drawing/2014/main" id="{2855BE26-DF15-432F-9564-6E202BFB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04925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零时制定初始计划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读取实际日初储电量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选取偏保守需求预测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线性规划确定购电量</a:t>
            </a:r>
          </a:p>
        </p:txBody>
      </p:sp>
      <p:sp>
        <p:nvSpPr>
          <p:cNvPr id="9" name="revision">
            <a:extLst xmlns:a="http://schemas.openxmlformats.org/drawingml/2006/main">
              <a:ext uri="{FF2B5EF4-FFF2-40B4-BE49-F238E27FC236}">
                <a16:creationId xmlns:a16="http://schemas.microsoft.com/office/drawing/2014/main" id="{7F531C96-AD7A-4D16-B8A8-C7294937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04925"/>
            <a:ext cx="2381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日内新预报到达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冻结已执行时段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读取当前储电量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更新剩余时段预测</a:t>
            </a:r>
          </a:p>
        </p:txBody>
      </p:sp>
      <p:sp>
        <p:nvSpPr>
          <p:cNvPr id="10" name="candidates">
            <a:extLst xmlns:a="http://schemas.openxmlformats.org/drawingml/2006/main">
              <a:ext uri="{FF2B5EF4-FFF2-40B4-BE49-F238E27FC236}">
                <a16:creationId xmlns:a16="http://schemas.microsoft.com/office/drawing/2014/main" id="{F64CC9E0-5B0B-44B2-9802-C90EC39D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71825"/>
            <a:ext cx="23812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生成多个调整候选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同时保留原计划</a:t>
            </a:r>
          </a:p>
        </p:txBody>
      </p:sp>
      <p:sp>
        <p:nvSpPr>
          <p:cNvPr id="11" name="selection-group">
            <a:extLst xmlns:a="http://schemas.openxmlformats.org/drawingml/2006/main">
              <a:ext uri="{FF2B5EF4-FFF2-40B4-BE49-F238E27FC236}">
                <a16:creationId xmlns:a16="http://schemas.microsoft.com/office/drawing/2014/main" id="{1706D4C8-E0FC-4074-8165-D804C6A6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476750"/>
            <a:ext cx="52768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355C96"/>
            </a:solidFill>
            <a:prstDash val="dash"/>
          </a:ln>
        </p:spPr>
      </p:sp>
      <p:sp>
        <p:nvSpPr>
          <p:cNvPr id="12" name="select">
            <a:extLst xmlns:a="http://schemas.openxmlformats.org/drawingml/2006/main">
              <a:ext uri="{FF2B5EF4-FFF2-40B4-BE49-F238E27FC236}">
                <a16:creationId xmlns:a16="http://schemas.microsoft.com/office/drawing/2014/main" id="{D58AEFB9-F988-41AE-A887-82A77F0D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600575"/>
            <a:ext cx="50101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动态规划评估各候选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综合调整费用与预期紧急购电费用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选择当前有效计划</a:t>
            </a:r>
          </a:p>
        </p:txBody>
      </p:sp>
      <p:sp>
        <p:nvSpPr>
          <p:cNvPr id="13" name="execution-heading">
            <a:extLst xmlns:a="http://schemas.openxmlformats.org/drawingml/2006/main">
              <a:ext uri="{FF2B5EF4-FFF2-40B4-BE49-F238E27FC236}">
                <a16:creationId xmlns:a16="http://schemas.microsoft.com/office/drawing/2014/main" id="{5120A000-35E4-49E0-A5C6-25A135FB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685800"/>
            <a:ext cx="2905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十分钟反馈执行</a:t>
            </a:r>
          </a:p>
        </p:txBody>
      </p:sp>
      <p:sp>
        <p:nvSpPr>
          <p:cNvPr id="14" name="observe">
            <a:extLst xmlns:a="http://schemas.openxmlformats.org/drawingml/2006/main">
              <a:ext uri="{FF2B5EF4-FFF2-40B4-BE49-F238E27FC236}">
                <a16:creationId xmlns:a16="http://schemas.microsoft.com/office/drawing/2014/main" id="{C4C25BFB-C72B-46F4-8FF6-CCEA8A70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304925"/>
            <a:ext cx="29051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读取当前实际净负荷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电价与储电量</a:t>
            </a:r>
          </a:p>
        </p:txBody>
      </p:sp>
      <p:sp>
        <p:nvSpPr>
          <p:cNvPr id="15" name="surplus">
            <a:extLst xmlns:a="http://schemas.openxmlformats.org/drawingml/2006/main">
              <a:ext uri="{FF2B5EF4-FFF2-40B4-BE49-F238E27FC236}">
                <a16:creationId xmlns:a16="http://schemas.microsoft.com/office/drawing/2014/main" id="{BA1F7726-8EDA-4389-B64F-1F588A3A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24150"/>
            <a:ext cx="133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电量富余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优先充电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余量弃光</a:t>
            </a:r>
          </a:p>
        </p:txBody>
      </p:sp>
      <p:sp>
        <p:nvSpPr>
          <p:cNvPr id="16" name="shortage">
            <a:extLst xmlns:a="http://schemas.openxmlformats.org/drawingml/2006/main">
              <a:ext uri="{FF2B5EF4-FFF2-40B4-BE49-F238E27FC236}">
                <a16:creationId xmlns:a16="http://schemas.microsoft.com/office/drawing/2014/main" id="{3D5498EA-2E6A-40CD-9868-B9456D9E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724150"/>
            <a:ext cx="133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电量不足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择优放电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紧急购电</a:t>
            </a:r>
          </a:p>
        </p:txBody>
      </p:sp>
      <p:sp>
        <p:nvSpPr>
          <p:cNvPr id="17" name="state">
            <a:extLst xmlns:a="http://schemas.openxmlformats.org/drawingml/2006/main">
              <a:ext uri="{FF2B5EF4-FFF2-40B4-BE49-F238E27FC236}">
                <a16:creationId xmlns:a16="http://schemas.microsoft.com/office/drawing/2014/main" id="{9358FC23-B66B-4995-B307-92630635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381500"/>
            <a:ext cx="29051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更新实际储电量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进入下一时段执行</a:t>
            </a:r>
          </a:p>
        </p:txBody>
      </p:sp>
      <p:sp>
        <p:nvSpPr>
          <p:cNvPr id="18" name="rolling-note">
            <a:extLst xmlns:a="http://schemas.openxmlformats.org/drawingml/2006/main">
              <a:ext uri="{FF2B5EF4-FFF2-40B4-BE49-F238E27FC236}">
                <a16:creationId xmlns:a16="http://schemas.microsoft.com/office/drawing/2014/main" id="{C41E9464-45A6-438A-BCD2-63B617A1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495925"/>
            <a:ext cx="290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到达新预报时刻</a:t>
            </a:r>
          </a:p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重新评估购电计划</a:t>
            </a:r>
          </a:p>
        </p:txBody>
      </p:sp>
      <p:sp>
        <p:nvSpPr>
          <p:cNvPr id="19" name="output-heading">
            <a:extLst xmlns:a="http://schemas.openxmlformats.org/drawingml/2006/main">
              <a:ext uri="{FF2B5EF4-FFF2-40B4-BE49-F238E27FC236}">
                <a16:creationId xmlns:a16="http://schemas.microsoft.com/office/drawing/2014/main" id="{2C852D89-C633-4AC2-9E6B-2D261DC7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5800"/>
            <a:ext cx="2524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结算、核验与交付</a:t>
            </a:r>
          </a:p>
        </p:txBody>
      </p:sp>
      <p:sp>
        <p:nvSpPr>
          <p:cNvPr id="20" name="ledger">
            <a:extLst xmlns:a="http://schemas.openxmlformats.org/drawingml/2006/main">
              <a:ext uri="{FF2B5EF4-FFF2-40B4-BE49-F238E27FC236}">
                <a16:creationId xmlns:a16="http://schemas.microsoft.com/office/drawing/2014/main" id="{4059DA13-3D24-4F9F-BB4A-F5BE0CFF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1304925"/>
            <a:ext cx="25241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逐笔记录增购与撤销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核算退款及违约费用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单独记录紧急购电</a:t>
            </a:r>
          </a:p>
        </p:txBody>
      </p:sp>
      <p:sp>
        <p:nvSpPr>
          <p:cNvPr id="21" name="verify">
            <a:extLst xmlns:a="http://schemas.openxmlformats.org/drawingml/2006/main">
              <a:ext uri="{FF2B5EF4-FFF2-40B4-BE49-F238E27FC236}">
                <a16:creationId xmlns:a16="http://schemas.microsoft.com/office/drawing/2014/main" id="{4E259A63-1BA7-4BC6-8343-BD80385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2943225"/>
            <a:ext cx="252412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核验能量与功率约束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跨日连续传递储电量</a:t>
            </a:r>
          </a:p>
          <a:p xmlns:a="http://schemas.openxmlformats.org/drawingml/2006/main">
            <a:pPr algn="ctr">
              <a:defRPr sz="1725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725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独立复算并回读账单</a:t>
            </a:r>
          </a:p>
        </p:txBody>
      </p:sp>
      <p:sp>
        <p:nvSpPr>
          <p:cNvPr id="22" name="output">
            <a:extLst xmlns:a="http://schemas.openxmlformats.org/drawingml/2006/main">
              <a:ext uri="{FF2B5EF4-FFF2-40B4-BE49-F238E27FC236}">
                <a16:creationId xmlns:a16="http://schemas.microsoft.com/office/drawing/2014/main" id="{9203B194-9682-4A8C-85D9-8D6487F5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667250"/>
            <a:ext cx="2524125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85725" tIns="57150" rIns="85725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结果工作簿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购电计划与调整账本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储能及紧急购电明细</a:t>
            </a:r>
          </a:p>
        </p:txBody>
      </p:sp>
      <p:sp>
        <p:nvSpPr>
          <p:cNvPr id="23" name="footer">
            <a:extLst xmlns:a="http://schemas.openxmlformats.org/drawingml/2006/main">
              <a:ext uri="{FF2B5EF4-FFF2-40B4-BE49-F238E27FC236}">
                <a16:creationId xmlns:a16="http://schemas.microsoft.com/office/drawing/2014/main" id="{8A1EDA06-35AF-44D9-BEDF-7865C59E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324600"/>
            <a:ext cx="1447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预报按时发布，决策仅使用已知信息；日内允许保持原计划，实际库存跨日连续传递</a:t>
            </a:r>
          </a:p>
        </p:txBody>
      </p:sp>
      <p:sp>
        <p:nvSpPr>
          <p:cNvPr id="24" name="path-start-1">
            <a:extLst xmlns:a="http://schemas.openxmlformats.org/drawingml/2006/main">
              <a:ext uri="{FF2B5EF4-FFF2-40B4-BE49-F238E27FC236}">
                <a16:creationId xmlns:a16="http://schemas.microsoft.com/office/drawing/2014/main" id="{1F1BB6BC-2C86-4704-A2F4-1DE512DC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215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path-end-1">
            <a:extLst xmlns:a="http://schemas.openxmlformats.org/drawingml/2006/main">
              <a:ext uri="{FF2B5EF4-FFF2-40B4-BE49-F238E27FC236}">
                <a16:creationId xmlns:a16="http://schemas.microsoft.com/office/drawing/2014/main" id="{42FA2D64-F6E2-4E32-8E4E-B17F4355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250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24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1447801" y="2153603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7" name="path-start-2">
            <a:extLst xmlns:a="http://schemas.openxmlformats.org/drawingml/2006/main">
              <a:ext uri="{FF2B5EF4-FFF2-40B4-BE49-F238E27FC236}">
                <a16:creationId xmlns:a16="http://schemas.microsoft.com/office/drawing/2014/main" id="{2C440DE3-769C-4890-9D4E-8D7FF7B0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3523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8" name="path-end-2">
            <a:extLst xmlns:a="http://schemas.openxmlformats.org/drawingml/2006/main">
              <a:ext uri="{FF2B5EF4-FFF2-40B4-BE49-F238E27FC236}">
                <a16:creationId xmlns:a16="http://schemas.microsoft.com/office/drawing/2014/main" id="{E80DC5F6-495A-48BF-A5B1-083E83BF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3875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1447801" y="3525203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0" name="path-start-3">
            <a:extLst xmlns:a="http://schemas.openxmlformats.org/drawingml/2006/main">
              <a:ext uri="{FF2B5EF4-FFF2-40B4-BE49-F238E27FC236}">
                <a16:creationId xmlns:a16="http://schemas.microsoft.com/office/drawing/2014/main" id="{275DC33A-E526-4A7A-97EB-7AEC5C8A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4894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path-end-3">
            <a:extLst xmlns:a="http://schemas.openxmlformats.org/drawingml/2006/main">
              <a:ext uri="{FF2B5EF4-FFF2-40B4-BE49-F238E27FC236}">
                <a16:creationId xmlns:a16="http://schemas.microsoft.com/office/drawing/2014/main" id="{BA79FCD5-D84C-429C-85A0-D1B15A44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8" y="5247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30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>
            <a:off x="1447801" y="4896803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3" name="path-start-4">
            <a:extLst xmlns:a="http://schemas.openxmlformats.org/drawingml/2006/main">
              <a:ext uri="{FF2B5EF4-FFF2-40B4-BE49-F238E27FC236}">
                <a16:creationId xmlns:a16="http://schemas.microsoft.com/office/drawing/2014/main" id="{68C25A80-E6A2-40BF-9DEE-4029114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948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path-end-4">
            <a:extLst xmlns:a="http://schemas.openxmlformats.org/drawingml/2006/main">
              <a:ext uri="{FF2B5EF4-FFF2-40B4-BE49-F238E27FC236}">
                <a16:creationId xmlns:a16="http://schemas.microsoft.com/office/drawing/2014/main" id="{34266E64-55B4-42E8-B67A-9B8B3C77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7523" y="5609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7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629853" y="5610226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36" name="path-start-5">
            <a:extLst xmlns:a="http://schemas.openxmlformats.org/drawingml/2006/main">
              <a:ext uri="{FF2B5EF4-FFF2-40B4-BE49-F238E27FC236}">
                <a16:creationId xmlns:a16="http://schemas.microsoft.com/office/drawing/2014/main" id="{AD5E1CC5-118B-41D3-BAB5-E1D2A0F0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8323" y="203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path-end-5">
            <a:extLst xmlns:a="http://schemas.openxmlformats.org/drawingml/2006/main">
              <a:ext uri="{FF2B5EF4-FFF2-40B4-BE49-F238E27FC236}">
                <a16:creationId xmlns:a16="http://schemas.microsoft.com/office/drawing/2014/main" id="{0EE8F272-FC4E-4FB2-9CF2-C34A1575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0273" y="203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5630228" y="2038351"/>
            <a:ext cx="3600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9" name="path-start-6">
            <a:extLst xmlns:a="http://schemas.openxmlformats.org/drawingml/2006/main">
              <a:ext uri="{FF2B5EF4-FFF2-40B4-BE49-F238E27FC236}">
                <a16:creationId xmlns:a16="http://schemas.microsoft.com/office/drawing/2014/main" id="{05DC67DE-5006-4B7E-867E-86B74E205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423" y="2780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path-end-6">
            <a:extLst xmlns:a="http://schemas.openxmlformats.org/drawingml/2006/main">
              <a:ext uri="{FF2B5EF4-FFF2-40B4-BE49-F238E27FC236}">
                <a16:creationId xmlns:a16="http://schemas.microsoft.com/office/drawing/2014/main" id="{BC1BEE9B-9B95-4C27-AE00-99EEC68FA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423" y="3161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3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7191376" y="2782253"/>
            <a:ext cx="0" cy="3790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2" name="path-start-7">
            <a:extLst xmlns:a="http://schemas.openxmlformats.org/drawingml/2006/main">
              <a:ext uri="{FF2B5EF4-FFF2-40B4-BE49-F238E27FC236}">
                <a16:creationId xmlns:a16="http://schemas.microsoft.com/office/drawing/2014/main" id="{B82BD8AA-BDC3-485A-84E5-EDFE79D4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423" y="41138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path-end-7">
            <a:extLst xmlns:a="http://schemas.openxmlformats.org/drawingml/2006/main">
              <a:ext uri="{FF2B5EF4-FFF2-40B4-BE49-F238E27FC236}">
                <a16:creationId xmlns:a16="http://schemas.microsoft.com/office/drawing/2014/main" id="{53B1DFE7-9867-42DB-B040-E10DBF95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0423" y="4590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42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7191376" y="4115753"/>
            <a:ext cx="0" cy="4743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5" name="path-start-8">
            <a:extLst xmlns:a="http://schemas.openxmlformats.org/drawingml/2006/main">
              <a:ext uri="{FF2B5EF4-FFF2-40B4-BE49-F238E27FC236}">
                <a16:creationId xmlns:a16="http://schemas.microsoft.com/office/drawing/2014/main" id="{1D083071-47DD-422A-8227-E07D080F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27803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path-end-8">
            <a:extLst xmlns:a="http://schemas.openxmlformats.org/drawingml/2006/main">
              <a:ext uri="{FF2B5EF4-FFF2-40B4-BE49-F238E27FC236}">
                <a16:creationId xmlns:a16="http://schemas.microsoft.com/office/drawing/2014/main" id="{2DA7F16B-33C1-42A6-9F2E-5C1AB592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8173" y="4590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4429126" y="2782253"/>
            <a:ext cx="0" cy="1807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8" name="initial-note">
            <a:extLst xmlns:a="http://schemas.openxmlformats.org/drawingml/2006/main">
              <a:ext uri="{FF2B5EF4-FFF2-40B4-BE49-F238E27FC236}">
                <a16:creationId xmlns:a16="http://schemas.microsoft.com/office/drawing/2014/main" id="{6AF470FD-203B-4D61-89ED-33E02596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1200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保留当前</a:t>
            </a:r>
          </a:p>
          <a:p xmlns:a="http://schemas.openxmlformats.org/drawingml/2006/main">
            <a:pPr algn="ctr">
              <a:defRPr sz="1575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575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有效计划</a:t>
            </a:r>
          </a:p>
        </p:txBody>
      </p:sp>
      <p:sp>
        <p:nvSpPr>
          <p:cNvPr id="49" name="path-start-9">
            <a:extLst xmlns:a="http://schemas.openxmlformats.org/drawingml/2006/main">
              <a:ext uri="{FF2B5EF4-FFF2-40B4-BE49-F238E27FC236}">
                <a16:creationId xmlns:a16="http://schemas.microsoft.com/office/drawing/2014/main" id="{4CEB0FA9-21C3-42EE-A1A4-DF4352A6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073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path-end-9">
            <a:extLst xmlns:a="http://schemas.openxmlformats.org/drawingml/2006/main">
              <a:ext uri="{FF2B5EF4-FFF2-40B4-BE49-F238E27FC236}">
                <a16:creationId xmlns:a16="http://schemas.microsoft.com/office/drawing/2014/main" id="{1C63AEF2-0299-4FB7-A4BC-85A765A4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3" name=""/>
          <p:cNvCxnSpPr>
            <a:stCxn xmlns:a="http://schemas.openxmlformats.org/drawingml/2006/main" id="49" idx="3"/>
            <a:endCxn xmlns:a="http://schemas.openxmlformats.org/drawingml/2006/main" id="50" idx="1"/>
          </p:cNvCxnSpPr>
          <p:nvPr/>
        </p:nvCxnSpPr>
        <p:spPr>
          <a:xfrm xmlns:a="http://schemas.openxmlformats.org/drawingml/2006/main">
            <a:off x="8582978" y="5162551"/>
            <a:ext cx="1981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2" name="path-start-10">
            <a:extLst xmlns:a="http://schemas.openxmlformats.org/drawingml/2006/main">
              <a:ext uri="{FF2B5EF4-FFF2-40B4-BE49-F238E27FC236}">
                <a16:creationId xmlns:a16="http://schemas.microsoft.com/office/drawing/2014/main" id="{1A506770-8684-46C9-86F5-901EBC2B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5161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path-end-10">
            <a:extLst xmlns:a="http://schemas.openxmlformats.org/drawingml/2006/main">
              <a:ext uri="{FF2B5EF4-FFF2-40B4-BE49-F238E27FC236}">
                <a16:creationId xmlns:a16="http://schemas.microsoft.com/office/drawing/2014/main" id="{ADF75789-EF31-49ED-B955-B9F44C6D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1742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6" name=""/>
          <p:cNvCxnSpPr>
            <a:stCxn xmlns:a="http://schemas.openxmlformats.org/drawingml/2006/main" id="52" idx="0"/>
            <a:endCxn xmlns:a="http://schemas.openxmlformats.org/drawingml/2006/main" id="53" idx="2"/>
          </p:cNvCxnSpPr>
          <p:nvPr/>
        </p:nvCxnSpPr>
        <p:spPr>
          <a:xfrm xmlns:a="http://schemas.openxmlformats.org/drawingml/2006/main" flipV="1">
            <a:off x="8782051" y="1744028"/>
            <a:ext cx="0" cy="34175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5" name="path-start-11">
            <a:extLst xmlns:a="http://schemas.openxmlformats.org/drawingml/2006/main">
              <a:ext uri="{FF2B5EF4-FFF2-40B4-BE49-F238E27FC236}">
                <a16:creationId xmlns:a16="http://schemas.microsoft.com/office/drawing/2014/main" id="{30FD8D20-E520-496A-B38D-237179D6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1098" y="1742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path-end-11">
            <a:extLst xmlns:a="http://schemas.openxmlformats.org/drawingml/2006/main">
              <a:ext uri="{FF2B5EF4-FFF2-40B4-BE49-F238E27FC236}">
                <a16:creationId xmlns:a16="http://schemas.microsoft.com/office/drawing/2014/main" id="{2DD8E772-B33C-4D7F-95C6-6C124A2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0648" y="1742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9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8783003" y="1743076"/>
            <a:ext cx="2076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8" name="path-start-12">
            <a:extLst xmlns:a="http://schemas.openxmlformats.org/drawingml/2006/main">
              <a:ext uri="{FF2B5EF4-FFF2-40B4-BE49-F238E27FC236}">
                <a16:creationId xmlns:a16="http://schemas.microsoft.com/office/drawing/2014/main" id="{FA4064BE-89BD-4F96-95EF-C4ECCB84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199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path-end-12">
            <a:extLst xmlns:a="http://schemas.openxmlformats.org/drawingml/2006/main">
              <a:ext uri="{FF2B5EF4-FFF2-40B4-BE49-F238E27FC236}">
                <a16:creationId xmlns:a16="http://schemas.microsoft.com/office/drawing/2014/main" id="{030CEC7E-5B44-45AB-B47C-C746A460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2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0448926" y="2201228"/>
            <a:ext cx="0" cy="226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1" name="path-start-13">
            <a:extLst xmlns:a="http://schemas.openxmlformats.org/drawingml/2006/main">
              <a:ext uri="{FF2B5EF4-FFF2-40B4-BE49-F238E27FC236}">
                <a16:creationId xmlns:a16="http://schemas.microsoft.com/office/drawing/2014/main" id="{D83857BA-4B51-41D9-BD5A-210EFBEA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2" name="path-end-13">
            <a:extLst xmlns:a="http://schemas.openxmlformats.org/drawingml/2006/main">
              <a:ext uri="{FF2B5EF4-FFF2-40B4-BE49-F238E27FC236}">
                <a16:creationId xmlns:a16="http://schemas.microsoft.com/office/drawing/2014/main" id="{B12206F2-6A47-44EC-87FF-61CA7251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5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9668828" y="2428876"/>
            <a:ext cx="7791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64" name="path-start-14">
            <a:extLst xmlns:a="http://schemas.openxmlformats.org/drawingml/2006/main">
              <a:ext uri="{FF2B5EF4-FFF2-40B4-BE49-F238E27FC236}">
                <a16:creationId xmlns:a16="http://schemas.microsoft.com/office/drawing/2014/main" id="{CC9CB23D-76DA-4D51-BF5A-DE9DB781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5" name="path-end-14">
            <a:extLst xmlns:a="http://schemas.openxmlformats.org/drawingml/2006/main">
              <a:ext uri="{FF2B5EF4-FFF2-40B4-BE49-F238E27FC236}">
                <a16:creationId xmlns:a16="http://schemas.microsoft.com/office/drawing/2014/main" id="{1AE50760-B532-44A3-B698-421524F0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8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9667876" y="24298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7" name="path-start-15">
            <a:extLst xmlns:a="http://schemas.openxmlformats.org/drawingml/2006/main">
              <a:ext uri="{FF2B5EF4-FFF2-40B4-BE49-F238E27FC236}">
                <a16:creationId xmlns:a16="http://schemas.microsoft.com/office/drawing/2014/main" id="{70E775BA-18AB-49DD-A1B8-561BC604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8" name="path-end-15">
            <a:extLst xmlns:a="http://schemas.openxmlformats.org/drawingml/2006/main">
              <a:ext uri="{FF2B5EF4-FFF2-40B4-BE49-F238E27FC236}">
                <a16:creationId xmlns:a16="http://schemas.microsoft.com/office/drawing/2014/main" id="{0D273887-B173-406A-BA29-999D41D3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1" name=""/>
          <p:cNvCxnSpPr>
            <a:stCxn xmlns:a="http://schemas.openxmlformats.org/drawingml/2006/main" id="67" idx="3"/>
            <a:endCxn xmlns:a="http://schemas.openxmlformats.org/drawingml/2006/main" id="68" idx="1"/>
          </p:cNvCxnSpPr>
          <p:nvPr/>
        </p:nvCxnSpPr>
        <p:spPr>
          <a:xfrm xmlns:a="http://schemas.openxmlformats.org/drawingml/2006/main">
            <a:off x="10449878" y="2428876"/>
            <a:ext cx="788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0" name="path-start-16">
            <a:extLst xmlns:a="http://schemas.openxmlformats.org/drawingml/2006/main">
              <a:ext uri="{FF2B5EF4-FFF2-40B4-BE49-F238E27FC236}">
                <a16:creationId xmlns:a16="http://schemas.microsoft.com/office/drawing/2014/main" id="{15AFCAAC-02C5-48BA-81C8-03F8358DA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2427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1" name="path-end-16">
            <a:extLst xmlns:a="http://schemas.openxmlformats.org/drawingml/2006/main">
              <a:ext uri="{FF2B5EF4-FFF2-40B4-BE49-F238E27FC236}">
                <a16:creationId xmlns:a16="http://schemas.microsoft.com/office/drawing/2014/main" id="{A92825EF-4D9C-4302-8C86-AD871B23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2713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4" name=""/>
          <p:cNvCxnSpPr>
            <a:stCxn xmlns:a="http://schemas.openxmlformats.org/drawingml/2006/main" id="70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1239501" y="24298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3" name="path-start-17">
            <a:extLst xmlns:a="http://schemas.openxmlformats.org/drawingml/2006/main">
              <a:ext uri="{FF2B5EF4-FFF2-40B4-BE49-F238E27FC236}">
                <a16:creationId xmlns:a16="http://schemas.microsoft.com/office/drawing/2014/main" id="{4B6E7D0F-D369-4AC4-A5BB-13BD84C5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path-end-17">
            <a:extLst xmlns:a="http://schemas.openxmlformats.org/drawingml/2006/main">
              <a:ext uri="{FF2B5EF4-FFF2-40B4-BE49-F238E27FC236}">
                <a16:creationId xmlns:a16="http://schemas.microsoft.com/office/drawing/2014/main" id="{20DD5D3D-2EDE-41F5-9B96-6D44A2E4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7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9667876" y="3906203"/>
            <a:ext cx="0" cy="264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6" name="path-start-18">
            <a:extLst xmlns:a="http://schemas.openxmlformats.org/drawingml/2006/main">
              <a:ext uri="{FF2B5EF4-FFF2-40B4-BE49-F238E27FC236}">
                <a16:creationId xmlns:a16="http://schemas.microsoft.com/office/drawing/2014/main" id="{7F56EAAE-97CB-4E1E-B2BE-437B4EEB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6923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path-end-18">
            <a:extLst xmlns:a="http://schemas.openxmlformats.org/drawingml/2006/main">
              <a:ext uri="{FF2B5EF4-FFF2-40B4-BE49-F238E27FC236}">
                <a16:creationId xmlns:a16="http://schemas.microsoft.com/office/drawing/2014/main" id="{A6BBDBB0-EBDC-49FB-B9FC-048AE2A3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76" idx="3"/>
            <a:endCxn xmlns:a="http://schemas.openxmlformats.org/drawingml/2006/main" id="77" idx="1"/>
          </p:cNvCxnSpPr>
          <p:nvPr/>
        </p:nvCxnSpPr>
        <p:spPr>
          <a:xfrm xmlns:a="http://schemas.openxmlformats.org/drawingml/2006/main">
            <a:off x="9668828" y="4171951"/>
            <a:ext cx="7791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9" name="path-start-19">
            <a:extLst xmlns:a="http://schemas.openxmlformats.org/drawingml/2006/main">
              <a:ext uri="{FF2B5EF4-FFF2-40B4-BE49-F238E27FC236}">
                <a16:creationId xmlns:a16="http://schemas.microsoft.com/office/drawing/2014/main" id="{44736B33-FBCE-4295-A3C9-FCFCA4BE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path-end-19">
            <a:extLst xmlns:a="http://schemas.openxmlformats.org/drawingml/2006/main">
              <a:ext uri="{FF2B5EF4-FFF2-40B4-BE49-F238E27FC236}">
                <a16:creationId xmlns:a16="http://schemas.microsoft.com/office/drawing/2014/main" id="{9A31FDBA-D60D-49E1-8B9D-0BE7CBC0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43710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3" name=""/>
          <p:cNvCxnSpPr>
            <a:stCxn xmlns:a="http://schemas.openxmlformats.org/drawingml/2006/main" id="79" idx="2"/>
            <a:endCxn xmlns:a="http://schemas.openxmlformats.org/drawingml/2006/main" id="80" idx="0"/>
          </p:cNvCxnSpPr>
          <p:nvPr/>
        </p:nvCxnSpPr>
        <p:spPr>
          <a:xfrm xmlns:a="http://schemas.openxmlformats.org/drawingml/2006/main">
            <a:off x="10448926" y="4172903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2" name="path-start-20">
            <a:extLst xmlns:a="http://schemas.openxmlformats.org/drawingml/2006/main">
              <a:ext uri="{FF2B5EF4-FFF2-40B4-BE49-F238E27FC236}">
                <a16:creationId xmlns:a16="http://schemas.microsoft.com/office/drawing/2014/main" id="{2C7BAB2B-B23C-463B-8127-E2DAAC1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path-end-20">
            <a:extLst xmlns:a="http://schemas.openxmlformats.org/drawingml/2006/main">
              <a:ext uri="{FF2B5EF4-FFF2-40B4-BE49-F238E27FC236}">
                <a16:creationId xmlns:a16="http://schemas.microsoft.com/office/drawing/2014/main" id="{301022FB-6A38-4955-850E-D933EE6A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6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1239501" y="3906203"/>
            <a:ext cx="0" cy="264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85" name="path-start-21">
            <a:extLst xmlns:a="http://schemas.openxmlformats.org/drawingml/2006/main">
              <a:ext uri="{FF2B5EF4-FFF2-40B4-BE49-F238E27FC236}">
                <a16:creationId xmlns:a16="http://schemas.microsoft.com/office/drawing/2014/main" id="{26F72A58-23C2-4935-85DC-45D94BB7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8548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path-end-21">
            <a:extLst xmlns:a="http://schemas.openxmlformats.org/drawingml/2006/main">
              <a:ext uri="{FF2B5EF4-FFF2-40B4-BE49-F238E27FC236}">
                <a16:creationId xmlns:a16="http://schemas.microsoft.com/office/drawing/2014/main" id="{8AAE2848-DFE9-4F5A-9593-416D0635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7973" y="4170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5" idx="1"/>
            <a:endCxn xmlns:a="http://schemas.openxmlformats.org/drawingml/2006/main" id="86" idx="3"/>
          </p:cNvCxnSpPr>
          <p:nvPr/>
        </p:nvCxnSpPr>
        <p:spPr>
          <a:xfrm xmlns:a="http://schemas.openxmlformats.org/drawingml/2006/main" flipH="1">
            <a:off x="10449878" y="4171951"/>
            <a:ext cx="788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8" name="path-start-22">
            <a:extLst xmlns:a="http://schemas.openxmlformats.org/drawingml/2006/main">
              <a:ext uri="{FF2B5EF4-FFF2-40B4-BE49-F238E27FC236}">
                <a16:creationId xmlns:a16="http://schemas.microsoft.com/office/drawing/2014/main" id="{1C9665A1-00D3-422E-814E-9391A9CB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482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path-end-22">
            <a:extLst xmlns:a="http://schemas.openxmlformats.org/drawingml/2006/main">
              <a:ext uri="{FF2B5EF4-FFF2-40B4-BE49-F238E27FC236}">
                <a16:creationId xmlns:a16="http://schemas.microsoft.com/office/drawing/2014/main" id="{5E189E31-303B-43CC-9667-831BBFA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11916728" y="4829176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1" name="path-start-23">
            <a:extLst xmlns:a="http://schemas.openxmlformats.org/drawingml/2006/main">
              <a:ext uri="{FF2B5EF4-FFF2-40B4-BE49-F238E27FC236}">
                <a16:creationId xmlns:a16="http://schemas.microsoft.com/office/drawing/2014/main" id="{DDE739C6-4A57-4ACC-B9CD-B80EC39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3" y="4828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path-end-23">
            <a:extLst xmlns:a="http://schemas.openxmlformats.org/drawingml/2006/main">
              <a:ext uri="{FF2B5EF4-FFF2-40B4-BE49-F238E27FC236}">
                <a16:creationId xmlns:a16="http://schemas.microsoft.com/office/drawing/2014/main" id="{1676AC44-8592-401D-BE8E-1AEE7DF3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3" y="1894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5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12144376" y="1896428"/>
            <a:ext cx="0" cy="29317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4" name="path-start-24">
            <a:extLst xmlns:a="http://schemas.openxmlformats.org/drawingml/2006/main">
              <a:ext uri="{FF2B5EF4-FFF2-40B4-BE49-F238E27FC236}">
                <a16:creationId xmlns:a16="http://schemas.microsoft.com/office/drawing/2014/main" id="{C325A0AB-AABC-4B50-A120-723E2CB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3423" y="1894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path-end-24">
            <a:extLst xmlns:a="http://schemas.openxmlformats.org/drawingml/2006/main">
              <a:ext uri="{FF2B5EF4-FFF2-40B4-BE49-F238E27FC236}">
                <a16:creationId xmlns:a16="http://schemas.microsoft.com/office/drawing/2014/main" id="{5CD6FBBD-40A0-4044-BDBA-DEF50C3E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023" y="1894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8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2145328" y="1895476"/>
            <a:ext cx="2266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7" name="path-start-25">
            <a:extLst xmlns:a="http://schemas.openxmlformats.org/drawingml/2006/main">
              <a:ext uri="{FF2B5EF4-FFF2-40B4-BE49-F238E27FC236}">
                <a16:creationId xmlns:a16="http://schemas.microsoft.com/office/drawing/2014/main" id="{D733094B-2CB5-4839-A64F-CDBA8027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2513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8" name="path-end-25">
            <a:extLst xmlns:a="http://schemas.openxmlformats.org/drawingml/2006/main">
              <a:ext uri="{FF2B5EF4-FFF2-40B4-BE49-F238E27FC236}">
                <a16:creationId xmlns:a16="http://schemas.microsoft.com/office/drawing/2014/main" id="{25E2EF63-BF15-4ADC-9426-E598CD51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2932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97" idx="2"/>
            <a:endCxn xmlns:a="http://schemas.openxmlformats.org/drawingml/2006/main" id="98" idx="0"/>
          </p:cNvCxnSpPr>
          <p:nvPr/>
        </p:nvCxnSpPr>
        <p:spPr>
          <a:xfrm xmlns:a="http://schemas.openxmlformats.org/drawingml/2006/main">
            <a:off x="13639801" y="2515553"/>
            <a:ext cx="0" cy="4171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00" name="path-start-26">
            <a:extLst xmlns:a="http://schemas.openxmlformats.org/drawingml/2006/main">
              <a:ext uri="{FF2B5EF4-FFF2-40B4-BE49-F238E27FC236}">
                <a16:creationId xmlns:a16="http://schemas.microsoft.com/office/drawing/2014/main" id="{425DEE7A-11FF-4BF4-9188-73B0A57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4123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1" name="path-end-26">
            <a:extLst xmlns:a="http://schemas.openxmlformats.org/drawingml/2006/main">
              <a:ext uri="{FF2B5EF4-FFF2-40B4-BE49-F238E27FC236}">
                <a16:creationId xmlns:a16="http://schemas.microsoft.com/office/drawing/2014/main" id="{A9FF646E-0FA4-466A-A506-5A23F1E0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4656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100" idx="2"/>
            <a:endCxn xmlns:a="http://schemas.openxmlformats.org/drawingml/2006/main" id="101" idx="0"/>
          </p:cNvCxnSpPr>
          <p:nvPr/>
        </p:nvCxnSpPr>
        <p:spPr>
          <a:xfrm xmlns:a="http://schemas.openxmlformats.org/drawingml/2006/main">
            <a:off x="13639801" y="4125278"/>
            <a:ext cx="0" cy="5314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111111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8180131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2026-09-13T04:13:13.6410000Z</dcterms:created>
  <dcterms:modified xsi:type="dcterms:W3CDTF">2026-09-13T04:13:13.6410000Z</dcterms:modified>
</coreProperties>
</file>