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e94ac10cc6543b3" /><Relationship Type="http://schemas.openxmlformats.org/officeDocument/2006/relationships/extended-properties" Target="/docProps/app.xml" Id="R145f298ed5fe45a3" /><Relationship Type="http://schemas.openxmlformats.org/officeDocument/2006/relationships/officeDocument" Target="/ppt/presentation.xml" Id="R048e5403ff2d424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68086ff31be4587"/>
  </p:sldMasterIdLst>
  <p:notesMasterIdLst>
    <p:notesMasterId xmlns:r="http://schemas.openxmlformats.org/officeDocument/2006/relationships" r:id="Ra09deba005074229"/>
  </p:notesMasterIdLst>
  <p:sldIdLst>
    <p:sldId xmlns:r="http://schemas.openxmlformats.org/officeDocument/2006/relationships" id="256" r:id="R58fda0903e1348c6"/>
  </p:sldIdLst>
  <p:sldSz cx="15240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f618289e5cb4e68" /><Relationship Type="http://schemas.openxmlformats.org/officeDocument/2006/relationships/slideMaster" Target="/ppt/slideMasters/slideMaster1.xml" Id="R968086ff31be4587" /><Relationship Type="http://schemas.openxmlformats.org/officeDocument/2006/relationships/notesMaster" Target="/ppt/notesMasters/notesMaster1.xml" Id="Ra09deba005074229" /><Relationship Type="http://schemas.openxmlformats.org/officeDocument/2006/relationships/presProps" Target="/ppt/presProps.xml" Id="R3a25ddb1e3fd4538" /><Relationship Type="http://schemas.openxmlformats.org/officeDocument/2006/relationships/tableStyles" Target="/ppt/tableStyles.xml" Id="Rdd1c6d519b0347f1" /><Relationship Type="http://schemas.openxmlformats.org/officeDocument/2006/relationships/slide" Target="/ppt/slides/slide1.xml" Id="R58fda0903e1348c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6a07c2b92de484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fa94be8c4ef42de" /><Relationship Type="http://schemas.openxmlformats.org/officeDocument/2006/relationships/notesMaster" Target="/ppt/notesMasters/notesMaster1.xml" Id="Re9ec63b610da42e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1b55b668f849f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5f1447e16904f0d" /><Relationship Type="http://schemas.openxmlformats.org/officeDocument/2006/relationships/slideLayout" Target="/ppt/slideLayouts/slideLayout1.xml" Id="R237b82ae32a04a7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37b82ae32a04a7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92fd2519e04264" /><Relationship Type="http://schemas.openxmlformats.org/officeDocument/2006/relationships/notesSlide" Target="/ppt/notesSlides/notesSlide1.xml" Id="R9c0120b70e17471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6" name="outer-frame">
            <a:extLst xmlns:a="http://schemas.openxmlformats.org/drawingml/2006/main">
              <a:ext uri="{FF2B5EF4-FFF2-40B4-BE49-F238E27FC236}">
                <a16:creationId xmlns:a16="http://schemas.microsoft.com/office/drawing/2014/main" id="{0D9BF60A-416B-4A5F-BDA6-73926DF04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66700"/>
            <a:ext cx="14782800" cy="619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198B3"/>
            </a:solidFill>
            <a:prstDash val="dash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52A4268-E428-4DD0-908F-ED4190010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6725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67CB3"/>
                </a:solidFill>
                <a:latin typeface="SimSun"/>
                <a:ea typeface="SimSun"/>
                <a:cs typeface="SimSun"/>
              </a:defRPr>
            </a:pPr>
            <a:r>
              <a:rPr sz="2400" b="1">
                <a:solidFill>
                  <a:srgbClr val="367CB3"/>
                </a:solidFill>
                <a:latin typeface="SimSun"/>
                <a:ea typeface="SimSun"/>
                <a:cs typeface="SimSun"/>
              </a:rPr>
              <a:t>第三问  预报更新驱动的日内滚动调整</a:t>
            </a:r>
          </a:p>
        </p:txBody>
      </p:sp>
      <p:sp>
        <p:nvSpPr>
          <p:cNvPr id="3" name="time-0">
            <a:extLst xmlns:a="http://schemas.openxmlformats.org/drawingml/2006/main">
              <a:ext uri="{FF2B5EF4-FFF2-40B4-BE49-F238E27FC236}">
                <a16:creationId xmlns:a16="http://schemas.microsoft.com/office/drawing/2014/main" id="{FAD2BF28-1AE8-4A15-B228-E4E55F8C2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428750"/>
            <a:ext cx="1200150" cy="49530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9EC3E6"/>
          </a:solidFill>
          <a:ln xmlns:a="http://schemas.openxmlformats.org/drawingml/2006/main" w="18098">
            <a:solidFill>
              <a:srgbClr val="9EC3E6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0:00</a:t>
            </a:r>
          </a:p>
        </p:txBody>
      </p:sp>
      <p:sp>
        <p:nvSpPr>
          <p:cNvPr id="4" name="route-start-1">
            <a:extLst xmlns:a="http://schemas.openxmlformats.org/drawingml/2006/main">
              <a:ext uri="{FF2B5EF4-FFF2-40B4-BE49-F238E27FC236}">
                <a16:creationId xmlns:a16="http://schemas.microsoft.com/office/drawing/2014/main" id="{2D718977-8EDA-40AB-B361-C482C15C2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1273" y="16754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" name="route-end-1">
            <a:extLst xmlns:a="http://schemas.openxmlformats.org/drawingml/2006/main">
              <a:ext uri="{FF2B5EF4-FFF2-40B4-BE49-F238E27FC236}">
                <a16:creationId xmlns:a16="http://schemas.microsoft.com/office/drawing/2014/main" id="{4AD041D0-9AC3-4D2E-965A-EBA2B5D4B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1073" y="16754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1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563178" y="1676401"/>
            <a:ext cx="220789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  <a:tailEnd type="triangle" w="med" len="med"/>
          </a:ln>
        </p:spPr>
      </p:cxnSp>
      <p:sp>
        <p:nvSpPr>
          <p:cNvPr id="7" name="time-1">
            <a:extLst xmlns:a="http://schemas.openxmlformats.org/drawingml/2006/main">
              <a:ext uri="{FF2B5EF4-FFF2-40B4-BE49-F238E27FC236}">
                <a16:creationId xmlns:a16="http://schemas.microsoft.com/office/drawing/2014/main" id="{B1CD5E9E-2207-4CEC-AD39-8935CF393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428750"/>
            <a:ext cx="1200150" cy="49530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9EC3E6"/>
          </a:solidFill>
          <a:ln xmlns:a="http://schemas.openxmlformats.org/drawingml/2006/main" w="18098">
            <a:solidFill>
              <a:srgbClr val="9EC3E6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6:00</a:t>
            </a:r>
          </a:p>
        </p:txBody>
      </p:sp>
      <p:sp>
        <p:nvSpPr>
          <p:cNvPr id="8" name="route-start-2">
            <a:extLst xmlns:a="http://schemas.openxmlformats.org/drawingml/2006/main">
              <a:ext uri="{FF2B5EF4-FFF2-40B4-BE49-F238E27FC236}">
                <a16:creationId xmlns:a16="http://schemas.microsoft.com/office/drawing/2014/main" id="{0E57833A-0400-4541-8643-50D23801A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0273" y="16754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" name="route-end-2">
            <a:extLst xmlns:a="http://schemas.openxmlformats.org/drawingml/2006/main">
              <a:ext uri="{FF2B5EF4-FFF2-40B4-BE49-F238E27FC236}">
                <a16:creationId xmlns:a16="http://schemas.microsoft.com/office/drawing/2014/main" id="{E489F21B-ABDA-4703-9C7D-2232EDCF4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9948" y="16754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5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992178" y="1676401"/>
            <a:ext cx="120777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  <a:tailEnd type="triangle" w="med" len="med"/>
          </a:ln>
        </p:spPr>
      </p:cxnSp>
      <p:sp>
        <p:nvSpPr>
          <p:cNvPr id="11" name="time-2">
            <a:extLst xmlns:a="http://schemas.openxmlformats.org/drawingml/2006/main">
              <a:ext uri="{FF2B5EF4-FFF2-40B4-BE49-F238E27FC236}">
                <a16:creationId xmlns:a16="http://schemas.microsoft.com/office/drawing/2014/main" id="{045A782D-20E2-4C28-8DEE-27CBA27FA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1428750"/>
            <a:ext cx="1200150" cy="49530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9EC3E6"/>
          </a:solidFill>
          <a:ln xmlns:a="http://schemas.openxmlformats.org/drawingml/2006/main" w="18098">
            <a:solidFill>
              <a:srgbClr val="9EC3E6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12:00</a:t>
            </a:r>
          </a:p>
        </p:txBody>
      </p:sp>
      <p:sp>
        <p:nvSpPr>
          <p:cNvPr id="12" name="route-start-3">
            <a:extLst xmlns:a="http://schemas.openxmlformats.org/drawingml/2006/main">
              <a:ext uri="{FF2B5EF4-FFF2-40B4-BE49-F238E27FC236}">
                <a16:creationId xmlns:a16="http://schemas.microsoft.com/office/drawing/2014/main" id="{D105FC17-74AA-44DB-972D-E600D81D2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9148" y="16754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" name="route-end-3">
            <a:extLst xmlns:a="http://schemas.openxmlformats.org/drawingml/2006/main">
              <a:ext uri="{FF2B5EF4-FFF2-40B4-BE49-F238E27FC236}">
                <a16:creationId xmlns:a16="http://schemas.microsoft.com/office/drawing/2014/main" id="{6B8183FB-8E3E-4886-9234-AAF39E586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8823" y="16754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421053" y="1676401"/>
            <a:ext cx="120777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  <a:tailEnd type="triangle" w="med" len="med"/>
          </a:ln>
        </p:spPr>
      </p:cxnSp>
      <p:sp>
        <p:nvSpPr>
          <p:cNvPr id="15" name="time-3">
            <a:extLst xmlns:a="http://schemas.openxmlformats.org/drawingml/2006/main">
              <a:ext uri="{FF2B5EF4-FFF2-40B4-BE49-F238E27FC236}">
                <a16:creationId xmlns:a16="http://schemas.microsoft.com/office/drawing/2014/main" id="{9975CA84-F3AE-4FE4-BEBB-5DB5520F2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428750"/>
            <a:ext cx="1200150" cy="49530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9EC3E6"/>
          </a:solidFill>
          <a:ln xmlns:a="http://schemas.openxmlformats.org/drawingml/2006/main" w="18098">
            <a:solidFill>
              <a:srgbClr val="9EC3E6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18:00</a:t>
            </a:r>
          </a:p>
        </p:txBody>
      </p:sp>
      <p:sp>
        <p:nvSpPr>
          <p:cNvPr id="16" name="route-start-4">
            <a:extLst xmlns:a="http://schemas.openxmlformats.org/drawingml/2006/main">
              <a:ext uri="{FF2B5EF4-FFF2-40B4-BE49-F238E27FC236}">
                <a16:creationId xmlns:a16="http://schemas.microsoft.com/office/drawing/2014/main" id="{4CFDD22D-B9A1-4568-B5F0-45875843B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8023" y="16754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route-end-4">
            <a:extLst xmlns:a="http://schemas.openxmlformats.org/drawingml/2006/main">
              <a:ext uri="{FF2B5EF4-FFF2-40B4-BE49-F238E27FC236}">
                <a16:creationId xmlns:a16="http://schemas.microsoft.com/office/drawing/2014/main" id="{70C0DFD5-F673-4497-B3B7-692AEB184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1198" y="16754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3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10849928" y="1676401"/>
            <a:ext cx="254127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  <a:tailEnd type="triangle" w="med" len="med"/>
          </a:ln>
        </p:spPr>
      </p:cxnSp>
      <p:sp>
        <p:nvSpPr>
          <p:cNvPr id="19" name="time-4">
            <a:extLst xmlns:a="http://schemas.openxmlformats.org/drawingml/2006/main">
              <a:ext uri="{FF2B5EF4-FFF2-40B4-BE49-F238E27FC236}">
                <a16:creationId xmlns:a16="http://schemas.microsoft.com/office/drawing/2014/main" id="{2C015B46-559C-4E85-99B8-A2AD8DAE5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1675" y="1428750"/>
            <a:ext cx="1200150" cy="49530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9EC3E6"/>
          </a:solidFill>
          <a:ln xmlns:a="http://schemas.openxmlformats.org/drawingml/2006/main" w="18098">
            <a:solidFill>
              <a:srgbClr val="9EC3E6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24:00</a:t>
            </a:r>
          </a:p>
        </p:txBody>
      </p:sp>
      <p:sp>
        <p:nvSpPr>
          <p:cNvPr id="20" name="zero-forecast">
            <a:extLst xmlns:a="http://schemas.openxmlformats.org/drawingml/2006/main">
              <a:ext uri="{FF2B5EF4-FFF2-40B4-BE49-F238E27FC236}">
                <a16:creationId xmlns:a16="http://schemas.microsoft.com/office/drawing/2014/main" id="{2AE05F93-BA0B-4004-86E7-1DDDE78D1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2524125" cy="619125"/>
          </a:xfrm>
          <a:prstGeom xmlns:a="http://schemas.openxmlformats.org/drawingml/2006/main" prst="roundRect">
            <a:avLst>
              <a:gd name="adj" fmla="val 21538"/>
            </a:avLst>
          </a:prstGeom>
          <a:solidFill xmlns:a="http://schemas.openxmlformats.org/drawingml/2006/main">
            <a:srgbClr val="9EC3E6"/>
          </a:solidFill>
          <a:ln xmlns:a="http://schemas.openxmlformats.org/drawingml/2006/main" w="18098">
            <a:solidFill>
              <a:srgbClr val="9EC3E6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零时净负荷预测</a:t>
            </a:r>
          </a:p>
        </p:txBody>
      </p:sp>
      <p:sp>
        <p:nvSpPr>
          <p:cNvPr id="21" name="route-start-5">
            <a:extLst xmlns:a="http://schemas.openxmlformats.org/drawingml/2006/main">
              <a:ext uri="{FF2B5EF4-FFF2-40B4-BE49-F238E27FC236}">
                <a16:creationId xmlns:a16="http://schemas.microsoft.com/office/drawing/2014/main" id="{A85CD6C7-1357-4E3B-8385-04417C147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1673" y="19326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" name="route-end-5">
            <a:extLst xmlns:a="http://schemas.openxmlformats.org/drawingml/2006/main">
              <a:ext uri="{FF2B5EF4-FFF2-40B4-BE49-F238E27FC236}">
                <a16:creationId xmlns:a16="http://schemas.microsoft.com/office/drawing/2014/main" id="{60CF43B9-C3CE-4EE3-8425-4325D2CB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1673" y="28470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8" name=""/>
          <p:cNvCxnSpPr>
            <a:stCxn xmlns:a="http://schemas.openxmlformats.org/drawingml/2006/main" id="21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1952626" y="1934528"/>
            <a:ext cx="0" cy="91249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  <a:tailEnd type="triangle" w="med" len="med"/>
          </a:ln>
        </p:spPr>
      </p:cxnSp>
      <p:sp>
        <p:nvSpPr>
          <p:cNvPr id="24" name="initial-plan">
            <a:extLst xmlns:a="http://schemas.openxmlformats.org/drawingml/2006/main">
              <a:ext uri="{FF2B5EF4-FFF2-40B4-BE49-F238E27FC236}">
                <a16:creationId xmlns:a16="http://schemas.microsoft.com/office/drawing/2014/main" id="{A2B9D322-871C-4913-B706-5C23862CC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57650"/>
            <a:ext cx="25241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80分位线性规划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初始购电计划</a:t>
            </a:r>
          </a:p>
        </p:txBody>
      </p:sp>
      <p:sp>
        <p:nvSpPr>
          <p:cNvPr id="25" name="route-start-6">
            <a:extLst xmlns:a="http://schemas.openxmlformats.org/drawingml/2006/main">
              <a:ext uri="{FF2B5EF4-FFF2-40B4-BE49-F238E27FC236}">
                <a16:creationId xmlns:a16="http://schemas.microsoft.com/office/drawing/2014/main" id="{AF55398E-0D92-4139-AB27-7CA66AF6F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3098" y="34851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" name="route-end-6">
            <a:extLst xmlns:a="http://schemas.openxmlformats.org/drawingml/2006/main">
              <a:ext uri="{FF2B5EF4-FFF2-40B4-BE49-F238E27FC236}">
                <a16:creationId xmlns:a16="http://schemas.microsoft.com/office/drawing/2014/main" id="{50E8344D-FAA5-4288-B812-31CDB7B2B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3098" y="40471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2" name=""/>
          <p:cNvCxnSpPr>
            <a:stCxn xmlns:a="http://schemas.openxmlformats.org/drawingml/2006/main" id="25" idx="2"/>
            <a:endCxn xmlns:a="http://schemas.openxmlformats.org/drawingml/2006/main" id="26" idx="0"/>
          </p:cNvCxnSpPr>
          <p:nvPr/>
        </p:nvCxnSpPr>
        <p:spPr>
          <a:xfrm xmlns:a="http://schemas.openxmlformats.org/drawingml/2006/main">
            <a:off x="1924051" y="3487103"/>
            <a:ext cx="0" cy="56007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sp>
        <p:nvSpPr>
          <p:cNvPr id="28" name="rolling-selection">
            <a:extLst xmlns:a="http://schemas.openxmlformats.org/drawingml/2006/main">
              <a:ext uri="{FF2B5EF4-FFF2-40B4-BE49-F238E27FC236}">
                <a16:creationId xmlns:a16="http://schemas.microsoft.com/office/drawing/2014/main" id="{245A42F9-95B8-4336-859F-D2710F649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62200"/>
            <a:ext cx="7620000" cy="3514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0B0B0"/>
            </a:solidFill>
            <a:prstDash val="dash"/>
          </a:ln>
        </p:spPr>
      </p:sp>
      <p:sp>
        <p:nvSpPr>
          <p:cNvPr id="29" name="rolling-selection-heading">
            <a:extLst xmlns:a="http://schemas.openxmlformats.org/drawingml/2006/main">
              <a:ext uri="{FF2B5EF4-FFF2-40B4-BE49-F238E27FC236}">
                <a16:creationId xmlns:a16="http://schemas.microsoft.com/office/drawing/2014/main" id="{195BA7A5-697E-4403-9004-39E4872F1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552700"/>
            <a:ext cx="7467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67CB3"/>
                </a:solidFill>
                <a:latin typeface="SimSun"/>
                <a:ea typeface="SimSun"/>
                <a:cs typeface="SimSun"/>
              </a:defRPr>
            </a:pPr>
            <a:r>
              <a:rPr sz="1950" b="1">
                <a:solidFill>
                  <a:srgbClr val="367CB3"/>
                </a:solidFill>
                <a:latin typeface="SimSun"/>
                <a:ea typeface="SimSun"/>
                <a:cs typeface="SimSun"/>
              </a:rPr>
              <a:t>更新时刻的计划选择</a:t>
            </a:r>
          </a:p>
        </p:txBody>
      </p:sp>
      <p:sp>
        <p:nvSpPr>
          <p:cNvPr id="30" name="route-start-7">
            <a:extLst xmlns:a="http://schemas.openxmlformats.org/drawingml/2006/main">
              <a:ext uri="{FF2B5EF4-FFF2-40B4-BE49-F238E27FC236}">
                <a16:creationId xmlns:a16="http://schemas.microsoft.com/office/drawing/2014/main" id="{9B48520B-61D7-45B4-8037-BB28868A2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0673" y="19326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" name="route-end-7">
            <a:extLst xmlns:a="http://schemas.openxmlformats.org/drawingml/2006/main">
              <a:ext uri="{FF2B5EF4-FFF2-40B4-BE49-F238E27FC236}">
                <a16:creationId xmlns:a16="http://schemas.microsoft.com/office/drawing/2014/main" id="{21D91F41-6638-45CB-88E9-BD440D1A3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0673" y="23517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7" name=""/>
          <p:cNvCxnSpPr>
            <a:stCxn xmlns:a="http://schemas.openxmlformats.org/drawingml/2006/main" id="30" idx="2"/>
            <a:endCxn xmlns:a="http://schemas.openxmlformats.org/drawingml/2006/main" id="31" idx="0"/>
          </p:cNvCxnSpPr>
          <p:nvPr/>
        </p:nvCxnSpPr>
        <p:spPr>
          <a:xfrm xmlns:a="http://schemas.openxmlformats.org/drawingml/2006/main">
            <a:off x="5381626" y="1934528"/>
            <a:ext cx="0" cy="41719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  <a:tailEnd type="triangle" w="med" len="med"/>
          </a:ln>
        </p:spPr>
      </p:cxnSp>
      <p:sp>
        <p:nvSpPr>
          <p:cNvPr id="33" name="route-start-8">
            <a:extLst xmlns:a="http://schemas.openxmlformats.org/drawingml/2006/main">
              <a:ext uri="{FF2B5EF4-FFF2-40B4-BE49-F238E27FC236}">
                <a16:creationId xmlns:a16="http://schemas.microsoft.com/office/drawing/2014/main" id="{E9AD3077-8ABE-4D56-B826-97B4539C9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9548" y="19326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4" name="route-end-8">
            <a:extLst xmlns:a="http://schemas.openxmlformats.org/drawingml/2006/main">
              <a:ext uri="{FF2B5EF4-FFF2-40B4-BE49-F238E27FC236}">
                <a16:creationId xmlns:a16="http://schemas.microsoft.com/office/drawing/2014/main" id="{C5B07297-3320-41AC-86AB-029A00BCA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9548" y="23517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0" name=""/>
          <p:cNvCxnSpPr>
            <a:stCxn xmlns:a="http://schemas.openxmlformats.org/drawingml/2006/main" id="33" idx="2"/>
            <a:endCxn xmlns:a="http://schemas.openxmlformats.org/drawingml/2006/main" id="34" idx="0"/>
          </p:cNvCxnSpPr>
          <p:nvPr/>
        </p:nvCxnSpPr>
        <p:spPr>
          <a:xfrm xmlns:a="http://schemas.openxmlformats.org/drawingml/2006/main">
            <a:off x="7810501" y="1934528"/>
            <a:ext cx="0" cy="41719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  <a:tailEnd type="triangle" w="med" len="med"/>
          </a:ln>
        </p:spPr>
      </p:cxnSp>
      <p:sp>
        <p:nvSpPr>
          <p:cNvPr id="36" name="route-start-9">
            <a:extLst xmlns:a="http://schemas.openxmlformats.org/drawingml/2006/main">
              <a:ext uri="{FF2B5EF4-FFF2-40B4-BE49-F238E27FC236}">
                <a16:creationId xmlns:a16="http://schemas.microsoft.com/office/drawing/2014/main" id="{A774D93C-6AE7-4867-A961-F7868496F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8423" y="19326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7" name="route-end-9">
            <a:extLst xmlns:a="http://schemas.openxmlformats.org/drawingml/2006/main">
              <a:ext uri="{FF2B5EF4-FFF2-40B4-BE49-F238E27FC236}">
                <a16:creationId xmlns:a16="http://schemas.microsoft.com/office/drawing/2014/main" id="{ABE97375-E3FF-402E-870F-B939D4CB4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8423" y="23517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3" name=""/>
          <p:cNvCxnSpPr>
            <a:stCxn xmlns:a="http://schemas.openxmlformats.org/drawingml/2006/main" id="36" idx="2"/>
            <a:endCxn xmlns:a="http://schemas.openxmlformats.org/drawingml/2006/main" id="37" idx="0"/>
          </p:cNvCxnSpPr>
          <p:nvPr/>
        </p:nvCxnSpPr>
        <p:spPr>
          <a:xfrm xmlns:a="http://schemas.openxmlformats.org/drawingml/2006/main">
            <a:off x="10239376" y="1934528"/>
            <a:ext cx="0" cy="41719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  <a:tailEnd type="triangle" w="med" len="med"/>
          </a:ln>
        </p:spPr>
      </p:cxnSp>
      <p:sp>
        <p:nvSpPr>
          <p:cNvPr id="39" name="new-information">
            <a:extLst xmlns:a="http://schemas.openxmlformats.org/drawingml/2006/main">
              <a:ext uri="{FF2B5EF4-FFF2-40B4-BE49-F238E27FC236}">
                <a16:creationId xmlns:a16="http://schemas.microsoft.com/office/drawing/2014/main" id="{2AAED4B4-101A-42F3-8EDB-1A42C6402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76575"/>
            <a:ext cx="6381750" cy="581025"/>
          </a:xfrm>
          <a:prstGeom xmlns:a="http://schemas.openxmlformats.org/drawingml/2006/main" prst="roundRect">
            <a:avLst>
              <a:gd name="adj" fmla="val 22951"/>
            </a:avLst>
          </a:prstGeom>
          <a:solidFill xmlns:a="http://schemas.openxmlformats.org/drawingml/2006/main">
            <a:srgbClr val="9EC3E6"/>
          </a:solidFill>
          <a:ln xmlns:a="http://schemas.openxmlformats.org/drawingml/2006/main" w="18098">
            <a:solidFill>
              <a:srgbClr val="9EC3E6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新预报与实际库存</a:t>
            </a:r>
          </a:p>
        </p:txBody>
      </p:sp>
      <p:sp>
        <p:nvSpPr>
          <p:cNvPr id="40" name="candidate-plan">
            <a:extLst xmlns:a="http://schemas.openxmlformats.org/drawingml/2006/main">
              <a:ext uri="{FF2B5EF4-FFF2-40B4-BE49-F238E27FC236}">
                <a16:creationId xmlns:a16="http://schemas.microsoft.com/office/drawing/2014/main" id="{3D3D3641-385F-4A09-83C8-BFB34D0CC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152900"/>
            <a:ext cx="1905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生成调整候选</a:t>
            </a:r>
          </a:p>
        </p:txBody>
      </p:sp>
      <p:sp>
        <p:nvSpPr>
          <p:cNvPr id="41" name="keep-plan">
            <a:extLst xmlns:a="http://schemas.openxmlformats.org/drawingml/2006/main">
              <a:ext uri="{FF2B5EF4-FFF2-40B4-BE49-F238E27FC236}">
                <a16:creationId xmlns:a16="http://schemas.microsoft.com/office/drawing/2014/main" id="{5C65DD3F-9627-4D72-B4B3-0D7AFFC1C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057775"/>
            <a:ext cx="1905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保留原计划</a:t>
            </a:r>
          </a:p>
        </p:txBody>
      </p:sp>
      <p:sp>
        <p:nvSpPr>
          <p:cNvPr id="42" name="select-plan">
            <a:extLst xmlns:a="http://schemas.openxmlformats.org/drawingml/2006/main">
              <a:ext uri="{FF2B5EF4-FFF2-40B4-BE49-F238E27FC236}">
                <a16:creationId xmlns:a16="http://schemas.microsoft.com/office/drawing/2014/main" id="{1299B4CC-2A64-441D-94F4-0799FF249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324350"/>
            <a:ext cx="3476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6EE"/>
          </a:solidFill>
          <a:ln xmlns:a="http://schemas.openxmlformats.org/drawingml/2006/main" w="18098">
            <a:solidFill>
              <a:srgbClr val="BBD6EE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调整费与预期紧急费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动态规划择优</a:t>
            </a:r>
          </a:p>
        </p:txBody>
      </p:sp>
      <p:sp>
        <p:nvSpPr>
          <p:cNvPr id="43" name="route-start-10">
            <a:extLst xmlns:a="http://schemas.openxmlformats.org/drawingml/2006/main">
              <a:ext uri="{FF2B5EF4-FFF2-40B4-BE49-F238E27FC236}">
                <a16:creationId xmlns:a16="http://schemas.microsoft.com/office/drawing/2014/main" id="{91A4F383-D2C6-4A40-816F-2D3511722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9448" y="44757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" name="route-end-10">
            <a:extLst xmlns:a="http://schemas.openxmlformats.org/drawingml/2006/main">
              <a:ext uri="{FF2B5EF4-FFF2-40B4-BE49-F238E27FC236}">
                <a16:creationId xmlns:a16="http://schemas.microsoft.com/office/drawing/2014/main" id="{A51C4729-CD3F-4977-A158-21A4A9B6E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098" y="44757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0" name=""/>
          <p:cNvCxnSpPr>
            <a:stCxn xmlns:a="http://schemas.openxmlformats.org/drawingml/2006/main" id="43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>
            <a:off x="3201353" y="4476751"/>
            <a:ext cx="24574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</a:ln>
        </p:spPr>
      </p:cxnSp>
      <p:sp>
        <p:nvSpPr>
          <p:cNvPr id="46" name="route-start-11">
            <a:extLst xmlns:a="http://schemas.openxmlformats.org/drawingml/2006/main">
              <a:ext uri="{FF2B5EF4-FFF2-40B4-BE49-F238E27FC236}">
                <a16:creationId xmlns:a16="http://schemas.microsoft.com/office/drawing/2014/main" id="{B8DE7FA2-125D-44D1-B15E-3A0CB8FE8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098" y="44757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7" name="route-end-11">
            <a:extLst xmlns:a="http://schemas.openxmlformats.org/drawingml/2006/main">
              <a:ext uri="{FF2B5EF4-FFF2-40B4-BE49-F238E27FC236}">
                <a16:creationId xmlns:a16="http://schemas.microsoft.com/office/drawing/2014/main" id="{88D0AB8D-5462-4DCD-BC4F-5105DA3F6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098" y="53711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3" name=""/>
          <p:cNvCxnSpPr>
            <a:stCxn xmlns:a="http://schemas.openxmlformats.org/drawingml/2006/main" id="46" idx="2"/>
            <a:endCxn xmlns:a="http://schemas.openxmlformats.org/drawingml/2006/main" id="47" idx="0"/>
          </p:cNvCxnSpPr>
          <p:nvPr/>
        </p:nvCxnSpPr>
        <p:spPr>
          <a:xfrm xmlns:a="http://schemas.openxmlformats.org/drawingml/2006/main">
            <a:off x="3448051" y="4477703"/>
            <a:ext cx="0" cy="89344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</a:ln>
        </p:spPr>
      </p:cxnSp>
      <p:sp>
        <p:nvSpPr>
          <p:cNvPr id="49" name="route-start-12">
            <a:extLst xmlns:a="http://schemas.openxmlformats.org/drawingml/2006/main">
              <a:ext uri="{FF2B5EF4-FFF2-40B4-BE49-F238E27FC236}">
                <a16:creationId xmlns:a16="http://schemas.microsoft.com/office/drawing/2014/main" id="{0B582C3F-938E-4C17-BB3C-BFDF25B6E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098" y="53711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0" name="route-end-12">
            <a:extLst xmlns:a="http://schemas.openxmlformats.org/drawingml/2006/main">
              <a:ext uri="{FF2B5EF4-FFF2-40B4-BE49-F238E27FC236}">
                <a16:creationId xmlns:a16="http://schemas.microsoft.com/office/drawing/2014/main" id="{F343B833-3240-4F69-8AA7-585047995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5773" y="53711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6" name=""/>
          <p:cNvCxnSpPr>
            <a:stCxn xmlns:a="http://schemas.openxmlformats.org/drawingml/2006/main" id="49" idx="3"/>
            <a:endCxn xmlns:a="http://schemas.openxmlformats.org/drawingml/2006/main" id="50" idx="1"/>
          </p:cNvCxnSpPr>
          <p:nvPr/>
        </p:nvCxnSpPr>
        <p:spPr>
          <a:xfrm xmlns:a="http://schemas.openxmlformats.org/drawingml/2006/main">
            <a:off x="3449003" y="5372101"/>
            <a:ext cx="82677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  <a:tailEnd type="triangle" w="med" len="med"/>
          </a:ln>
        </p:spPr>
      </p:cxnSp>
      <p:sp>
        <p:nvSpPr>
          <p:cNvPr id="52" name="route-start-13">
            <a:extLst xmlns:a="http://schemas.openxmlformats.org/drawingml/2006/main">
              <a:ext uri="{FF2B5EF4-FFF2-40B4-BE49-F238E27FC236}">
                <a16:creationId xmlns:a16="http://schemas.microsoft.com/office/drawing/2014/main" id="{D2D00FA7-D230-4AA4-A966-7812E21F9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7798" y="36661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3" name="route-end-13">
            <a:extLst xmlns:a="http://schemas.openxmlformats.org/drawingml/2006/main">
              <a:ext uri="{FF2B5EF4-FFF2-40B4-BE49-F238E27FC236}">
                <a16:creationId xmlns:a16="http://schemas.microsoft.com/office/drawing/2014/main" id="{42E3291A-E70D-4174-9B17-0E1ADE552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7798" y="41424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9" name=""/>
          <p:cNvCxnSpPr>
            <a:stCxn xmlns:a="http://schemas.openxmlformats.org/drawingml/2006/main" id="52" idx="2"/>
            <a:endCxn xmlns:a="http://schemas.openxmlformats.org/drawingml/2006/main" id="53" idx="0"/>
          </p:cNvCxnSpPr>
          <p:nvPr/>
        </p:nvCxnSpPr>
        <p:spPr>
          <a:xfrm xmlns:a="http://schemas.openxmlformats.org/drawingml/2006/main">
            <a:off x="5238751" y="3668078"/>
            <a:ext cx="0" cy="47434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sp>
        <p:nvSpPr>
          <p:cNvPr id="55" name="route-start-14">
            <a:extLst xmlns:a="http://schemas.openxmlformats.org/drawingml/2006/main">
              <a:ext uri="{FF2B5EF4-FFF2-40B4-BE49-F238E27FC236}">
                <a16:creationId xmlns:a16="http://schemas.microsoft.com/office/drawing/2014/main" id="{F80415EE-964E-4241-B736-E233F149E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7798" y="36661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6" name="route-end-14">
            <a:extLst xmlns:a="http://schemas.openxmlformats.org/drawingml/2006/main">
              <a:ext uri="{FF2B5EF4-FFF2-40B4-BE49-F238E27FC236}">
                <a16:creationId xmlns:a16="http://schemas.microsoft.com/office/drawing/2014/main" id="{14E8B284-2AEE-4B47-A571-8C09D2192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7798" y="43138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2" name=""/>
          <p:cNvCxnSpPr>
            <a:stCxn xmlns:a="http://schemas.openxmlformats.org/drawingml/2006/main" id="55" idx="2"/>
            <a:endCxn xmlns:a="http://schemas.openxmlformats.org/drawingml/2006/main" id="56" idx="0"/>
          </p:cNvCxnSpPr>
          <p:nvPr/>
        </p:nvCxnSpPr>
        <p:spPr>
          <a:xfrm xmlns:a="http://schemas.openxmlformats.org/drawingml/2006/main">
            <a:off x="9048751" y="3668078"/>
            <a:ext cx="0" cy="64579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sp>
        <p:nvSpPr>
          <p:cNvPr id="58" name="route-start-15">
            <a:extLst xmlns:a="http://schemas.openxmlformats.org/drawingml/2006/main">
              <a:ext uri="{FF2B5EF4-FFF2-40B4-BE49-F238E27FC236}">
                <a16:creationId xmlns:a16="http://schemas.microsoft.com/office/drawing/2014/main" id="{40F20E09-7D66-4AE6-ADF4-98D450FF1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823" y="44662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9" name="route-end-15">
            <a:extLst xmlns:a="http://schemas.openxmlformats.org/drawingml/2006/main">
              <a:ext uri="{FF2B5EF4-FFF2-40B4-BE49-F238E27FC236}">
                <a16:creationId xmlns:a16="http://schemas.microsoft.com/office/drawing/2014/main" id="{B15A9AD7-67D5-4C5C-AD9A-85CFA617E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4673" y="44662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5" name=""/>
          <p:cNvCxnSpPr>
            <a:stCxn xmlns:a="http://schemas.openxmlformats.org/drawingml/2006/main" id="58" idx="3"/>
            <a:endCxn xmlns:a="http://schemas.openxmlformats.org/drawingml/2006/main" id="59" idx="1"/>
          </p:cNvCxnSpPr>
          <p:nvPr/>
        </p:nvCxnSpPr>
        <p:spPr>
          <a:xfrm xmlns:a="http://schemas.openxmlformats.org/drawingml/2006/main">
            <a:off x="6201728" y="4467226"/>
            <a:ext cx="70294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</a:ln>
        </p:spPr>
      </p:cxnSp>
      <p:sp>
        <p:nvSpPr>
          <p:cNvPr id="61" name="route-start-16">
            <a:extLst xmlns:a="http://schemas.openxmlformats.org/drawingml/2006/main">
              <a:ext uri="{FF2B5EF4-FFF2-40B4-BE49-F238E27FC236}">
                <a16:creationId xmlns:a16="http://schemas.microsoft.com/office/drawing/2014/main" id="{4B8F68F8-2A30-44C8-A028-3314F4EB4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4673" y="44662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2" name="route-end-16">
            <a:extLst xmlns:a="http://schemas.openxmlformats.org/drawingml/2006/main">
              <a:ext uri="{FF2B5EF4-FFF2-40B4-BE49-F238E27FC236}">
                <a16:creationId xmlns:a16="http://schemas.microsoft.com/office/drawing/2014/main" id="{CCA38748-FD17-447A-9336-F14B3F174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4673" y="46281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8" name=""/>
          <p:cNvCxnSpPr>
            <a:stCxn xmlns:a="http://schemas.openxmlformats.org/drawingml/2006/main" id="61" idx="2"/>
            <a:endCxn xmlns:a="http://schemas.openxmlformats.org/drawingml/2006/main" id="62" idx="0"/>
          </p:cNvCxnSpPr>
          <p:nvPr/>
        </p:nvCxnSpPr>
        <p:spPr>
          <a:xfrm xmlns:a="http://schemas.openxmlformats.org/drawingml/2006/main">
            <a:off x="6905626" y="4468178"/>
            <a:ext cx="0" cy="16002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</a:ln>
        </p:spPr>
      </p:cxnSp>
      <p:sp>
        <p:nvSpPr>
          <p:cNvPr id="64" name="route-start-17">
            <a:extLst xmlns:a="http://schemas.openxmlformats.org/drawingml/2006/main">
              <a:ext uri="{FF2B5EF4-FFF2-40B4-BE49-F238E27FC236}">
                <a16:creationId xmlns:a16="http://schemas.microsoft.com/office/drawing/2014/main" id="{5261A940-CCD4-4A53-AD65-A442C8E60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4673" y="46281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5" name="route-end-17">
            <a:extLst xmlns:a="http://schemas.openxmlformats.org/drawingml/2006/main">
              <a:ext uri="{FF2B5EF4-FFF2-40B4-BE49-F238E27FC236}">
                <a16:creationId xmlns:a16="http://schemas.microsoft.com/office/drawing/2014/main" id="{00D8FA34-C3D0-47D6-AA2C-DB731D965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8523" y="46281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1" name=""/>
          <p:cNvCxnSpPr>
            <a:stCxn xmlns:a="http://schemas.openxmlformats.org/drawingml/2006/main" id="64" idx="3"/>
            <a:endCxn xmlns:a="http://schemas.openxmlformats.org/drawingml/2006/main" id="65" idx="1"/>
          </p:cNvCxnSpPr>
          <p:nvPr/>
        </p:nvCxnSpPr>
        <p:spPr>
          <a:xfrm xmlns:a="http://schemas.openxmlformats.org/drawingml/2006/main">
            <a:off x="6906578" y="4629151"/>
            <a:ext cx="32194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sp>
        <p:nvSpPr>
          <p:cNvPr id="67" name="route-start-18">
            <a:extLst xmlns:a="http://schemas.openxmlformats.org/drawingml/2006/main">
              <a:ext uri="{FF2B5EF4-FFF2-40B4-BE49-F238E27FC236}">
                <a16:creationId xmlns:a16="http://schemas.microsoft.com/office/drawing/2014/main" id="{2F20D794-73C4-4C1F-8EC6-A64CD4C70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823" y="53711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8" name="route-end-18">
            <a:extLst xmlns:a="http://schemas.openxmlformats.org/drawingml/2006/main">
              <a:ext uri="{FF2B5EF4-FFF2-40B4-BE49-F238E27FC236}">
                <a16:creationId xmlns:a16="http://schemas.microsoft.com/office/drawing/2014/main" id="{96AD4FEF-908F-4D71-9CD5-B01AAE081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4673" y="53711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4" name=""/>
          <p:cNvCxnSpPr>
            <a:stCxn xmlns:a="http://schemas.openxmlformats.org/drawingml/2006/main" id="67" idx="3"/>
            <a:endCxn xmlns:a="http://schemas.openxmlformats.org/drawingml/2006/main" id="68" idx="1"/>
          </p:cNvCxnSpPr>
          <p:nvPr/>
        </p:nvCxnSpPr>
        <p:spPr>
          <a:xfrm xmlns:a="http://schemas.openxmlformats.org/drawingml/2006/main">
            <a:off x="6201728" y="5372101"/>
            <a:ext cx="70294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</a:ln>
        </p:spPr>
      </p:cxnSp>
      <p:sp>
        <p:nvSpPr>
          <p:cNvPr id="70" name="route-start-19">
            <a:extLst xmlns:a="http://schemas.openxmlformats.org/drawingml/2006/main">
              <a:ext uri="{FF2B5EF4-FFF2-40B4-BE49-F238E27FC236}">
                <a16:creationId xmlns:a16="http://schemas.microsoft.com/office/drawing/2014/main" id="{B6201370-6A09-4305-8DEC-96AB93D48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4673" y="53711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1" name="route-end-19">
            <a:extLst xmlns:a="http://schemas.openxmlformats.org/drawingml/2006/main">
              <a:ext uri="{FF2B5EF4-FFF2-40B4-BE49-F238E27FC236}">
                <a16:creationId xmlns:a16="http://schemas.microsoft.com/office/drawing/2014/main" id="{DAE8092F-DF77-4DF1-8318-414ACD01C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4673" y="50758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7" name=""/>
          <p:cNvCxnSpPr>
            <a:stCxn xmlns:a="http://schemas.openxmlformats.org/drawingml/2006/main" id="70" idx="0"/>
            <a:endCxn xmlns:a="http://schemas.openxmlformats.org/drawingml/2006/main" id="71" idx="2"/>
          </p:cNvCxnSpPr>
          <p:nvPr/>
        </p:nvCxnSpPr>
        <p:spPr>
          <a:xfrm xmlns:a="http://schemas.openxmlformats.org/drawingml/2006/main" flipV="1">
            <a:off x="6905626" y="5077778"/>
            <a:ext cx="0" cy="29337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</a:ln>
        </p:spPr>
      </p:cxnSp>
      <p:sp>
        <p:nvSpPr>
          <p:cNvPr id="73" name="route-start-20">
            <a:extLst xmlns:a="http://schemas.openxmlformats.org/drawingml/2006/main">
              <a:ext uri="{FF2B5EF4-FFF2-40B4-BE49-F238E27FC236}">
                <a16:creationId xmlns:a16="http://schemas.microsoft.com/office/drawing/2014/main" id="{C12CEB6A-9A82-4740-BA44-5FA9DE05B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4673" y="50758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4" name="route-end-20">
            <a:extLst xmlns:a="http://schemas.openxmlformats.org/drawingml/2006/main">
              <a:ext uri="{FF2B5EF4-FFF2-40B4-BE49-F238E27FC236}">
                <a16:creationId xmlns:a16="http://schemas.microsoft.com/office/drawing/2014/main" id="{8307ED45-D516-4AB0-88E6-53B1A7B2E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8523" y="50758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0" name=""/>
          <p:cNvCxnSpPr>
            <a:stCxn xmlns:a="http://schemas.openxmlformats.org/drawingml/2006/main" id="73" idx="3"/>
            <a:endCxn xmlns:a="http://schemas.openxmlformats.org/drawingml/2006/main" id="74" idx="1"/>
          </p:cNvCxnSpPr>
          <p:nvPr/>
        </p:nvCxnSpPr>
        <p:spPr>
          <a:xfrm xmlns:a="http://schemas.openxmlformats.org/drawingml/2006/main">
            <a:off x="6906578" y="5076826"/>
            <a:ext cx="32194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sp>
        <p:nvSpPr>
          <p:cNvPr id="76" name="feedback">
            <a:extLst xmlns:a="http://schemas.openxmlformats.org/drawingml/2006/main">
              <a:ext uri="{FF2B5EF4-FFF2-40B4-BE49-F238E27FC236}">
                <a16:creationId xmlns:a16="http://schemas.microsoft.com/office/drawing/2014/main" id="{8CA89588-660D-493F-BC43-5E66F6FA0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4343400"/>
            <a:ext cx="2571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十分钟反馈执行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更新储能库存</a:t>
            </a:r>
          </a:p>
        </p:txBody>
      </p:sp>
      <p:sp>
        <p:nvSpPr>
          <p:cNvPr id="77" name="route-start-21">
            <a:extLst xmlns:a="http://schemas.openxmlformats.org/drawingml/2006/main">
              <a:ext uri="{FF2B5EF4-FFF2-40B4-BE49-F238E27FC236}">
                <a16:creationId xmlns:a16="http://schemas.microsoft.com/office/drawing/2014/main" id="{81281C9C-1E88-42BF-85E0-AAFCD9902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4198" y="48567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8" name="route-end-21">
            <a:extLst xmlns:a="http://schemas.openxmlformats.org/drawingml/2006/main">
              <a:ext uri="{FF2B5EF4-FFF2-40B4-BE49-F238E27FC236}">
                <a16:creationId xmlns:a16="http://schemas.microsoft.com/office/drawing/2014/main" id="{370A2A27-AB39-42A9-BAF8-203925F1C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00523" y="48567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4" name=""/>
          <p:cNvCxnSpPr>
            <a:stCxn xmlns:a="http://schemas.openxmlformats.org/drawingml/2006/main" id="77" idx="3"/>
            <a:endCxn xmlns:a="http://schemas.openxmlformats.org/drawingml/2006/main" id="78" idx="1"/>
          </p:cNvCxnSpPr>
          <p:nvPr/>
        </p:nvCxnSpPr>
        <p:spPr>
          <a:xfrm xmlns:a="http://schemas.openxmlformats.org/drawingml/2006/main">
            <a:off x="10726103" y="4857751"/>
            <a:ext cx="107442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  <a:tailEnd type="triangle" w="med" len="med"/>
          </a:ln>
        </p:spPr>
      </p:cxnSp>
      <p:sp>
        <p:nvSpPr>
          <p:cNvPr id="80" name="result">
            <a:extLst xmlns:a="http://schemas.openxmlformats.org/drawingml/2006/main">
              <a:ext uri="{FF2B5EF4-FFF2-40B4-BE49-F238E27FC236}">
                <a16:creationId xmlns:a16="http://schemas.microsoft.com/office/drawing/2014/main" id="{9A5FA73B-B243-4BDB-82FF-EC236E0DB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5619750"/>
            <a:ext cx="2571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6EE"/>
          </a:solidFill>
          <a:ln xmlns:a="http://schemas.openxmlformats.org/drawingml/2006/main" w="18098">
            <a:solidFill>
              <a:srgbClr val="BBD6EE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调整账本与费用</a:t>
            </a:r>
          </a:p>
        </p:txBody>
      </p:sp>
      <p:sp>
        <p:nvSpPr>
          <p:cNvPr id="81" name="route-start-22">
            <a:extLst xmlns:a="http://schemas.openxmlformats.org/drawingml/2006/main">
              <a:ext uri="{FF2B5EF4-FFF2-40B4-BE49-F238E27FC236}">
                <a16:creationId xmlns:a16="http://schemas.microsoft.com/office/drawing/2014/main" id="{0274B5BC-6C5E-4F04-AC89-D04F46E71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5923" y="51901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2" name="route-end-22">
            <a:extLst xmlns:a="http://schemas.openxmlformats.org/drawingml/2006/main">
              <a:ext uri="{FF2B5EF4-FFF2-40B4-BE49-F238E27FC236}">
                <a16:creationId xmlns:a16="http://schemas.microsoft.com/office/drawing/2014/main" id="{BFE5F202-1C18-421D-8679-416358F46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5923" y="56092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8" name=""/>
          <p:cNvCxnSpPr>
            <a:stCxn xmlns:a="http://schemas.openxmlformats.org/drawingml/2006/main" id="81" idx="2"/>
            <a:endCxn xmlns:a="http://schemas.openxmlformats.org/drawingml/2006/main" id="82" idx="0"/>
          </p:cNvCxnSpPr>
          <p:nvPr/>
        </p:nvCxnSpPr>
        <p:spPr>
          <a:xfrm xmlns:a="http://schemas.openxmlformats.org/drawingml/2006/main">
            <a:off x="13096876" y="5192078"/>
            <a:ext cx="0" cy="41719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sp>
        <p:nvSpPr>
          <p:cNvPr id="84" name="freeze-note">
            <a:extLst xmlns:a="http://schemas.openxmlformats.org/drawingml/2006/main">
              <a:ext uri="{FF2B5EF4-FFF2-40B4-BE49-F238E27FC236}">
                <a16:creationId xmlns:a16="http://schemas.microsoft.com/office/drawing/2014/main" id="{769105B8-6DC9-49C3-8502-F535763FB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76850"/>
            <a:ext cx="2333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已执行时段冻结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仅修改后续计划</a:t>
            </a:r>
          </a:p>
        </p:txBody>
      </p:sp>
      <p:sp>
        <p:nvSpPr>
          <p:cNvPr id="85" name="execution-note">
            <a:extLst xmlns:a="http://schemas.openxmlformats.org/drawingml/2006/main">
              <a:ext uri="{FF2B5EF4-FFF2-40B4-BE49-F238E27FC236}">
                <a16:creationId xmlns:a16="http://schemas.microsoft.com/office/drawing/2014/main" id="{0F52291B-030F-4679-B3F1-B01656D27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3028950"/>
            <a:ext cx="257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更新之间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沿用当前计划</a:t>
            </a:r>
          </a:p>
        </p:txBody>
      </p:sp>
    </p:spTree>
    <p:extLst>
      <p:ext uri="{BB962C8B-B14F-4D97-AF65-F5344CB8AC3E}">
        <p14:creationId xmlns:p14="http://schemas.microsoft.com/office/powerpoint/2010/main" val="18134720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2026-09-13T08:11:03.6800000Z</dcterms:created>
  <dcterms:modified xsi:type="dcterms:W3CDTF">2026-09-13T08:11:03.6800000Z</dcterms:modified>
</coreProperties>
</file>