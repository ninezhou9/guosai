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6dbbfa8be0f449d" /><Relationship Type="http://schemas.openxmlformats.org/officeDocument/2006/relationships/extended-properties" Target="/docProps/app.xml" Id="Re85ed9c66ad24099" /><Relationship Type="http://schemas.openxmlformats.org/officeDocument/2006/relationships/officeDocument" Target="/ppt/presentation.xml" Id="R3e2eff9a0dc343c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ad279648b642ba"/>
  </p:sldMasterIdLst>
  <p:notesMasterIdLst>
    <p:notesMasterId xmlns:r="http://schemas.openxmlformats.org/officeDocument/2006/relationships" r:id="R139cfe75367b4168"/>
  </p:notesMasterIdLst>
  <p:sldIdLst>
    <p:sldId xmlns:r="http://schemas.openxmlformats.org/officeDocument/2006/relationships" id="256" r:id="R998009d758ed41fb"/>
  </p:sldIdLst>
  <p:sldSz cx="15240000" cy="7429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a3c36a24cf48bd" /><Relationship Type="http://schemas.openxmlformats.org/officeDocument/2006/relationships/slideMaster" Target="/ppt/slideMasters/slideMaster1.xml" Id="R86ad279648b642ba" /><Relationship Type="http://schemas.openxmlformats.org/officeDocument/2006/relationships/notesMaster" Target="/ppt/notesMasters/notesMaster1.xml" Id="R139cfe75367b4168" /><Relationship Type="http://schemas.openxmlformats.org/officeDocument/2006/relationships/presProps" Target="/ppt/presProps.xml" Id="R892b13ec46084d0a" /><Relationship Type="http://schemas.openxmlformats.org/officeDocument/2006/relationships/tableStyles" Target="/ppt/tableStyles.xml" Id="R801df93e2fed430a" /><Relationship Type="http://schemas.openxmlformats.org/officeDocument/2006/relationships/slide" Target="/ppt/slides/slide1.xml" Id="R998009d758ed41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d6450f09e8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3110024e274bb7" /><Relationship Type="http://schemas.openxmlformats.org/officeDocument/2006/relationships/notesMaster" Target="/ppt/notesMasters/notesMaster1.xml" Id="R84ace7aee30d4f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f36f454fcd4e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d25ebd91dd4caf" /><Relationship Type="http://schemas.openxmlformats.org/officeDocument/2006/relationships/slideLayout" Target="/ppt/slideLayouts/slideLayout1.xml" Id="R995e22ea69ac48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5e22ea69ac48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60574127604600" /><Relationship Type="http://schemas.openxmlformats.org/officeDocument/2006/relationships/notesSlide" Target="/ppt/notesSlides/notesSlide1.xml" Id="Rc6e458b3811542a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outer-frame">
            <a:extLst xmlns:a="http://schemas.openxmlformats.org/drawingml/2006/main">
              <a:ext uri="{FF2B5EF4-FFF2-40B4-BE49-F238E27FC236}">
                <a16:creationId xmlns:a16="http://schemas.microsoft.com/office/drawing/2014/main" id="{56AAC609-2FE5-43BC-AE56-509BEC41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266700"/>
            <a:ext cx="147066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198B3"/>
            </a:solidFill>
            <a:prstDash val="dash"/>
          </a:ln>
        </p:spPr>
      </p:sp>
      <p:sp>
        <p:nvSpPr>
          <p:cNvPr id="2" name="q1-model">
            <a:extLst xmlns:a="http://schemas.openxmlformats.org/drawingml/2006/main">
              <a:ext uri="{FF2B5EF4-FFF2-40B4-BE49-F238E27FC236}">
                <a16:creationId xmlns:a16="http://schemas.microsoft.com/office/drawing/2014/main" id="{2F95F30E-BA89-4B0C-8E1F-30980882E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333500"/>
            <a:ext cx="3238500" cy="542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3" name="q1-model-heading">
            <a:extLst xmlns:a="http://schemas.openxmlformats.org/drawingml/2006/main">
              <a:ext uri="{FF2B5EF4-FFF2-40B4-BE49-F238E27FC236}">
                <a16:creationId xmlns:a16="http://schemas.microsoft.com/office/drawing/2014/main" id="{421228A6-D220-4391-ACE4-11D243AA2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3009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确定性日循环优化</a:t>
            </a:r>
          </a:p>
        </p:txBody>
      </p:sp>
      <p:sp>
        <p:nvSpPr>
          <p:cNvPr id="4" name="q1-known-data">
            <a:extLst xmlns:a="http://schemas.openxmlformats.org/drawingml/2006/main">
              <a:ext uri="{FF2B5EF4-FFF2-40B4-BE49-F238E27FC236}">
                <a16:creationId xmlns:a16="http://schemas.microsoft.com/office/drawing/2014/main" id="{E2646E12-8697-45DD-81CF-5FBA0D3A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857500" cy="619125"/>
          </a:xfrm>
          <a:prstGeom xmlns:a="http://schemas.openxmlformats.org/drawingml/2006/main" prst="roundRect">
            <a:avLst>
              <a:gd name="adj" fmla="val 21538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已知负荷、光伏与电价</a:t>
            </a:r>
          </a:p>
        </p:txBody>
      </p:sp>
      <p:sp>
        <p:nvSpPr>
          <p:cNvPr id="5" name="q1-physical">
            <a:extLst xmlns:a="http://schemas.openxmlformats.org/drawingml/2006/main">
              <a:ext uri="{FF2B5EF4-FFF2-40B4-BE49-F238E27FC236}">
                <a16:creationId xmlns:a16="http://schemas.microsoft.com/office/drawing/2014/main" id="{4DD61942-5DD9-4897-8924-CC080E22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33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能量平衡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储能约束</a:t>
            </a:r>
          </a:p>
        </p:txBody>
      </p:sp>
      <p:sp>
        <p:nvSpPr>
          <p:cNvPr id="6" name="q1-cycle">
            <a:extLst xmlns:a="http://schemas.openxmlformats.org/drawingml/2006/main">
              <a:ext uri="{FF2B5EF4-FFF2-40B4-BE49-F238E27FC236}">
                <a16:creationId xmlns:a16="http://schemas.microsoft.com/office/drawing/2014/main" id="{36482C7E-F67F-4A27-A3E5-2E75E4715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24200"/>
            <a:ext cx="1333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日初日末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库存一致</a:t>
            </a:r>
          </a:p>
        </p:txBody>
      </p:sp>
      <p:sp>
        <p:nvSpPr>
          <p:cNvPr id="7" name="line-start-1">
            <a:extLst xmlns:a="http://schemas.openxmlformats.org/drawingml/2006/main">
              <a:ext uri="{FF2B5EF4-FFF2-40B4-BE49-F238E27FC236}">
                <a16:creationId xmlns:a16="http://schemas.microsoft.com/office/drawing/2014/main" id="{12A60D49-F566-453E-B813-E4F65D6D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6755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" name="line-end-1">
            <a:extLst xmlns:a="http://schemas.openxmlformats.org/drawingml/2006/main">
              <a:ext uri="{FF2B5EF4-FFF2-40B4-BE49-F238E27FC236}">
                <a16:creationId xmlns:a16="http://schemas.microsoft.com/office/drawing/2014/main" id="{E4526A7A-D944-48B0-97AC-4BB61C52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0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2095501" y="2677478"/>
            <a:ext cx="0" cy="2266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" name="line-start-2">
            <a:extLst xmlns:a="http://schemas.openxmlformats.org/drawingml/2006/main">
              <a:ext uri="{FF2B5EF4-FFF2-40B4-BE49-F238E27FC236}">
                <a16:creationId xmlns:a16="http://schemas.microsoft.com/office/drawing/2014/main" id="{247A3A7B-EBD0-4623-A193-7322C7D01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line-end-2">
            <a:extLst xmlns:a="http://schemas.openxmlformats.org/drawingml/2006/main">
              <a:ext uri="{FF2B5EF4-FFF2-40B4-BE49-F238E27FC236}">
                <a16:creationId xmlns:a16="http://schemas.microsoft.com/office/drawing/2014/main" id="{3ABAC7AF-6027-4E2C-BBB6-FF184E63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3" name=""/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1334453" y="29051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" name="line-start-3">
            <a:extLst xmlns:a="http://schemas.openxmlformats.org/drawingml/2006/main">
              <a:ext uri="{FF2B5EF4-FFF2-40B4-BE49-F238E27FC236}">
                <a16:creationId xmlns:a16="http://schemas.microsoft.com/office/drawing/2014/main" id="{45491CE9-1BFB-4F8D-B4A2-025A3A34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" name="line-end-3">
            <a:extLst xmlns:a="http://schemas.openxmlformats.org/drawingml/2006/main">
              <a:ext uri="{FF2B5EF4-FFF2-40B4-BE49-F238E27FC236}">
                <a16:creationId xmlns:a16="http://schemas.microsoft.com/office/drawing/2014/main" id="{853A64A0-5611-4BB3-AFAF-962D748C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6" name=""/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333501" y="2906078"/>
            <a:ext cx="0" cy="207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6" name="line-start-4">
            <a:extLst xmlns:a="http://schemas.openxmlformats.org/drawingml/2006/main">
              <a:ext uri="{FF2B5EF4-FFF2-40B4-BE49-F238E27FC236}">
                <a16:creationId xmlns:a16="http://schemas.microsoft.com/office/drawing/2014/main" id="{7F39763C-EA84-4D4D-996D-F271F582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line-end-4">
            <a:extLst xmlns:a="http://schemas.openxmlformats.org/drawingml/2006/main">
              <a:ext uri="{FF2B5EF4-FFF2-40B4-BE49-F238E27FC236}">
                <a16:creationId xmlns:a16="http://schemas.microsoft.com/office/drawing/2014/main" id="{92C9F05B-02FF-46C0-997B-2C2905B4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6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096453" y="2905126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9" name="line-start-5">
            <a:extLst xmlns:a="http://schemas.openxmlformats.org/drawingml/2006/main">
              <a:ext uri="{FF2B5EF4-FFF2-40B4-BE49-F238E27FC236}">
                <a16:creationId xmlns:a16="http://schemas.microsoft.com/office/drawing/2014/main" id="{AF8230F4-6E94-4A06-B906-FF0F26E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29041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0" name="line-end-5">
            <a:extLst xmlns:a="http://schemas.openxmlformats.org/drawingml/2006/main">
              <a:ext uri="{FF2B5EF4-FFF2-40B4-BE49-F238E27FC236}">
                <a16:creationId xmlns:a16="http://schemas.microsoft.com/office/drawing/2014/main" id="{2016C66E-A78B-4AD2-BAEF-6F790B9A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3113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2" name=""/>
          <p:cNvCxnSpPr>
            <a:stCxn xmlns:a="http://schemas.openxmlformats.org/drawingml/2006/main" id="19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2857501" y="2906078"/>
            <a:ext cx="0" cy="2076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22" name="q1-milp">
            <a:extLst xmlns:a="http://schemas.openxmlformats.org/drawingml/2006/main">
              <a:ext uri="{FF2B5EF4-FFF2-40B4-BE49-F238E27FC236}">
                <a16:creationId xmlns:a16="http://schemas.microsoft.com/office/drawing/2014/main" id="{8E803402-5C00-4EB3-B3AF-FC97B92E8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2857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日循环 MILP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购电费用最小</a:t>
            </a:r>
          </a:p>
        </p:txBody>
      </p:sp>
      <p:sp>
        <p:nvSpPr>
          <p:cNvPr id="23" name="line-start-6">
            <a:extLst xmlns:a="http://schemas.openxmlformats.org/drawingml/2006/main">
              <a:ext uri="{FF2B5EF4-FFF2-40B4-BE49-F238E27FC236}">
                <a16:creationId xmlns:a16="http://schemas.microsoft.com/office/drawing/2014/main" id="{C850B7DC-1F0A-4486-9986-7A90DA82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3847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line-end-6">
            <a:extLst xmlns:a="http://schemas.openxmlformats.org/drawingml/2006/main">
              <a:ext uri="{FF2B5EF4-FFF2-40B4-BE49-F238E27FC236}">
                <a16:creationId xmlns:a16="http://schemas.microsoft.com/office/drawing/2014/main" id="{9952265F-EFE7-4A55-86AF-7E57BF36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6" name=""/>
          <p:cNvCxnSpPr>
            <a:stCxn xmlns:a="http://schemas.openxmlformats.org/drawingml/2006/main" id="23" idx="2"/>
            <a:endCxn xmlns:a="http://schemas.openxmlformats.org/drawingml/2006/main" id="24" idx="0"/>
          </p:cNvCxnSpPr>
          <p:nvPr/>
        </p:nvCxnSpPr>
        <p:spPr>
          <a:xfrm xmlns:a="http://schemas.openxmlformats.org/drawingml/2006/main">
            <a:off x="1333501" y="384905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6" name="line-start-7">
            <a:extLst xmlns:a="http://schemas.openxmlformats.org/drawingml/2006/main">
              <a:ext uri="{FF2B5EF4-FFF2-40B4-BE49-F238E27FC236}">
                <a16:creationId xmlns:a16="http://schemas.microsoft.com/office/drawing/2014/main" id="{938FAEDA-18F5-47B0-869A-EB5800BE9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2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line-end-7">
            <a:extLst xmlns:a="http://schemas.openxmlformats.org/drawingml/2006/main">
              <a:ext uri="{FF2B5EF4-FFF2-40B4-BE49-F238E27FC236}">
                <a16:creationId xmlns:a16="http://schemas.microsoft.com/office/drawing/2014/main" id="{C63FCCE4-1A00-49F7-8E48-813CC944F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79" name=""/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1334453" y="415290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29" name="line-start-8">
            <a:extLst xmlns:a="http://schemas.openxmlformats.org/drawingml/2006/main">
              <a:ext uri="{FF2B5EF4-FFF2-40B4-BE49-F238E27FC236}">
                <a16:creationId xmlns:a16="http://schemas.microsoft.com/office/drawing/2014/main" id="{B220A6E4-FD67-4747-8934-FB5C40AF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line-end-8">
            <a:extLst xmlns:a="http://schemas.openxmlformats.org/drawingml/2006/main">
              <a:ext uri="{FF2B5EF4-FFF2-40B4-BE49-F238E27FC236}">
                <a16:creationId xmlns:a16="http://schemas.microsoft.com/office/drawing/2014/main" id="{D816EB12-82D8-49DB-B34B-858C381C8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3900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2" name=""/>
          <p:cNvCxnSpPr>
            <a:stCxn xmlns:a="http://schemas.openxmlformats.org/drawingml/2006/main" id="29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2095501" y="4153853"/>
            <a:ext cx="0" cy="2362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32" name="line-start-9">
            <a:extLst xmlns:a="http://schemas.openxmlformats.org/drawingml/2006/main">
              <a:ext uri="{FF2B5EF4-FFF2-40B4-BE49-F238E27FC236}">
                <a16:creationId xmlns:a16="http://schemas.microsoft.com/office/drawing/2014/main" id="{3C8D0916-C7BA-45FF-A2F1-95550A9A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3847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line-end-9">
            <a:extLst xmlns:a="http://schemas.openxmlformats.org/drawingml/2006/main">
              <a:ext uri="{FF2B5EF4-FFF2-40B4-BE49-F238E27FC236}">
                <a16:creationId xmlns:a16="http://schemas.microsoft.com/office/drawing/2014/main" id="{6B78091D-818C-41D4-8D59-9BBE6CA83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5" name=""/>
          <p:cNvCxnSpPr>
            <a:stCxn xmlns:a="http://schemas.openxmlformats.org/drawingml/2006/main" id="32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2857501" y="3849053"/>
            <a:ext cx="0" cy="3028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5" name="line-start-10">
            <a:extLst xmlns:a="http://schemas.openxmlformats.org/drawingml/2006/main">
              <a:ext uri="{FF2B5EF4-FFF2-40B4-BE49-F238E27FC236}">
                <a16:creationId xmlns:a16="http://schemas.microsoft.com/office/drawing/2014/main" id="{EA0A6C7D-3821-4A72-8DD6-D28CD6FEE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6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line-end-10">
            <a:extLst xmlns:a="http://schemas.openxmlformats.org/drawingml/2006/main">
              <a:ext uri="{FF2B5EF4-FFF2-40B4-BE49-F238E27FC236}">
                <a16:creationId xmlns:a16="http://schemas.microsoft.com/office/drawing/2014/main" id="{15A800C4-4939-4F3D-86CF-58A23D1F5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4151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8" name=""/>
          <p:cNvCxnSpPr>
            <a:stCxn xmlns:a="http://schemas.openxmlformats.org/drawingml/2006/main" id="35" idx="1"/>
            <a:endCxn xmlns:a="http://schemas.openxmlformats.org/drawingml/2006/main" id="36" idx="3"/>
          </p:cNvCxnSpPr>
          <p:nvPr/>
        </p:nvCxnSpPr>
        <p:spPr>
          <a:xfrm xmlns:a="http://schemas.openxmlformats.org/drawingml/2006/main" flipH="1">
            <a:off x="2096453" y="4152901"/>
            <a:ext cx="76009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38" name="q1-results">
            <a:extLst xmlns:a="http://schemas.openxmlformats.org/drawingml/2006/main">
              <a:ext uri="{FF2B5EF4-FFF2-40B4-BE49-F238E27FC236}">
                <a16:creationId xmlns:a16="http://schemas.microsoft.com/office/drawing/2014/main" id="{348CF180-0EB4-4AE7-8464-6306C0587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7690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最优调度方案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电费节省情况</a:t>
            </a:r>
          </a:p>
        </p:txBody>
      </p:sp>
      <p:sp>
        <p:nvSpPr>
          <p:cNvPr id="39" name="line-start-11">
            <a:extLst xmlns:a="http://schemas.openxmlformats.org/drawingml/2006/main">
              <a:ext uri="{FF2B5EF4-FFF2-40B4-BE49-F238E27FC236}">
                <a16:creationId xmlns:a16="http://schemas.microsoft.com/office/drawing/2014/main" id="{6216FEA6-7E12-4534-8DDE-19BBC203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5171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0" name="line-end-11">
            <a:extLst xmlns:a="http://schemas.openxmlformats.org/drawingml/2006/main">
              <a:ext uri="{FF2B5EF4-FFF2-40B4-BE49-F238E27FC236}">
                <a16:creationId xmlns:a16="http://schemas.microsoft.com/office/drawing/2014/main" id="{C7A2B277-888A-4879-8AD8-B23A278E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4548" y="56664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39" idx="2"/>
            <a:endCxn xmlns:a="http://schemas.openxmlformats.org/drawingml/2006/main" id="40" idx="0"/>
          </p:cNvCxnSpPr>
          <p:nvPr/>
        </p:nvCxnSpPr>
        <p:spPr>
          <a:xfrm xmlns:a="http://schemas.openxmlformats.org/drawingml/2006/main">
            <a:off x="2095501" y="5173028"/>
            <a:ext cx="0" cy="4933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42" name="q2-model">
            <a:extLst xmlns:a="http://schemas.openxmlformats.org/drawingml/2006/main">
              <a:ext uri="{FF2B5EF4-FFF2-40B4-BE49-F238E27FC236}">
                <a16:creationId xmlns:a16="http://schemas.microsoft.com/office/drawing/2014/main" id="{0C32C1BB-BE39-4F54-85FC-E731F0C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666750"/>
            <a:ext cx="581025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43" name="q2-model-heading">
            <a:extLst xmlns:a="http://schemas.openxmlformats.org/drawingml/2006/main">
              <a:ext uri="{FF2B5EF4-FFF2-40B4-BE49-F238E27FC236}">
                <a16:creationId xmlns:a16="http://schemas.microsoft.com/office/drawing/2014/main" id="{2247E65B-E6DB-46C5-860B-55A59996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8382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固定计划与储能反馈</a:t>
            </a:r>
          </a:p>
        </p:txBody>
      </p:sp>
      <p:sp>
        <p:nvSpPr>
          <p:cNvPr id="44" name="q2-forecast">
            <a:extLst xmlns:a="http://schemas.openxmlformats.org/drawingml/2006/main">
              <a:ext uri="{FF2B5EF4-FFF2-40B4-BE49-F238E27FC236}">
                <a16:creationId xmlns:a16="http://schemas.microsoft.com/office/drawing/2014/main" id="{B961455E-CD76-4D44-9CF0-3E21624B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09700"/>
            <a:ext cx="2095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LightGBM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净负荷分位预测</a:t>
            </a:r>
          </a:p>
        </p:txBody>
      </p:sp>
      <p:sp>
        <p:nvSpPr>
          <p:cNvPr id="45" name="q2-plan">
            <a:extLst xmlns:a="http://schemas.openxmlformats.org/drawingml/2006/main">
              <a:ext uri="{FF2B5EF4-FFF2-40B4-BE49-F238E27FC236}">
                <a16:creationId xmlns:a16="http://schemas.microsoft.com/office/drawing/2014/main" id="{7E4B01A0-B5F0-470D-B93A-583EA6B9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409700"/>
            <a:ext cx="2905125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零时线性规划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固定全天购电</a:t>
            </a:r>
          </a:p>
        </p:txBody>
      </p:sp>
      <p:sp>
        <p:nvSpPr>
          <p:cNvPr id="46" name="q2-error">
            <a:extLst xmlns:a="http://schemas.openxmlformats.org/drawingml/2006/main">
              <a:ext uri="{FF2B5EF4-FFF2-40B4-BE49-F238E27FC236}">
                <a16:creationId xmlns:a16="http://schemas.microsoft.com/office/drawing/2014/main" id="{567CCD0D-C584-428F-9DFC-5847DB78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05075"/>
            <a:ext cx="2095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预测误差模型</a:t>
            </a:r>
          </a:p>
        </p:txBody>
      </p:sp>
      <p:sp>
        <p:nvSpPr>
          <p:cNvPr id="47" name="q2-control">
            <a:extLst xmlns:a="http://schemas.openxmlformats.org/drawingml/2006/main">
              <a:ext uri="{FF2B5EF4-FFF2-40B4-BE49-F238E27FC236}">
                <a16:creationId xmlns:a16="http://schemas.microsoft.com/office/drawing/2014/main" id="{0737B81D-574B-4133-9160-8C892602B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05075"/>
            <a:ext cx="2905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动态规划反馈控制</a:t>
            </a:r>
          </a:p>
        </p:txBody>
      </p:sp>
      <p:sp>
        <p:nvSpPr>
          <p:cNvPr id="48" name="line-start-12">
            <a:extLst xmlns:a="http://schemas.openxmlformats.org/drawingml/2006/main">
              <a:ext uri="{FF2B5EF4-FFF2-40B4-BE49-F238E27FC236}">
                <a16:creationId xmlns:a16="http://schemas.microsoft.com/office/drawing/2014/main" id="{14C12894-5492-4246-9631-4BB4DEC3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177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9" name="line-end-12">
            <a:extLst xmlns:a="http://schemas.openxmlformats.org/drawingml/2006/main">
              <a:ext uri="{FF2B5EF4-FFF2-40B4-BE49-F238E27FC236}">
                <a16:creationId xmlns:a16="http://schemas.microsoft.com/office/drawing/2014/main" id="{F8B281DE-FEB7-4971-A53F-65884999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1770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1" name=""/>
          <p:cNvCxnSpPr>
            <a:stCxn xmlns:a="http://schemas.openxmlformats.org/drawingml/2006/main" id="48" idx="3"/>
            <a:endCxn xmlns:a="http://schemas.openxmlformats.org/drawingml/2006/main" id="49" idx="1"/>
          </p:cNvCxnSpPr>
          <p:nvPr/>
        </p:nvCxnSpPr>
        <p:spPr>
          <a:xfrm xmlns:a="http://schemas.openxmlformats.org/drawingml/2006/main">
            <a:off x="6630353" y="17716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1" name="line-start-13">
            <a:extLst xmlns:a="http://schemas.openxmlformats.org/drawingml/2006/main">
              <a:ext uri="{FF2B5EF4-FFF2-40B4-BE49-F238E27FC236}">
                <a16:creationId xmlns:a16="http://schemas.microsoft.com/office/drawing/2014/main" id="{8A53CB99-BCD1-4D49-AFFD-9BE450F4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132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2" name="line-end-13">
            <a:extLst xmlns:a="http://schemas.openxmlformats.org/drawingml/2006/main">
              <a:ext uri="{FF2B5EF4-FFF2-40B4-BE49-F238E27FC236}">
                <a16:creationId xmlns:a16="http://schemas.microsoft.com/office/drawing/2014/main" id="{C830F7E6-F561-4299-8368-E87E4E55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249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4" name=""/>
          <p:cNvCxnSpPr>
            <a:stCxn xmlns:a="http://schemas.openxmlformats.org/drawingml/2006/main" id="51" idx="2"/>
            <a:endCxn xmlns:a="http://schemas.openxmlformats.org/drawingml/2006/main" id="52" idx="0"/>
          </p:cNvCxnSpPr>
          <p:nvPr/>
        </p:nvCxnSpPr>
        <p:spPr>
          <a:xfrm xmlns:a="http://schemas.openxmlformats.org/drawingml/2006/main">
            <a:off x="5572126" y="2134553"/>
            <a:ext cx="0" cy="360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4" name="line-start-14">
            <a:extLst xmlns:a="http://schemas.openxmlformats.org/drawingml/2006/main">
              <a:ext uri="{FF2B5EF4-FFF2-40B4-BE49-F238E27FC236}">
                <a16:creationId xmlns:a16="http://schemas.microsoft.com/office/drawing/2014/main" id="{1D3DFEF9-6CA2-4442-8B48-781DA0EF2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48" y="21326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5" name="line-end-14">
            <a:extLst xmlns:a="http://schemas.openxmlformats.org/drawingml/2006/main">
              <a:ext uri="{FF2B5EF4-FFF2-40B4-BE49-F238E27FC236}">
                <a16:creationId xmlns:a16="http://schemas.microsoft.com/office/drawing/2014/main" id="{B7BBBB62-C3F6-4104-9754-952572CF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5348" y="24945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7" name=""/>
          <p:cNvCxnSpPr>
            <a:stCxn xmlns:a="http://schemas.openxmlformats.org/drawingml/2006/main" id="54" idx="2"/>
            <a:endCxn xmlns:a="http://schemas.openxmlformats.org/drawingml/2006/main" id="55" idx="0"/>
          </p:cNvCxnSpPr>
          <p:nvPr/>
        </p:nvCxnSpPr>
        <p:spPr>
          <a:xfrm xmlns:a="http://schemas.openxmlformats.org/drawingml/2006/main">
            <a:off x="8496301" y="2134553"/>
            <a:ext cx="0" cy="3600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57" name="line-start-15">
            <a:extLst xmlns:a="http://schemas.openxmlformats.org/drawingml/2006/main">
              <a:ext uri="{FF2B5EF4-FFF2-40B4-BE49-F238E27FC236}">
                <a16:creationId xmlns:a16="http://schemas.microsoft.com/office/drawing/2014/main" id="{9A24CFC1-ABB3-419E-A4B9-1DE4EBE79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58" name="line-end-15">
            <a:extLst xmlns:a="http://schemas.openxmlformats.org/drawingml/2006/main">
              <a:ext uri="{FF2B5EF4-FFF2-40B4-BE49-F238E27FC236}">
                <a16:creationId xmlns:a16="http://schemas.microsoft.com/office/drawing/2014/main" id="{C51F41DB-5780-42B8-93A7-B93ED6D8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023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0" name="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6630353" y="2800351"/>
            <a:ext cx="4076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60" name="line-start-16">
            <a:extLst xmlns:a="http://schemas.openxmlformats.org/drawingml/2006/main">
              <a:ext uri="{FF2B5EF4-FFF2-40B4-BE49-F238E27FC236}">
                <a16:creationId xmlns:a16="http://schemas.microsoft.com/office/drawing/2014/main" id="{7046A8D7-7C18-4BE0-A867-A743D842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3323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1" name="line-end-16">
            <a:extLst xmlns:a="http://schemas.openxmlformats.org/drawingml/2006/main">
              <a:ext uri="{FF2B5EF4-FFF2-40B4-BE49-F238E27FC236}">
                <a16:creationId xmlns:a16="http://schemas.microsoft.com/office/drawing/2014/main" id="{039B8A64-4852-4648-98A1-3F83CFD24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398" y="29517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13" name=""/>
          <p:cNvCxnSpPr>
            <a:stCxn xmlns:a="http://schemas.openxmlformats.org/drawingml/2006/main" id="60" idx="3"/>
            <a:endCxn xmlns:a="http://schemas.openxmlformats.org/drawingml/2006/main" id="61" idx="1"/>
          </p:cNvCxnSpPr>
          <p:nvPr/>
        </p:nvCxnSpPr>
        <p:spPr>
          <a:xfrm xmlns:a="http://schemas.openxmlformats.org/drawingml/2006/main">
            <a:off x="3725228" y="2952751"/>
            <a:ext cx="59817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63" name="q3-model">
            <a:extLst xmlns:a="http://schemas.openxmlformats.org/drawingml/2006/main">
              <a:ext uri="{FF2B5EF4-FFF2-40B4-BE49-F238E27FC236}">
                <a16:creationId xmlns:a16="http://schemas.microsoft.com/office/drawing/2014/main" id="{8D844980-93A3-401E-B0D8-8171AEEB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905250"/>
            <a:ext cx="58102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64" name="q3-model-heading">
            <a:extLst xmlns:a="http://schemas.openxmlformats.org/drawingml/2006/main">
              <a:ext uri="{FF2B5EF4-FFF2-40B4-BE49-F238E27FC236}">
                <a16:creationId xmlns:a16="http://schemas.microsoft.com/office/drawing/2014/main" id="{5A5AB9F9-D2CE-4CF5-840C-1365849C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076700"/>
            <a:ext cx="5581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预报更新与滚动调整</a:t>
            </a:r>
          </a:p>
        </p:txBody>
      </p:sp>
      <p:sp>
        <p:nvSpPr>
          <p:cNvPr id="65" name="q3-times">
            <a:extLst xmlns:a="http://schemas.openxmlformats.org/drawingml/2006/main">
              <a:ext uri="{FF2B5EF4-FFF2-40B4-BE49-F238E27FC236}">
                <a16:creationId xmlns:a16="http://schemas.microsoft.com/office/drawing/2014/main" id="{9207C402-39BD-4C74-8DBD-958E9E5C2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572000"/>
            <a:ext cx="5429250" cy="476250"/>
          </a:xfrm>
          <a:prstGeom xmlns:a="http://schemas.openxmlformats.org/drawingml/2006/main" prst="roundRect">
            <a:avLst>
              <a:gd name="adj" fmla="val 28000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6:00        12:00        18:00</a:t>
            </a:r>
          </a:p>
        </p:txBody>
      </p:sp>
      <p:sp>
        <p:nvSpPr>
          <p:cNvPr id="66" name="q3-candidate">
            <a:extLst xmlns:a="http://schemas.openxmlformats.org/drawingml/2006/main">
              <a:ext uri="{FF2B5EF4-FFF2-40B4-BE49-F238E27FC236}">
                <a16:creationId xmlns:a16="http://schemas.microsoft.com/office/drawing/2014/main" id="{75A3530D-440C-4E11-B80D-1623E409C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362575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生成调整候选</a:t>
            </a:r>
          </a:p>
        </p:txBody>
      </p:sp>
      <p:sp>
        <p:nvSpPr>
          <p:cNvPr id="67" name="q3-keep">
            <a:extLst xmlns:a="http://schemas.openxmlformats.org/drawingml/2006/main">
              <a:ext uri="{FF2B5EF4-FFF2-40B4-BE49-F238E27FC236}">
                <a16:creationId xmlns:a16="http://schemas.microsoft.com/office/drawing/2014/main" id="{593CA21F-669E-4CFC-B4B8-45617CCB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6076950"/>
            <a:ext cx="2095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保留当前计划</a:t>
            </a:r>
          </a:p>
        </p:txBody>
      </p:sp>
      <p:sp>
        <p:nvSpPr>
          <p:cNvPr id="68" name="q3-selection">
            <a:extLst xmlns:a="http://schemas.openxmlformats.org/drawingml/2006/main">
              <a:ext uri="{FF2B5EF4-FFF2-40B4-BE49-F238E27FC236}">
                <a16:creationId xmlns:a16="http://schemas.microsoft.com/office/drawing/2014/main" id="{D90D82ED-BED2-4222-893F-A71886B7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05450"/>
            <a:ext cx="271462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调整费与预期紧急费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动态规划择优</a:t>
            </a:r>
          </a:p>
        </p:txBody>
      </p:sp>
      <p:sp>
        <p:nvSpPr>
          <p:cNvPr id="69" name="line-start-17">
            <a:extLst xmlns:a="http://schemas.openxmlformats.org/drawingml/2006/main">
              <a:ext uri="{FF2B5EF4-FFF2-40B4-BE49-F238E27FC236}">
                <a16:creationId xmlns:a16="http://schemas.microsoft.com/office/drawing/2014/main" id="{100231C9-636A-41D8-8B9F-7B053A08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0" name="line-end-17">
            <a:extLst xmlns:a="http://schemas.openxmlformats.org/drawingml/2006/main">
              <a:ext uri="{FF2B5EF4-FFF2-40B4-BE49-F238E27FC236}">
                <a16:creationId xmlns:a16="http://schemas.microsoft.com/office/drawing/2014/main" id="{8295E548-87BE-460D-83C5-829DEF16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1173" y="53520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2" name=""/>
          <p:cNvCxnSpPr>
            <a:stCxn xmlns:a="http://schemas.openxmlformats.org/drawingml/2006/main" id="69" idx="2"/>
            <a:endCxn xmlns:a="http://schemas.openxmlformats.org/drawingml/2006/main" id="70" idx="0"/>
          </p:cNvCxnSpPr>
          <p:nvPr/>
        </p:nvCxnSpPr>
        <p:spPr>
          <a:xfrm xmlns:a="http://schemas.openxmlformats.org/drawingml/2006/main">
            <a:off x="5572126" y="5058728"/>
            <a:ext cx="0" cy="293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2" name="line-start-18">
            <a:extLst xmlns:a="http://schemas.openxmlformats.org/drawingml/2006/main">
              <a:ext uri="{FF2B5EF4-FFF2-40B4-BE49-F238E27FC236}">
                <a16:creationId xmlns:a16="http://schemas.microsoft.com/office/drawing/2014/main" id="{629120FE-FE3E-4760-ACFE-3948024A6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0568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3" name="line-end-18">
            <a:extLst xmlns:a="http://schemas.openxmlformats.org/drawingml/2006/main">
              <a:ext uri="{FF2B5EF4-FFF2-40B4-BE49-F238E27FC236}">
                <a16:creationId xmlns:a16="http://schemas.microsoft.com/office/drawing/2014/main" id="{8B27BA4B-179F-4C85-BD57-456A20F5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4423" y="54949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5" name=""/>
          <p:cNvCxnSpPr>
            <a:stCxn xmlns:a="http://schemas.openxmlformats.org/drawingml/2006/main" id="72" idx="2"/>
            <a:endCxn xmlns:a="http://schemas.openxmlformats.org/drawingml/2006/main" id="73" idx="0"/>
          </p:cNvCxnSpPr>
          <p:nvPr/>
        </p:nvCxnSpPr>
        <p:spPr>
          <a:xfrm xmlns:a="http://schemas.openxmlformats.org/drawingml/2006/main">
            <a:off x="8715376" y="5058728"/>
            <a:ext cx="0" cy="4362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75" name="line-start-19">
            <a:extLst xmlns:a="http://schemas.openxmlformats.org/drawingml/2006/main">
              <a:ext uri="{FF2B5EF4-FFF2-40B4-BE49-F238E27FC236}">
                <a16:creationId xmlns:a16="http://schemas.microsoft.com/office/drawing/2014/main" id="{381F8EDF-DCF9-42CE-9ADB-7EB366F0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6" name="line-end-19">
            <a:extLst xmlns:a="http://schemas.openxmlformats.org/drawingml/2006/main">
              <a:ext uri="{FF2B5EF4-FFF2-40B4-BE49-F238E27FC236}">
                <a16:creationId xmlns:a16="http://schemas.microsoft.com/office/drawing/2014/main" id="{900104FD-1BA5-4A56-8C3C-AA563EB8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28" name=""/>
          <p:cNvCxnSpPr>
            <a:stCxn xmlns:a="http://schemas.openxmlformats.org/drawingml/2006/main" id="75" idx="3"/>
            <a:endCxn xmlns:a="http://schemas.openxmlformats.org/drawingml/2006/main" id="76" idx="1"/>
          </p:cNvCxnSpPr>
          <p:nvPr/>
        </p:nvCxnSpPr>
        <p:spPr>
          <a:xfrm xmlns:a="http://schemas.openxmlformats.org/drawingml/2006/main">
            <a:off x="6630353" y="560070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78" name="line-start-20">
            <a:extLst xmlns:a="http://schemas.openxmlformats.org/drawingml/2006/main">
              <a:ext uri="{FF2B5EF4-FFF2-40B4-BE49-F238E27FC236}">
                <a16:creationId xmlns:a16="http://schemas.microsoft.com/office/drawing/2014/main" id="{5F913CE6-95E8-45BA-A693-84B7360E8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5997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79" name="line-end-20">
            <a:extLst xmlns:a="http://schemas.openxmlformats.org/drawingml/2006/main">
              <a:ext uri="{FF2B5EF4-FFF2-40B4-BE49-F238E27FC236}">
                <a16:creationId xmlns:a16="http://schemas.microsoft.com/office/drawing/2014/main" id="{8CA9ECBD-84D8-4E0C-B76D-80AB54F35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1" name=""/>
          <p:cNvCxnSpPr>
            <a:stCxn xmlns:a="http://schemas.openxmlformats.org/drawingml/2006/main" id="78" idx="2"/>
            <a:endCxn xmlns:a="http://schemas.openxmlformats.org/drawingml/2006/main" id="79" idx="0"/>
          </p:cNvCxnSpPr>
          <p:nvPr/>
        </p:nvCxnSpPr>
        <p:spPr>
          <a:xfrm xmlns:a="http://schemas.openxmlformats.org/drawingml/2006/main">
            <a:off x="6953251" y="5601653"/>
            <a:ext cx="0" cy="11239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81" name="line-start-21">
            <a:extLst xmlns:a="http://schemas.openxmlformats.org/drawingml/2006/main">
              <a:ext uri="{FF2B5EF4-FFF2-40B4-BE49-F238E27FC236}">
                <a16:creationId xmlns:a16="http://schemas.microsoft.com/office/drawing/2014/main" id="{A99A32FD-7DBE-414C-9BCA-8FEFF7995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2" name="line-end-21">
            <a:extLst xmlns:a="http://schemas.openxmlformats.org/drawingml/2006/main">
              <a:ext uri="{FF2B5EF4-FFF2-40B4-BE49-F238E27FC236}">
                <a16:creationId xmlns:a16="http://schemas.microsoft.com/office/drawing/2014/main" id="{F2EA72BF-72FC-46AD-A063-196E7A3A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57140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4" name=""/>
          <p:cNvCxnSpPr>
            <a:stCxn xmlns:a="http://schemas.openxmlformats.org/drawingml/2006/main" id="81" idx="3"/>
            <a:endCxn xmlns:a="http://schemas.openxmlformats.org/drawingml/2006/main" id="82" idx="1"/>
          </p:cNvCxnSpPr>
          <p:nvPr/>
        </p:nvCxnSpPr>
        <p:spPr>
          <a:xfrm xmlns:a="http://schemas.openxmlformats.org/drawingml/2006/main">
            <a:off x="6954203" y="5715001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84" name="line-start-22">
            <a:extLst xmlns:a="http://schemas.openxmlformats.org/drawingml/2006/main">
              <a:ext uri="{FF2B5EF4-FFF2-40B4-BE49-F238E27FC236}">
                <a16:creationId xmlns:a16="http://schemas.microsoft.com/office/drawing/2014/main" id="{82B27F17-4D3F-45AD-BFC3-1923DE61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844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5" name="line-end-22">
            <a:extLst xmlns:a="http://schemas.openxmlformats.org/drawingml/2006/main">
              <a:ext uri="{FF2B5EF4-FFF2-40B4-BE49-F238E27FC236}">
                <a16:creationId xmlns:a16="http://schemas.microsoft.com/office/drawing/2014/main" id="{EF7CE6D7-3CCE-4B1A-96D9-4E2556B3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37" name=""/>
          <p:cNvCxnSpPr>
            <a:stCxn xmlns:a="http://schemas.openxmlformats.org/drawingml/2006/main" id="84" idx="3"/>
            <a:endCxn xmlns:a="http://schemas.openxmlformats.org/drawingml/2006/main" id="85" idx="1"/>
          </p:cNvCxnSpPr>
          <p:nvPr/>
        </p:nvCxnSpPr>
        <p:spPr>
          <a:xfrm xmlns:a="http://schemas.openxmlformats.org/drawingml/2006/main">
            <a:off x="6630353" y="6315076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87" name="line-start-23">
            <a:extLst xmlns:a="http://schemas.openxmlformats.org/drawingml/2006/main">
              <a:ext uri="{FF2B5EF4-FFF2-40B4-BE49-F238E27FC236}">
                <a16:creationId xmlns:a16="http://schemas.microsoft.com/office/drawing/2014/main" id="{A77184F1-1E37-4099-BC40-F0DBEF66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3141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8" name="line-end-23">
            <a:extLst xmlns:a="http://schemas.openxmlformats.org/drawingml/2006/main">
              <a:ext uri="{FF2B5EF4-FFF2-40B4-BE49-F238E27FC236}">
                <a16:creationId xmlns:a16="http://schemas.microsoft.com/office/drawing/2014/main" id="{4A389C8C-D739-414C-BDB3-1D8DA04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0" name=""/>
          <p:cNvCxnSpPr>
            <a:stCxn xmlns:a="http://schemas.openxmlformats.org/drawingml/2006/main" id="87" idx="0"/>
            <a:endCxn xmlns:a="http://schemas.openxmlformats.org/drawingml/2006/main" id="88" idx="2"/>
          </p:cNvCxnSpPr>
          <p:nvPr/>
        </p:nvCxnSpPr>
        <p:spPr>
          <a:xfrm xmlns:a="http://schemas.openxmlformats.org/drawingml/2006/main" flipV="1">
            <a:off x="6953251" y="6173153"/>
            <a:ext cx="0" cy="1409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90" name="line-start-24">
            <a:extLst xmlns:a="http://schemas.openxmlformats.org/drawingml/2006/main">
              <a:ext uri="{FF2B5EF4-FFF2-40B4-BE49-F238E27FC236}">
                <a16:creationId xmlns:a16="http://schemas.microsoft.com/office/drawing/2014/main" id="{7E149D31-A842-4A41-9B60-583E92D4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2298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1" name="line-end-24">
            <a:extLst xmlns:a="http://schemas.openxmlformats.org/drawingml/2006/main">
              <a:ext uri="{FF2B5EF4-FFF2-40B4-BE49-F238E27FC236}">
                <a16:creationId xmlns:a16="http://schemas.microsoft.com/office/drawing/2014/main" id="{AC742FEC-246C-4AB0-8D51-1CB278A3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8523" y="61712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3" name=""/>
          <p:cNvCxnSpPr>
            <a:stCxn xmlns:a="http://schemas.openxmlformats.org/drawingml/2006/main" id="90" idx="3"/>
            <a:endCxn xmlns:a="http://schemas.openxmlformats.org/drawingml/2006/main" id="91" idx="1"/>
          </p:cNvCxnSpPr>
          <p:nvPr/>
        </p:nvCxnSpPr>
        <p:spPr>
          <a:xfrm xmlns:a="http://schemas.openxmlformats.org/drawingml/2006/main">
            <a:off x="6954203" y="6172201"/>
            <a:ext cx="2743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93" name="line-start-25">
            <a:extLst xmlns:a="http://schemas.openxmlformats.org/drawingml/2006/main">
              <a:ext uri="{FF2B5EF4-FFF2-40B4-BE49-F238E27FC236}">
                <a16:creationId xmlns:a16="http://schemas.microsoft.com/office/drawing/2014/main" id="{0E5ABECA-0FDF-4AF9-A6B4-0D4B9F0A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48" y="33423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4" name="line-end-25">
            <a:extLst xmlns:a="http://schemas.openxmlformats.org/drawingml/2006/main">
              <a:ext uri="{FF2B5EF4-FFF2-40B4-BE49-F238E27FC236}">
                <a16:creationId xmlns:a16="http://schemas.microsoft.com/office/drawing/2014/main" id="{76F3BFCB-62D4-44A7-AA96-3768E122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8048" y="38947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6" name=""/>
          <p:cNvCxnSpPr>
            <a:stCxn xmlns:a="http://schemas.openxmlformats.org/drawingml/2006/main" id="93" idx="2"/>
            <a:endCxn xmlns:a="http://schemas.openxmlformats.org/drawingml/2006/main" id="94" idx="0"/>
          </p:cNvCxnSpPr>
          <p:nvPr/>
        </p:nvCxnSpPr>
        <p:spPr>
          <a:xfrm xmlns:a="http://schemas.openxmlformats.org/drawingml/2006/main">
            <a:off x="7239001" y="3344228"/>
            <a:ext cx="0" cy="550545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  <p:sp>
        <p:nvSpPr>
          <p:cNvPr id="96" name="q2-to-q3-label">
            <a:extLst xmlns:a="http://schemas.openxmlformats.org/drawingml/2006/main">
              <a:ext uri="{FF2B5EF4-FFF2-40B4-BE49-F238E27FC236}">
                <a16:creationId xmlns:a16="http://schemas.microsoft.com/office/drawing/2014/main" id="{8740EC2B-6F79-480E-B8D1-4D08A70B6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4766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65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增加光伏预报更新</a:t>
            </a:r>
          </a:p>
        </p:txBody>
      </p:sp>
      <p:sp>
        <p:nvSpPr>
          <p:cNvPr id="97" name="q4-model">
            <a:extLst xmlns:a="http://schemas.openxmlformats.org/drawingml/2006/main">
              <a:ext uri="{FF2B5EF4-FFF2-40B4-BE49-F238E27FC236}">
                <a16:creationId xmlns:a16="http://schemas.microsoft.com/office/drawing/2014/main" id="{EF0410BA-3B00-49C4-B75A-54E5E8A48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1666875"/>
            <a:ext cx="4000500" cy="509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B0B0B0"/>
            </a:solidFill>
            <a:prstDash val="dash"/>
          </a:ln>
        </p:spPr>
      </p:sp>
      <p:sp>
        <p:nvSpPr>
          <p:cNvPr id="98" name="q4-model-heading">
            <a:extLst xmlns:a="http://schemas.openxmlformats.org/drawingml/2006/main">
              <a:ext uri="{FF2B5EF4-FFF2-40B4-BE49-F238E27FC236}">
                <a16:creationId xmlns:a16="http://schemas.microsoft.com/office/drawing/2014/main" id="{33FFE9C1-4287-4B40-8601-FF680442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838325"/>
            <a:ext cx="3771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67CB3"/>
                </a:solidFill>
                <a:latin typeface="SimSun"/>
                <a:ea typeface="SimSun"/>
                <a:cs typeface="SimSun"/>
              </a:defRPr>
            </a:pPr>
            <a:r>
              <a:rPr sz="1950" b="1">
                <a:solidFill>
                  <a:srgbClr val="367CB3"/>
                </a:solidFill>
                <a:latin typeface="SimSun"/>
                <a:ea typeface="SimSun"/>
                <a:cs typeface="SimSun"/>
              </a:rPr>
              <a:t>随机电价下的联合调度</a:t>
            </a:r>
          </a:p>
        </p:txBody>
      </p:sp>
      <p:sp>
        <p:nvSpPr>
          <p:cNvPr id="99" name="q4-price">
            <a:extLst xmlns:a="http://schemas.openxmlformats.org/drawingml/2006/main">
              <a:ext uri="{FF2B5EF4-FFF2-40B4-BE49-F238E27FC236}">
                <a16:creationId xmlns:a16="http://schemas.microsoft.com/office/drawing/2014/main" id="{6792AB9C-29E2-45A4-93DA-8B8D28D5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362200"/>
            <a:ext cx="3619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9EC3E6"/>
          </a:solidFill>
          <a:ln xmlns:a="http://schemas.openxmlformats.org/drawingml/2006/main" w="18098">
            <a:solidFill>
              <a:srgbClr val="9EC3E6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基于历史电价预测</a:t>
            </a:r>
          </a:p>
        </p:txBody>
      </p:sp>
      <p:sp>
        <p:nvSpPr>
          <p:cNvPr id="100" name="q4-joint">
            <a:extLst xmlns:a="http://schemas.openxmlformats.org/drawingml/2006/main">
              <a:ext uri="{FF2B5EF4-FFF2-40B4-BE49-F238E27FC236}">
                <a16:creationId xmlns:a16="http://schemas.microsoft.com/office/drawing/2014/main" id="{08B8ADF0-6893-48F9-924E-A3F26C29A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495675"/>
            <a:ext cx="361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净负荷电价联合优化模型</a:t>
            </a:r>
          </a:p>
        </p:txBody>
      </p:sp>
      <p:sp>
        <p:nvSpPr>
          <p:cNvPr id="101" name="line-start-26">
            <a:extLst xmlns:a="http://schemas.openxmlformats.org/drawingml/2006/main">
              <a:ext uri="{FF2B5EF4-FFF2-40B4-BE49-F238E27FC236}">
                <a16:creationId xmlns:a16="http://schemas.microsoft.com/office/drawing/2014/main" id="{012D0C37-9322-4E9C-94AC-0AB59F5C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2980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2" name="line-end-26">
            <a:extLst xmlns:a="http://schemas.openxmlformats.org/drawingml/2006/main">
              <a:ext uri="{FF2B5EF4-FFF2-40B4-BE49-F238E27FC236}">
                <a16:creationId xmlns:a16="http://schemas.microsoft.com/office/drawing/2014/main" id="{BA22BE03-8F83-4020-B479-105F857E1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34851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4" name=""/>
          <p:cNvCxnSpPr>
            <a:stCxn xmlns:a="http://schemas.openxmlformats.org/drawingml/2006/main" id="101" idx="2"/>
            <a:endCxn xmlns:a="http://schemas.openxmlformats.org/drawingml/2006/main" id="102" idx="0"/>
          </p:cNvCxnSpPr>
          <p:nvPr/>
        </p:nvCxnSpPr>
        <p:spPr>
          <a:xfrm xmlns:a="http://schemas.openxmlformats.org/drawingml/2006/main">
            <a:off x="12763501" y="2982278"/>
            <a:ext cx="0" cy="5029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04" name="q4-fixed">
            <a:extLst xmlns:a="http://schemas.openxmlformats.org/drawingml/2006/main">
              <a:ext uri="{FF2B5EF4-FFF2-40B4-BE49-F238E27FC236}">
                <a16:creationId xmlns:a16="http://schemas.microsoft.com/office/drawing/2014/main" id="{E3D8F607-632B-427F-B1F6-BD1A1482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49244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固定计划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105" name="q4-rolling">
            <a:extLst xmlns:a="http://schemas.openxmlformats.org/drawingml/2006/main">
              <a:ext uri="{FF2B5EF4-FFF2-40B4-BE49-F238E27FC236}">
                <a16:creationId xmlns:a16="http://schemas.microsoft.com/office/drawing/2014/main" id="{F60C9657-AFDD-462C-99D1-77509F05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0" y="4924425"/>
            <a:ext cx="1619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8098">
            <a:solidFill>
              <a:srgbClr val="111111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滚动调整</a:t>
            </a:r>
          </a:p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储能反馈</a:t>
            </a:r>
          </a:p>
        </p:txBody>
      </p:sp>
      <p:sp>
        <p:nvSpPr>
          <p:cNvPr id="106" name="line-start-27">
            <a:extLst xmlns:a="http://schemas.openxmlformats.org/drawingml/2006/main">
              <a:ext uri="{FF2B5EF4-FFF2-40B4-BE49-F238E27FC236}">
                <a16:creationId xmlns:a16="http://schemas.microsoft.com/office/drawing/2014/main" id="{267B866C-3DDB-4824-AB56-193DAD83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2281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07" name="line-end-27">
            <a:extLst xmlns:a="http://schemas.openxmlformats.org/drawingml/2006/main">
              <a:ext uri="{FF2B5EF4-FFF2-40B4-BE49-F238E27FC236}">
                <a16:creationId xmlns:a16="http://schemas.microsoft.com/office/drawing/2014/main" id="{3EE2A598-CBB7-47A3-BCA7-0D707E14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59" name=""/>
          <p:cNvCxnSpPr>
            <a:stCxn xmlns:a="http://schemas.openxmlformats.org/drawingml/2006/main" id="106" idx="2"/>
            <a:endCxn xmlns:a="http://schemas.openxmlformats.org/drawingml/2006/main" id="107" idx="0"/>
          </p:cNvCxnSpPr>
          <p:nvPr/>
        </p:nvCxnSpPr>
        <p:spPr>
          <a:xfrm xmlns:a="http://schemas.openxmlformats.org/drawingml/2006/main">
            <a:off x="12763501" y="4230053"/>
            <a:ext cx="0" cy="3314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09" name="line-start-28">
            <a:extLst xmlns:a="http://schemas.openxmlformats.org/drawingml/2006/main">
              <a:ext uri="{FF2B5EF4-FFF2-40B4-BE49-F238E27FC236}">
                <a16:creationId xmlns:a16="http://schemas.microsoft.com/office/drawing/2014/main" id="{60A3DEF0-AE42-4B20-B9E8-1A3913012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0" name="line-end-28">
            <a:extLst xmlns:a="http://schemas.openxmlformats.org/drawingml/2006/main">
              <a:ext uri="{FF2B5EF4-FFF2-40B4-BE49-F238E27FC236}">
                <a16:creationId xmlns:a16="http://schemas.microsoft.com/office/drawing/2014/main" id="{1234C22D-0D0F-423D-A69F-001984372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2" name=""/>
          <p:cNvCxnSpPr>
            <a:stCxn xmlns:a="http://schemas.openxmlformats.org/drawingml/2006/main" id="109" idx="1"/>
            <a:endCxn xmlns:a="http://schemas.openxmlformats.org/drawingml/2006/main" id="110" idx="3"/>
          </p:cNvCxnSpPr>
          <p:nvPr/>
        </p:nvCxnSpPr>
        <p:spPr>
          <a:xfrm xmlns:a="http://schemas.openxmlformats.org/drawingml/2006/main" flipH="1">
            <a:off x="11764328" y="4562476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2" name="line-start-29">
            <a:extLst xmlns:a="http://schemas.openxmlformats.org/drawingml/2006/main">
              <a:ext uri="{FF2B5EF4-FFF2-40B4-BE49-F238E27FC236}">
                <a16:creationId xmlns:a16="http://schemas.microsoft.com/office/drawing/2014/main" id="{35D97CB5-A011-4C31-B16C-B9D3BE5A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3" name="line-end-29">
            <a:extLst xmlns:a="http://schemas.openxmlformats.org/drawingml/2006/main">
              <a:ext uri="{FF2B5EF4-FFF2-40B4-BE49-F238E27FC236}">
                <a16:creationId xmlns:a16="http://schemas.microsoft.com/office/drawing/2014/main" id="{C4C6BB52-DEE0-43F2-B963-B0FA826B4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5" name=""/>
          <p:cNvCxnSpPr>
            <a:stCxn xmlns:a="http://schemas.openxmlformats.org/drawingml/2006/main" id="112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11763376" y="4563428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15" name="line-start-30">
            <a:extLst xmlns:a="http://schemas.openxmlformats.org/drawingml/2006/main">
              <a:ext uri="{FF2B5EF4-FFF2-40B4-BE49-F238E27FC236}">
                <a16:creationId xmlns:a16="http://schemas.microsoft.com/office/drawing/2014/main" id="{18696F01-981F-4DDE-B8F7-F3B49388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6" name="line-end-30">
            <a:extLst xmlns:a="http://schemas.openxmlformats.org/drawingml/2006/main">
              <a:ext uri="{FF2B5EF4-FFF2-40B4-BE49-F238E27FC236}">
                <a16:creationId xmlns:a16="http://schemas.microsoft.com/office/drawing/2014/main" id="{94B600C0-E010-40E6-A0AF-C2D72059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68" name=""/>
          <p:cNvCxnSpPr>
            <a:stCxn xmlns:a="http://schemas.openxmlformats.org/drawingml/2006/main" id="115" idx="3"/>
            <a:endCxn xmlns:a="http://schemas.openxmlformats.org/drawingml/2006/main" id="116" idx="1"/>
          </p:cNvCxnSpPr>
          <p:nvPr/>
        </p:nvCxnSpPr>
        <p:spPr>
          <a:xfrm xmlns:a="http://schemas.openxmlformats.org/drawingml/2006/main">
            <a:off x="12764453" y="4562476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18" name="line-start-31">
            <a:extLst xmlns:a="http://schemas.openxmlformats.org/drawingml/2006/main">
              <a:ext uri="{FF2B5EF4-FFF2-40B4-BE49-F238E27FC236}">
                <a16:creationId xmlns:a16="http://schemas.microsoft.com/office/drawing/2014/main" id="{8C68CB14-70EA-46B5-9B0F-450F8B725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5615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9" name="line-end-31">
            <a:extLst xmlns:a="http://schemas.openxmlformats.org/drawingml/2006/main">
              <a:ext uri="{FF2B5EF4-FFF2-40B4-BE49-F238E27FC236}">
                <a16:creationId xmlns:a16="http://schemas.microsoft.com/office/drawing/2014/main" id="{1296DEC3-885B-48AB-80FD-9A2F9D2C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49139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1" name=""/>
          <p:cNvCxnSpPr>
            <a:stCxn xmlns:a="http://schemas.openxmlformats.org/drawingml/2006/main" id="118" idx="2"/>
            <a:endCxn xmlns:a="http://schemas.openxmlformats.org/drawingml/2006/main" id="119" idx="0"/>
          </p:cNvCxnSpPr>
          <p:nvPr/>
        </p:nvCxnSpPr>
        <p:spPr>
          <a:xfrm xmlns:a="http://schemas.openxmlformats.org/drawingml/2006/main">
            <a:off x="13763626" y="4563428"/>
            <a:ext cx="0" cy="3505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21" name="q4-result">
            <a:extLst xmlns:a="http://schemas.openxmlformats.org/drawingml/2006/main">
              <a:ext uri="{FF2B5EF4-FFF2-40B4-BE49-F238E27FC236}">
                <a16:creationId xmlns:a16="http://schemas.microsoft.com/office/drawing/2014/main" id="{B71B0260-2D5E-4A24-89CD-57103462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172200"/>
            <a:ext cx="3619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BD6EE"/>
          </a:solidFill>
          <a:ln xmlns:a="http://schemas.openxmlformats.org/drawingml/2006/main" w="18098">
            <a:solidFill>
              <a:srgbClr val="BBD6EE"/>
            </a:solidFill>
          </a:ln>
        </p:spPr>
        <p:txBody>
          <a:bodyPr xmlns:a="http://schemas.openxmlformats.org/drawingml/2006/main" lIns="76200" tIns="66675" rIns="7620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11111"/>
                </a:solidFill>
                <a:latin typeface="SimSun"/>
                <a:ea typeface="SimSun"/>
                <a:cs typeface="SimSun"/>
              </a:defRPr>
            </a:pPr>
            <a:r>
              <a:rPr sz="1800" b="0">
                <a:solidFill>
                  <a:srgbClr val="111111"/>
                </a:solidFill>
                <a:latin typeface="SimSun"/>
                <a:ea typeface="SimSun"/>
                <a:cs typeface="SimSun"/>
              </a:rPr>
              <a:t>真实电价结算与策略对照</a:t>
            </a:r>
          </a:p>
        </p:txBody>
      </p:sp>
      <p:sp>
        <p:nvSpPr>
          <p:cNvPr id="122" name="line-start-32">
            <a:extLst xmlns:a="http://schemas.openxmlformats.org/drawingml/2006/main">
              <a:ext uri="{FF2B5EF4-FFF2-40B4-BE49-F238E27FC236}">
                <a16:creationId xmlns:a16="http://schemas.microsoft.com/office/drawing/2014/main" id="{D0F6711D-37DA-4120-AF00-79626BE8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64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3" name="line-end-32">
            <a:extLst xmlns:a="http://schemas.openxmlformats.org/drawingml/2006/main">
              <a:ext uri="{FF2B5EF4-FFF2-40B4-BE49-F238E27FC236}">
                <a16:creationId xmlns:a16="http://schemas.microsoft.com/office/drawing/2014/main" id="{081A7D0D-3B72-43E7-83A8-AEA900E4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5" name=""/>
          <p:cNvCxnSpPr>
            <a:stCxn xmlns:a="http://schemas.openxmlformats.org/drawingml/2006/main" id="122" idx="2"/>
            <a:endCxn xmlns:a="http://schemas.openxmlformats.org/drawingml/2006/main" id="123" idx="0"/>
          </p:cNvCxnSpPr>
          <p:nvPr/>
        </p:nvCxnSpPr>
        <p:spPr>
          <a:xfrm xmlns:a="http://schemas.openxmlformats.org/drawingml/2006/main">
            <a:off x="11763376" y="5649278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25" name="line-start-33">
            <a:extLst xmlns:a="http://schemas.openxmlformats.org/drawingml/2006/main">
              <a:ext uri="{FF2B5EF4-FFF2-40B4-BE49-F238E27FC236}">
                <a16:creationId xmlns:a16="http://schemas.microsoft.com/office/drawing/2014/main" id="{095A29D3-362B-40BF-AEF4-EC2456CAF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242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6" name="line-end-33">
            <a:extLst xmlns:a="http://schemas.openxmlformats.org/drawingml/2006/main">
              <a:ext uri="{FF2B5EF4-FFF2-40B4-BE49-F238E27FC236}">
                <a16:creationId xmlns:a16="http://schemas.microsoft.com/office/drawing/2014/main" id="{868B1730-2669-4D60-8F1F-D44AAF3EB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78" name=""/>
          <p:cNvCxnSpPr>
            <a:stCxn xmlns:a="http://schemas.openxmlformats.org/drawingml/2006/main" id="125" idx="3"/>
            <a:endCxn xmlns:a="http://schemas.openxmlformats.org/drawingml/2006/main" id="126" idx="1"/>
          </p:cNvCxnSpPr>
          <p:nvPr/>
        </p:nvCxnSpPr>
        <p:spPr>
          <a:xfrm xmlns:a="http://schemas.openxmlformats.org/drawingml/2006/main">
            <a:off x="11764328" y="5905501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28" name="line-start-34">
            <a:extLst xmlns:a="http://schemas.openxmlformats.org/drawingml/2006/main">
              <a:ext uri="{FF2B5EF4-FFF2-40B4-BE49-F238E27FC236}">
                <a16:creationId xmlns:a16="http://schemas.microsoft.com/office/drawing/2014/main" id="{FFB1C5F9-A864-48ED-BE3C-4010A859D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9" name="line-end-34">
            <a:extLst xmlns:a="http://schemas.openxmlformats.org/drawingml/2006/main">
              <a:ext uri="{FF2B5EF4-FFF2-40B4-BE49-F238E27FC236}">
                <a16:creationId xmlns:a16="http://schemas.microsoft.com/office/drawing/2014/main" id="{DA6AFB62-314E-41FF-827E-0DFFAD91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616172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1" name=""/>
          <p:cNvCxnSpPr>
            <a:stCxn xmlns:a="http://schemas.openxmlformats.org/drawingml/2006/main" id="128" idx="2"/>
            <a:endCxn xmlns:a="http://schemas.openxmlformats.org/drawingml/2006/main" id="129" idx="0"/>
          </p:cNvCxnSpPr>
          <p:nvPr/>
        </p:nvCxnSpPr>
        <p:spPr>
          <a:xfrm xmlns:a="http://schemas.openxmlformats.org/drawingml/2006/main">
            <a:off x="12763501" y="5906453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  <a:tailEnd type="triangle" w="med" len="med"/>
          </a:ln>
        </p:spPr>
      </p:cxnSp>
      <p:sp>
        <p:nvSpPr>
          <p:cNvPr id="131" name="line-start-35">
            <a:extLst xmlns:a="http://schemas.openxmlformats.org/drawingml/2006/main">
              <a:ext uri="{FF2B5EF4-FFF2-40B4-BE49-F238E27FC236}">
                <a16:creationId xmlns:a16="http://schemas.microsoft.com/office/drawing/2014/main" id="{23B2BE8E-06F2-4B5B-B082-636D489B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6473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2" name="line-end-35">
            <a:extLst xmlns:a="http://schemas.openxmlformats.org/drawingml/2006/main">
              <a:ext uri="{FF2B5EF4-FFF2-40B4-BE49-F238E27FC236}">
                <a16:creationId xmlns:a16="http://schemas.microsoft.com/office/drawing/2014/main" id="{973870AC-FA61-4169-B24A-51262E32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4" name=""/>
          <p:cNvCxnSpPr>
            <a:stCxn xmlns:a="http://schemas.openxmlformats.org/drawingml/2006/main" id="131" idx="2"/>
            <a:endCxn xmlns:a="http://schemas.openxmlformats.org/drawingml/2006/main" id="132" idx="0"/>
          </p:cNvCxnSpPr>
          <p:nvPr/>
        </p:nvCxnSpPr>
        <p:spPr>
          <a:xfrm xmlns:a="http://schemas.openxmlformats.org/drawingml/2006/main">
            <a:off x="13763626" y="5649278"/>
            <a:ext cx="0" cy="2552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4" name="line-start-36">
            <a:extLst xmlns:a="http://schemas.openxmlformats.org/drawingml/2006/main">
              <a:ext uri="{FF2B5EF4-FFF2-40B4-BE49-F238E27FC236}">
                <a16:creationId xmlns:a16="http://schemas.microsoft.com/office/drawing/2014/main" id="{4ADC1AE8-C729-4BCA-B0F1-AA518ED4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2673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5" name="line-end-36">
            <a:extLst xmlns:a="http://schemas.openxmlformats.org/drawingml/2006/main">
              <a:ext uri="{FF2B5EF4-FFF2-40B4-BE49-F238E27FC236}">
                <a16:creationId xmlns:a16="http://schemas.microsoft.com/office/drawing/2014/main" id="{25BF5AC3-4E32-46D6-8085-8A67356C1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2548" y="590454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87" name=""/>
          <p:cNvCxnSpPr>
            <a:stCxn xmlns:a="http://schemas.openxmlformats.org/drawingml/2006/main" id="134" idx="1"/>
            <a:endCxn xmlns:a="http://schemas.openxmlformats.org/drawingml/2006/main" id="135" idx="3"/>
          </p:cNvCxnSpPr>
          <p:nvPr/>
        </p:nvCxnSpPr>
        <p:spPr>
          <a:xfrm xmlns:a="http://schemas.openxmlformats.org/drawingml/2006/main" flipH="1">
            <a:off x="12764453" y="5905501"/>
            <a:ext cx="9982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777777"/>
            </a:solidFill>
          </a:ln>
        </p:spPr>
      </p:cxnSp>
      <p:sp>
        <p:nvSpPr>
          <p:cNvPr id="137" name="line-start-37">
            <a:extLst xmlns:a="http://schemas.openxmlformats.org/drawingml/2006/main">
              <a:ext uri="{FF2B5EF4-FFF2-40B4-BE49-F238E27FC236}">
                <a16:creationId xmlns:a16="http://schemas.microsoft.com/office/drawing/2014/main" id="{A4F99C1B-78B8-42DF-B74F-AAE0BBFD5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9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8" name="line-end-37">
            <a:extLst xmlns:a="http://schemas.openxmlformats.org/drawingml/2006/main">
              <a:ext uri="{FF2B5EF4-FFF2-40B4-BE49-F238E27FC236}">
                <a16:creationId xmlns:a16="http://schemas.microsoft.com/office/drawing/2014/main" id="{737E7937-FF1B-46F3-9228-AB001214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0" name=""/>
          <p:cNvCxnSpPr>
            <a:stCxn xmlns:a="http://schemas.openxmlformats.org/drawingml/2006/main" id="137" idx="3"/>
            <a:endCxn xmlns:a="http://schemas.openxmlformats.org/drawingml/2006/main" id="138" idx="1"/>
          </p:cNvCxnSpPr>
          <p:nvPr/>
        </p:nvCxnSpPr>
        <p:spPr>
          <a:xfrm xmlns:a="http://schemas.openxmlformats.org/drawingml/2006/main">
            <a:off x="10154603" y="28003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0" name="line-start-38">
            <a:extLst xmlns:a="http://schemas.openxmlformats.org/drawingml/2006/main">
              <a:ext uri="{FF2B5EF4-FFF2-40B4-BE49-F238E27FC236}">
                <a16:creationId xmlns:a16="http://schemas.microsoft.com/office/drawing/2014/main" id="{66A993B4-AAC4-4898-B90F-C4099A21E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27993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1" name="line-end-38">
            <a:extLst xmlns:a="http://schemas.openxmlformats.org/drawingml/2006/main">
              <a:ext uri="{FF2B5EF4-FFF2-40B4-BE49-F238E27FC236}">
                <a16:creationId xmlns:a16="http://schemas.microsoft.com/office/drawing/2014/main" id="{2F7185E0-4DC3-4B8C-9863-0FAC5FF99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3" name=""/>
          <p:cNvCxnSpPr>
            <a:stCxn xmlns:a="http://schemas.openxmlformats.org/drawingml/2006/main" id="140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10477501" y="2801303"/>
            <a:ext cx="0" cy="105537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3" name="line-start-39">
            <a:extLst xmlns:a="http://schemas.openxmlformats.org/drawingml/2006/main">
              <a:ext uri="{FF2B5EF4-FFF2-40B4-BE49-F238E27FC236}">
                <a16:creationId xmlns:a16="http://schemas.microsoft.com/office/drawing/2014/main" id="{ED772038-E175-4FA6-AB12-73D301EF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269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4" name="line-end-39">
            <a:extLst xmlns:a="http://schemas.openxmlformats.org/drawingml/2006/main">
              <a:ext uri="{FF2B5EF4-FFF2-40B4-BE49-F238E27FC236}">
                <a16:creationId xmlns:a16="http://schemas.microsoft.com/office/drawing/2014/main" id="{9A863357-CF49-439A-9140-484F611FE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6" name=""/>
          <p:cNvCxnSpPr>
            <a:stCxn xmlns:a="http://schemas.openxmlformats.org/drawingml/2006/main" id="143" idx="3"/>
            <a:endCxn xmlns:a="http://schemas.openxmlformats.org/drawingml/2006/main" id="144" idx="1"/>
          </p:cNvCxnSpPr>
          <p:nvPr/>
        </p:nvCxnSpPr>
        <p:spPr>
          <a:xfrm xmlns:a="http://schemas.openxmlformats.org/drawingml/2006/main">
            <a:off x="10154603" y="5962651"/>
            <a:ext cx="321945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6" name="line-start-40">
            <a:extLst xmlns:a="http://schemas.openxmlformats.org/drawingml/2006/main">
              <a:ext uri="{FF2B5EF4-FFF2-40B4-BE49-F238E27FC236}">
                <a16:creationId xmlns:a16="http://schemas.microsoft.com/office/drawing/2014/main" id="{87288A73-3613-4BB9-80F4-C1D8FEB9D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5961698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47" name="line-end-40">
            <a:extLst xmlns:a="http://schemas.openxmlformats.org/drawingml/2006/main">
              <a:ext uri="{FF2B5EF4-FFF2-40B4-BE49-F238E27FC236}">
                <a16:creationId xmlns:a16="http://schemas.microsoft.com/office/drawing/2014/main" id="{466F0DE7-0E67-44A9-AE7C-8694D6D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99" name=""/>
          <p:cNvCxnSpPr>
            <a:stCxn xmlns:a="http://schemas.openxmlformats.org/drawingml/2006/main" id="146" idx="0"/>
            <a:endCxn xmlns:a="http://schemas.openxmlformats.org/drawingml/2006/main" id="147" idx="2"/>
          </p:cNvCxnSpPr>
          <p:nvPr/>
        </p:nvCxnSpPr>
        <p:spPr>
          <a:xfrm xmlns:a="http://schemas.openxmlformats.org/drawingml/2006/main" flipV="1">
            <a:off x="10477501" y="3858578"/>
            <a:ext cx="0" cy="210312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</a:ln>
        </p:spPr>
      </p:cxnSp>
      <p:sp>
        <p:nvSpPr>
          <p:cNvPr id="149" name="line-start-41">
            <a:extLst xmlns:a="http://schemas.openxmlformats.org/drawingml/2006/main">
              <a:ext uri="{FF2B5EF4-FFF2-40B4-BE49-F238E27FC236}">
                <a16:creationId xmlns:a16="http://schemas.microsoft.com/office/drawing/2014/main" id="{996E6CA3-B39B-45B8-BCDE-ED6BC3187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6548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50" name="line-end-41">
            <a:extLst xmlns:a="http://schemas.openxmlformats.org/drawingml/2006/main">
              <a:ext uri="{FF2B5EF4-FFF2-40B4-BE49-F238E27FC236}">
                <a16:creationId xmlns:a16="http://schemas.microsoft.com/office/drawing/2014/main" id="{8781B176-52C8-480F-909C-86FA259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3273" y="3856673"/>
            <a:ext cx="1905" cy="1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02" name=""/>
          <p:cNvCxnSpPr>
            <a:stCxn xmlns:a="http://schemas.openxmlformats.org/drawingml/2006/main" id="149" idx="3"/>
            <a:endCxn xmlns:a="http://schemas.openxmlformats.org/drawingml/2006/main" id="150" idx="1"/>
          </p:cNvCxnSpPr>
          <p:nvPr/>
        </p:nvCxnSpPr>
        <p:spPr>
          <a:xfrm xmlns:a="http://schemas.openxmlformats.org/drawingml/2006/main">
            <a:off x="10478453" y="3857626"/>
            <a:ext cx="464820" cy="0"/>
          </a:xfrm>
          <a:prstGeom xmlns:a="http://schemas.openxmlformats.org/drawingml/2006/main" prst="straightConnector1">
            <a:avLst/>
          </a:prstGeom>
          <a:ln xmlns:a="http://schemas.openxmlformats.org/drawingml/2006/main" w="20003">
            <a:solidFill>
              <a:srgbClr val="8198B3"/>
            </a:solidFill>
            <a:tailEnd type="triangle" w="med" len="med"/>
          </a:ln>
        </p:spPr>
      </p:cxnSp>
    </p:spTree>
    <p:extLst>
      <p:ext uri="{BB962C8B-B14F-4D97-AF65-F5344CB8AC3E}">
        <p14:creationId xmlns:p14="http://schemas.microsoft.com/office/powerpoint/2010/main" val="13808166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2026-09-13T09:19:40.6280000Z</dcterms:created>
  <dcterms:modified xsi:type="dcterms:W3CDTF">2026-09-13T09:19:40.6280000Z</dcterms:modified>
</coreProperties>
</file>