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8ad2e0e8840a2" /><Relationship Type="http://schemas.openxmlformats.org/officeDocument/2006/relationships/extended-properties" Target="/docProps/app.xml" Id="R66d0792af2d74e7d" /><Relationship Type="http://schemas.openxmlformats.org/officeDocument/2006/relationships/officeDocument" Target="/ppt/presentation.xml" Id="Rd9cb953c939e47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f418d165540b0"/>
  </p:sldMasterIdLst>
  <p:notesMasterIdLst>
    <p:notesMasterId xmlns:r="http://schemas.openxmlformats.org/officeDocument/2006/relationships" r:id="R32ff13832b5e4009"/>
  </p:notesMasterIdLst>
  <p:sldIdLst>
    <p:sldId xmlns:r="http://schemas.openxmlformats.org/officeDocument/2006/relationships" id="256" r:id="Re5839933b08f409d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e22bb766df44c2" /><Relationship Type="http://schemas.openxmlformats.org/officeDocument/2006/relationships/slideMaster" Target="/ppt/slideMasters/slideMaster1.xml" Id="R0fff418d165540b0" /><Relationship Type="http://schemas.openxmlformats.org/officeDocument/2006/relationships/notesMaster" Target="/ppt/notesMasters/notesMaster1.xml" Id="R32ff13832b5e4009" /><Relationship Type="http://schemas.openxmlformats.org/officeDocument/2006/relationships/presProps" Target="/ppt/presProps.xml" Id="R087773ae94b840a2" /><Relationship Type="http://schemas.openxmlformats.org/officeDocument/2006/relationships/tableStyles" Target="/ppt/tableStyles.xml" Id="R88edb76cd7814599" /><Relationship Type="http://schemas.openxmlformats.org/officeDocument/2006/relationships/slide" Target="/ppt/slides/slide1.xml" Id="Re5839933b08f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d6e5374d3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4d2c3babe4321" /><Relationship Type="http://schemas.openxmlformats.org/officeDocument/2006/relationships/notesMaster" Target="/ppt/notesMasters/notesMaster1.xml" Id="Rbfe8e038f862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414d013ec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cd10f1826495c" /><Relationship Type="http://schemas.openxmlformats.org/officeDocument/2006/relationships/slideLayout" Target="/ppt/slideLayouts/slideLayout1.xml" Id="R67807a60aed4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07a60aed4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d4ea25ae54f14" /><Relationship Type="http://schemas.openxmlformats.org/officeDocument/2006/relationships/notesSlide" Target="/ppt/notesSlides/notesSlide1.xml" Id="R4e9a316bebc345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outer-frame">
            <a:extLst xmlns:a="http://schemas.openxmlformats.org/drawingml/2006/main">
              <a:ext uri="{FF2B5EF4-FFF2-40B4-BE49-F238E27FC236}">
                <a16:creationId xmlns:a16="http://schemas.microsoft.com/office/drawing/2014/main" id="{19963DEB-8318-4404-9EB2-FF62CCA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47066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q1-model">
            <a:extLst xmlns:a="http://schemas.openxmlformats.org/drawingml/2006/main">
              <a:ext uri="{FF2B5EF4-FFF2-40B4-BE49-F238E27FC236}">
                <a16:creationId xmlns:a16="http://schemas.microsoft.com/office/drawing/2014/main" id="{E902F4A5-EC59-41DE-AC4B-0429532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3238500" cy="542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q1-model-heading">
            <a:extLst xmlns:a="http://schemas.openxmlformats.org/drawingml/2006/main">
              <a:ext uri="{FF2B5EF4-FFF2-40B4-BE49-F238E27FC236}">
                <a16:creationId xmlns:a16="http://schemas.microsoft.com/office/drawing/2014/main" id="{F868C56F-045E-4902-874E-1AFEABC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确定性日循环优化</a:t>
            </a:r>
          </a:p>
        </p:txBody>
      </p:sp>
      <p:sp>
        <p:nvSpPr>
          <p:cNvPr id="4" name="q1-known-data">
            <a:extLst xmlns:a="http://schemas.openxmlformats.org/drawingml/2006/main">
              <a:ext uri="{FF2B5EF4-FFF2-40B4-BE49-F238E27FC236}">
                <a16:creationId xmlns:a16="http://schemas.microsoft.com/office/drawing/2014/main" id="{B26DA0D7-B08A-41BA-8C7A-5057D9E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857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已知负荷、光伏与电价</a:t>
            </a:r>
          </a:p>
        </p:txBody>
      </p:sp>
      <p:sp>
        <p:nvSpPr>
          <p:cNvPr id="5" name="q1-physical">
            <a:extLst xmlns:a="http://schemas.openxmlformats.org/drawingml/2006/main">
              <a:ext uri="{FF2B5EF4-FFF2-40B4-BE49-F238E27FC236}">
                <a16:creationId xmlns:a16="http://schemas.microsoft.com/office/drawing/2014/main" id="{00261D43-4C70-4297-9D1D-48647890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33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储能约束</a:t>
            </a:r>
          </a:p>
        </p:txBody>
      </p:sp>
      <p:sp>
        <p:nvSpPr>
          <p:cNvPr id="6" name="q1-cycle">
            <a:extLst xmlns:a="http://schemas.openxmlformats.org/drawingml/2006/main">
              <a:ext uri="{FF2B5EF4-FFF2-40B4-BE49-F238E27FC236}">
                <a16:creationId xmlns:a16="http://schemas.microsoft.com/office/drawing/2014/main" id="{A15A6690-4A3F-4B24-B489-828FFB4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133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库存一致</a:t>
            </a:r>
          </a:p>
        </p:txBody>
      </p:sp>
      <p:sp>
        <p:nvSpPr>
          <p:cNvPr id="7" name="line-start-1">
            <a:extLst xmlns:a="http://schemas.openxmlformats.org/drawingml/2006/main">
              <a:ext uri="{FF2B5EF4-FFF2-40B4-BE49-F238E27FC236}">
                <a16:creationId xmlns:a16="http://schemas.microsoft.com/office/drawing/2014/main" id="{546B5093-B485-48CE-8885-6237344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line-end-1">
            <a:extLst xmlns:a="http://schemas.openxmlformats.org/drawingml/2006/main">
              <a:ext uri="{FF2B5EF4-FFF2-40B4-BE49-F238E27FC236}">
                <a16:creationId xmlns:a16="http://schemas.microsoft.com/office/drawing/2014/main" id="{9704E2EB-2657-45AF-87B0-EBC130FD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95501" y="2677478"/>
            <a:ext cx="0" cy="226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" name="line-start-2">
            <a:extLst xmlns:a="http://schemas.openxmlformats.org/drawingml/2006/main">
              <a:ext uri="{FF2B5EF4-FFF2-40B4-BE49-F238E27FC236}">
                <a16:creationId xmlns:a16="http://schemas.microsoft.com/office/drawing/2014/main" id="{72D8CE89-9F86-4A0D-84C9-1BF75E8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line-end-2">
            <a:extLst xmlns:a="http://schemas.openxmlformats.org/drawingml/2006/main">
              <a:ext uri="{FF2B5EF4-FFF2-40B4-BE49-F238E27FC236}">
                <a16:creationId xmlns:a16="http://schemas.microsoft.com/office/drawing/2014/main" id="{2B91CD2C-28BA-4216-A232-8FAF0F8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334453" y="29051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" name="line-start-3">
            <a:extLst xmlns:a="http://schemas.openxmlformats.org/drawingml/2006/main">
              <a:ext uri="{FF2B5EF4-FFF2-40B4-BE49-F238E27FC236}">
                <a16:creationId xmlns:a16="http://schemas.microsoft.com/office/drawing/2014/main" id="{26F5172C-B73A-499E-97B8-57D999A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line-end-3">
            <a:extLst xmlns:a="http://schemas.openxmlformats.org/drawingml/2006/main">
              <a:ext uri="{FF2B5EF4-FFF2-40B4-BE49-F238E27FC236}">
                <a16:creationId xmlns:a16="http://schemas.microsoft.com/office/drawing/2014/main" id="{B1DF864D-1702-4045-A518-AF498DA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33501" y="2906078"/>
            <a:ext cx="0" cy="207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6" name="line-start-4">
            <a:extLst xmlns:a="http://schemas.openxmlformats.org/drawingml/2006/main">
              <a:ext uri="{FF2B5EF4-FFF2-40B4-BE49-F238E27FC236}">
                <a16:creationId xmlns:a16="http://schemas.microsoft.com/office/drawing/2014/main" id="{42B000FC-7E57-4308-98FF-691FCB0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line-end-4">
            <a:extLst xmlns:a="http://schemas.openxmlformats.org/drawingml/2006/main">
              <a:ext uri="{FF2B5EF4-FFF2-40B4-BE49-F238E27FC236}">
                <a16:creationId xmlns:a16="http://schemas.microsoft.com/office/drawing/2014/main" id="{F8CDF247-6B53-4218-A991-5F4E8BA4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096453" y="29051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9" name="line-start-5">
            <a:extLst xmlns:a="http://schemas.openxmlformats.org/drawingml/2006/main">
              <a:ext uri="{FF2B5EF4-FFF2-40B4-BE49-F238E27FC236}">
                <a16:creationId xmlns:a16="http://schemas.microsoft.com/office/drawing/2014/main" id="{BFB787D8-1EC2-45F3-BC77-85C86B7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line-end-5">
            <a:extLst xmlns:a="http://schemas.openxmlformats.org/drawingml/2006/main">
              <a:ext uri="{FF2B5EF4-FFF2-40B4-BE49-F238E27FC236}">
                <a16:creationId xmlns:a16="http://schemas.microsoft.com/office/drawing/2014/main" id="{78D9B5A7-0D5A-4E1D-9635-4D40B7F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857501" y="2906078"/>
            <a:ext cx="0" cy="207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2" name="q1-milp">
            <a:extLst xmlns:a="http://schemas.openxmlformats.org/drawingml/2006/main">
              <a:ext uri="{FF2B5EF4-FFF2-40B4-BE49-F238E27FC236}">
                <a16:creationId xmlns:a16="http://schemas.microsoft.com/office/drawing/2014/main" id="{532019D8-EFB4-46C4-8335-935AB340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23" name="line-start-6">
            <a:extLst xmlns:a="http://schemas.openxmlformats.org/drawingml/2006/main">
              <a:ext uri="{FF2B5EF4-FFF2-40B4-BE49-F238E27FC236}">
                <a16:creationId xmlns:a16="http://schemas.microsoft.com/office/drawing/2014/main" id="{2F2AC1AD-4079-4296-9847-364CBA8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3847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line-end-6">
            <a:extLst xmlns:a="http://schemas.openxmlformats.org/drawingml/2006/main">
              <a:ext uri="{FF2B5EF4-FFF2-40B4-BE49-F238E27FC236}">
                <a16:creationId xmlns:a16="http://schemas.microsoft.com/office/drawing/2014/main" id="{A45CA7C3-C24C-4D9C-A185-328C7DC1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333501" y="384905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line-start-7">
            <a:extLst xmlns:a="http://schemas.openxmlformats.org/drawingml/2006/main">
              <a:ext uri="{FF2B5EF4-FFF2-40B4-BE49-F238E27FC236}">
                <a16:creationId xmlns:a16="http://schemas.microsoft.com/office/drawing/2014/main" id="{DBF2883E-80C5-436F-82ED-AA43BA8D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line-end-7">
            <a:extLst xmlns:a="http://schemas.openxmlformats.org/drawingml/2006/main">
              <a:ext uri="{FF2B5EF4-FFF2-40B4-BE49-F238E27FC236}">
                <a16:creationId xmlns:a16="http://schemas.microsoft.com/office/drawing/2014/main" id="{FCA95216-DF22-46BB-9C8F-7F1098D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334453" y="415290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line-start-8">
            <a:extLst xmlns:a="http://schemas.openxmlformats.org/drawingml/2006/main">
              <a:ext uri="{FF2B5EF4-FFF2-40B4-BE49-F238E27FC236}">
                <a16:creationId xmlns:a16="http://schemas.microsoft.com/office/drawing/2014/main" id="{1B5AAD74-1A74-4967-AF56-ABCDE61F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line-end-8">
            <a:extLst xmlns:a="http://schemas.openxmlformats.org/drawingml/2006/main">
              <a:ext uri="{FF2B5EF4-FFF2-40B4-BE49-F238E27FC236}">
                <a16:creationId xmlns:a16="http://schemas.microsoft.com/office/drawing/2014/main" id="{FF36D76E-94A1-468E-A711-08B516F8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095501" y="4153853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line-start-9">
            <a:extLst xmlns:a="http://schemas.openxmlformats.org/drawingml/2006/main">
              <a:ext uri="{FF2B5EF4-FFF2-40B4-BE49-F238E27FC236}">
                <a16:creationId xmlns:a16="http://schemas.microsoft.com/office/drawing/2014/main" id="{887009AC-C3BF-4868-A6C5-765F769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3847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line-end-9">
            <a:extLst xmlns:a="http://schemas.openxmlformats.org/drawingml/2006/main">
              <a:ext uri="{FF2B5EF4-FFF2-40B4-BE49-F238E27FC236}">
                <a16:creationId xmlns:a16="http://schemas.microsoft.com/office/drawing/2014/main" id="{2B0A0A29-6996-4237-8077-9038EB5F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1" y="384905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5" name="line-start-10">
            <a:extLst xmlns:a="http://schemas.openxmlformats.org/drawingml/2006/main">
              <a:ext uri="{FF2B5EF4-FFF2-40B4-BE49-F238E27FC236}">
                <a16:creationId xmlns:a16="http://schemas.microsoft.com/office/drawing/2014/main" id="{3A3A2E8C-7B12-43B4-B6F3-56D42230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line-end-10">
            <a:extLst xmlns:a="http://schemas.openxmlformats.org/drawingml/2006/main">
              <a:ext uri="{FF2B5EF4-FFF2-40B4-BE49-F238E27FC236}">
                <a16:creationId xmlns:a16="http://schemas.microsoft.com/office/drawing/2014/main" id="{B9CB36B4-9F34-408C-8E06-5747147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2096453" y="415290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8" name="q1-results">
            <a:extLst xmlns:a="http://schemas.openxmlformats.org/drawingml/2006/main">
              <a:ext uri="{FF2B5EF4-FFF2-40B4-BE49-F238E27FC236}">
                <a16:creationId xmlns:a16="http://schemas.microsoft.com/office/drawing/2014/main" id="{69C68741-293D-4F12-B3AB-C0DA6EC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最优调度方案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电费节省情况</a:t>
            </a:r>
          </a:p>
        </p:txBody>
      </p:sp>
      <p:sp>
        <p:nvSpPr>
          <p:cNvPr id="39" name="line-start-11">
            <a:extLst xmlns:a="http://schemas.openxmlformats.org/drawingml/2006/main">
              <a:ext uri="{FF2B5EF4-FFF2-40B4-BE49-F238E27FC236}">
                <a16:creationId xmlns:a16="http://schemas.microsoft.com/office/drawing/2014/main" id="{5AA03B88-941A-4FD6-B644-28D5528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5171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line-end-11">
            <a:extLst xmlns:a="http://schemas.openxmlformats.org/drawingml/2006/main">
              <a:ext uri="{FF2B5EF4-FFF2-40B4-BE49-F238E27FC236}">
                <a16:creationId xmlns:a16="http://schemas.microsoft.com/office/drawing/2014/main" id="{E3D01B4F-11BB-4E9E-B6C8-C018280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5666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2095501" y="5173028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2" name="q2-model">
            <a:extLst xmlns:a="http://schemas.openxmlformats.org/drawingml/2006/main">
              <a:ext uri="{FF2B5EF4-FFF2-40B4-BE49-F238E27FC236}">
                <a16:creationId xmlns:a16="http://schemas.microsoft.com/office/drawing/2014/main" id="{26CF0D55-4B70-4707-805C-FB361FE5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66750"/>
            <a:ext cx="5810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3" name="q2-model-heading">
            <a:extLst xmlns:a="http://schemas.openxmlformats.org/drawingml/2006/main">
              <a:ext uri="{FF2B5EF4-FFF2-40B4-BE49-F238E27FC236}">
                <a16:creationId xmlns:a16="http://schemas.microsoft.com/office/drawing/2014/main" id="{85003927-8014-43C5-B614-C805392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8382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固定计划与储能反馈</a:t>
            </a:r>
          </a:p>
        </p:txBody>
      </p:sp>
      <p:sp>
        <p:nvSpPr>
          <p:cNvPr id="44" name="q2-forecast">
            <a:extLst xmlns:a="http://schemas.openxmlformats.org/drawingml/2006/main">
              <a:ext uri="{FF2B5EF4-FFF2-40B4-BE49-F238E27FC236}">
                <a16:creationId xmlns:a16="http://schemas.microsoft.com/office/drawing/2014/main" id="{51EE9929-C431-4031-B001-8E4ED4B2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LightGBM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净负荷分位预测</a:t>
            </a:r>
          </a:p>
        </p:txBody>
      </p:sp>
      <p:sp>
        <p:nvSpPr>
          <p:cNvPr id="45" name="q2-plan">
            <a:extLst xmlns:a="http://schemas.openxmlformats.org/drawingml/2006/main">
              <a:ext uri="{FF2B5EF4-FFF2-40B4-BE49-F238E27FC236}">
                <a16:creationId xmlns:a16="http://schemas.microsoft.com/office/drawing/2014/main" id="{25ED88BB-3869-474C-B599-88F12721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097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6" name="q2-error">
            <a:extLst xmlns:a="http://schemas.openxmlformats.org/drawingml/2006/main">
              <a:ext uri="{FF2B5EF4-FFF2-40B4-BE49-F238E27FC236}">
                <a16:creationId xmlns:a16="http://schemas.microsoft.com/office/drawing/2014/main" id="{D6A80DFF-13CC-4591-A0F0-198F9DE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预测误差模型</a:t>
            </a:r>
          </a:p>
        </p:txBody>
      </p:sp>
      <p:sp>
        <p:nvSpPr>
          <p:cNvPr id="47" name="q2-control">
            <a:extLst xmlns:a="http://schemas.openxmlformats.org/drawingml/2006/main">
              <a:ext uri="{FF2B5EF4-FFF2-40B4-BE49-F238E27FC236}">
                <a16:creationId xmlns:a16="http://schemas.microsoft.com/office/drawing/2014/main" id="{08B60751-453B-4914-82AB-D4AD39C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05075"/>
            <a:ext cx="2905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动态规划反馈控制</a:t>
            </a:r>
          </a:p>
        </p:txBody>
      </p:sp>
      <p:sp>
        <p:nvSpPr>
          <p:cNvPr id="48" name="line-start-12">
            <a:extLst xmlns:a="http://schemas.openxmlformats.org/drawingml/2006/main">
              <a:ext uri="{FF2B5EF4-FFF2-40B4-BE49-F238E27FC236}">
                <a16:creationId xmlns:a16="http://schemas.microsoft.com/office/drawing/2014/main" id="{1517C706-6DE7-4D29-9B2A-DC23E2EC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177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line-end-12">
            <a:extLst xmlns:a="http://schemas.openxmlformats.org/drawingml/2006/main">
              <a:ext uri="{FF2B5EF4-FFF2-40B4-BE49-F238E27FC236}">
                <a16:creationId xmlns:a16="http://schemas.microsoft.com/office/drawing/2014/main" id="{58B076DC-C788-4B29-8337-2951A9E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177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630353" y="177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1" name="line-start-13">
            <a:extLst xmlns:a="http://schemas.openxmlformats.org/drawingml/2006/main">
              <a:ext uri="{FF2B5EF4-FFF2-40B4-BE49-F238E27FC236}">
                <a16:creationId xmlns:a16="http://schemas.microsoft.com/office/drawing/2014/main" id="{34FD1BE0-39F0-4006-8F7F-76CC14A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132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line-end-13">
            <a:extLst xmlns:a="http://schemas.openxmlformats.org/drawingml/2006/main">
              <a:ext uri="{FF2B5EF4-FFF2-40B4-BE49-F238E27FC236}">
                <a16:creationId xmlns:a16="http://schemas.microsoft.com/office/drawing/2014/main" id="{61589491-C6C0-446D-8EAF-E7B99D2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49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5572126" y="2134553"/>
            <a:ext cx="0" cy="360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line-start-14">
            <a:extLst xmlns:a="http://schemas.openxmlformats.org/drawingml/2006/main">
              <a:ext uri="{FF2B5EF4-FFF2-40B4-BE49-F238E27FC236}">
                <a16:creationId xmlns:a16="http://schemas.microsoft.com/office/drawing/2014/main" id="{B810B363-E9B6-4225-93DA-2979FFE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48" y="2132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line-end-14">
            <a:extLst xmlns:a="http://schemas.openxmlformats.org/drawingml/2006/main">
              <a:ext uri="{FF2B5EF4-FFF2-40B4-BE49-F238E27FC236}">
                <a16:creationId xmlns:a16="http://schemas.microsoft.com/office/drawing/2014/main" id="{038265F6-173B-4ED9-BB3E-947740D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48" y="249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496301" y="2134553"/>
            <a:ext cx="0" cy="360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7" name="line-start-15">
            <a:extLst xmlns:a="http://schemas.openxmlformats.org/drawingml/2006/main">
              <a:ext uri="{FF2B5EF4-FFF2-40B4-BE49-F238E27FC236}">
                <a16:creationId xmlns:a16="http://schemas.microsoft.com/office/drawing/2014/main" id="{5FA5DD22-6956-48D9-8024-83BA79F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line-end-15">
            <a:extLst xmlns:a="http://schemas.openxmlformats.org/drawingml/2006/main">
              <a:ext uri="{FF2B5EF4-FFF2-40B4-BE49-F238E27FC236}">
                <a16:creationId xmlns:a16="http://schemas.microsoft.com/office/drawing/2014/main" id="{D9B6E004-25C3-46BD-8473-2A97084D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6630353" y="28003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0" name="line-start-16">
            <a:extLst xmlns:a="http://schemas.openxmlformats.org/drawingml/2006/main">
              <a:ext uri="{FF2B5EF4-FFF2-40B4-BE49-F238E27FC236}">
                <a16:creationId xmlns:a16="http://schemas.microsoft.com/office/drawing/2014/main" id="{900A0C38-EDBF-4231-AF41-1ADF518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3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line-end-16">
            <a:extLst xmlns:a="http://schemas.openxmlformats.org/drawingml/2006/main">
              <a:ext uri="{FF2B5EF4-FFF2-40B4-BE49-F238E27FC236}">
                <a16:creationId xmlns:a16="http://schemas.microsoft.com/office/drawing/2014/main" id="{13426678-4410-4530-9EB2-BD81F6E4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3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725228" y="2952751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3" name="q3-model">
            <a:extLst xmlns:a="http://schemas.openxmlformats.org/drawingml/2006/main">
              <a:ext uri="{FF2B5EF4-FFF2-40B4-BE49-F238E27FC236}">
                <a16:creationId xmlns:a16="http://schemas.microsoft.com/office/drawing/2014/main" id="{36441835-0A32-48DC-B16A-48CE5FC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581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4" name="q3-model-heading">
            <a:extLst xmlns:a="http://schemas.openxmlformats.org/drawingml/2006/main">
              <a:ext uri="{FF2B5EF4-FFF2-40B4-BE49-F238E27FC236}">
                <a16:creationId xmlns:a16="http://schemas.microsoft.com/office/drawing/2014/main" id="{C6B8AFAB-97CB-47A8-B2AE-7BC0DD60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767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预报更新与滚动调整</a:t>
            </a:r>
          </a:p>
        </p:txBody>
      </p:sp>
      <p:sp>
        <p:nvSpPr>
          <p:cNvPr id="65" name="q3-times">
            <a:extLst xmlns:a="http://schemas.openxmlformats.org/drawingml/2006/main">
              <a:ext uri="{FF2B5EF4-FFF2-40B4-BE49-F238E27FC236}">
                <a16:creationId xmlns:a16="http://schemas.microsoft.com/office/drawing/2014/main" id="{8B2CD17C-C8F6-4BE9-B9E6-56EFB431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5429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        12:00        18:00</a:t>
            </a:r>
          </a:p>
        </p:txBody>
      </p:sp>
      <p:sp>
        <p:nvSpPr>
          <p:cNvPr id="66" name="q3-candidate">
            <a:extLst xmlns:a="http://schemas.openxmlformats.org/drawingml/2006/main">
              <a:ext uri="{FF2B5EF4-FFF2-40B4-BE49-F238E27FC236}">
                <a16:creationId xmlns:a16="http://schemas.microsoft.com/office/drawing/2014/main" id="{511C7C72-80C7-4E04-92B2-2F11039A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625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67" name="q3-keep">
            <a:extLst xmlns:a="http://schemas.openxmlformats.org/drawingml/2006/main">
              <a:ext uri="{FF2B5EF4-FFF2-40B4-BE49-F238E27FC236}">
                <a16:creationId xmlns:a16="http://schemas.microsoft.com/office/drawing/2014/main" id="{BA3E3F66-5005-43AB-87F9-1E1F1E2A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769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保留当前计划</a:t>
            </a:r>
          </a:p>
        </p:txBody>
      </p:sp>
      <p:sp>
        <p:nvSpPr>
          <p:cNvPr id="68" name="q3-selection">
            <a:extLst xmlns:a="http://schemas.openxmlformats.org/drawingml/2006/main">
              <a:ext uri="{FF2B5EF4-FFF2-40B4-BE49-F238E27FC236}">
                <a16:creationId xmlns:a16="http://schemas.microsoft.com/office/drawing/2014/main" id="{18F82B97-C01A-49C7-914A-B5DA115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2714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69" name="line-start-17">
            <a:extLst xmlns:a="http://schemas.openxmlformats.org/drawingml/2006/main">
              <a:ext uri="{FF2B5EF4-FFF2-40B4-BE49-F238E27FC236}">
                <a16:creationId xmlns:a16="http://schemas.microsoft.com/office/drawing/2014/main" id="{28CD3B5B-746F-4856-9315-5E07A625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line-end-17">
            <a:extLst xmlns:a="http://schemas.openxmlformats.org/drawingml/2006/main">
              <a:ext uri="{FF2B5EF4-FFF2-40B4-BE49-F238E27FC236}">
                <a16:creationId xmlns:a16="http://schemas.microsoft.com/office/drawing/2014/main" id="{D40A2A4B-57B4-4216-A524-EAFCB91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5352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5572126" y="505872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2" name="line-start-18">
            <a:extLst xmlns:a="http://schemas.openxmlformats.org/drawingml/2006/main">
              <a:ext uri="{FF2B5EF4-FFF2-40B4-BE49-F238E27FC236}">
                <a16:creationId xmlns:a16="http://schemas.microsoft.com/office/drawing/2014/main" id="{BDE96CFC-98F0-4102-83B5-C3EF1CBE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line-end-18">
            <a:extLst xmlns:a="http://schemas.openxmlformats.org/drawingml/2006/main">
              <a:ext uri="{FF2B5EF4-FFF2-40B4-BE49-F238E27FC236}">
                <a16:creationId xmlns:a16="http://schemas.microsoft.com/office/drawing/2014/main" id="{3DC51212-BC5F-45DE-87B5-32D0163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494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8715376" y="5058728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5" name="line-start-19">
            <a:extLst xmlns:a="http://schemas.openxmlformats.org/drawingml/2006/main">
              <a:ext uri="{FF2B5EF4-FFF2-40B4-BE49-F238E27FC236}">
                <a16:creationId xmlns:a16="http://schemas.microsoft.com/office/drawing/2014/main" id="{D8661914-256E-4591-A3E8-47626F0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line-end-19">
            <a:extLst xmlns:a="http://schemas.openxmlformats.org/drawingml/2006/main">
              <a:ext uri="{FF2B5EF4-FFF2-40B4-BE49-F238E27FC236}">
                <a16:creationId xmlns:a16="http://schemas.microsoft.com/office/drawing/2014/main" id="{F0F99A56-0005-4AE1-8844-69BCE6A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6630353" y="56007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8" name="line-start-20">
            <a:extLst xmlns:a="http://schemas.openxmlformats.org/drawingml/2006/main">
              <a:ext uri="{FF2B5EF4-FFF2-40B4-BE49-F238E27FC236}">
                <a16:creationId xmlns:a16="http://schemas.microsoft.com/office/drawing/2014/main" id="{6ACD1AB8-EABD-4F12-ADD2-C4B2B33A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line-end-20">
            <a:extLst xmlns:a="http://schemas.openxmlformats.org/drawingml/2006/main">
              <a:ext uri="{FF2B5EF4-FFF2-40B4-BE49-F238E27FC236}">
                <a16:creationId xmlns:a16="http://schemas.microsoft.com/office/drawing/2014/main" id="{D790AD5E-540B-41C6-A32E-619C952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953251" y="5601653"/>
            <a:ext cx="0" cy="1123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81" name="line-start-21">
            <a:extLst xmlns:a="http://schemas.openxmlformats.org/drawingml/2006/main">
              <a:ext uri="{FF2B5EF4-FFF2-40B4-BE49-F238E27FC236}">
                <a16:creationId xmlns:a16="http://schemas.microsoft.com/office/drawing/2014/main" id="{9921A481-0393-4AAC-9039-9445C665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line-end-21">
            <a:extLst xmlns:a="http://schemas.openxmlformats.org/drawingml/2006/main">
              <a:ext uri="{FF2B5EF4-FFF2-40B4-BE49-F238E27FC236}">
                <a16:creationId xmlns:a16="http://schemas.microsoft.com/office/drawing/2014/main" id="{34141B60-9950-4B18-9F74-59C0148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6954203" y="5715001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4" name="line-start-22">
            <a:extLst xmlns:a="http://schemas.openxmlformats.org/drawingml/2006/main">
              <a:ext uri="{FF2B5EF4-FFF2-40B4-BE49-F238E27FC236}">
                <a16:creationId xmlns:a16="http://schemas.microsoft.com/office/drawing/2014/main" id="{B57BDF53-18F7-43A1-8F67-617E5A8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line-end-22">
            <a:extLst xmlns:a="http://schemas.openxmlformats.org/drawingml/2006/main">
              <a:ext uri="{FF2B5EF4-FFF2-40B4-BE49-F238E27FC236}">
                <a16:creationId xmlns:a16="http://schemas.microsoft.com/office/drawing/2014/main" id="{3016F85F-313C-4943-A9BB-B4C99E29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30353" y="631507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87" name="line-start-23">
            <a:extLst xmlns:a="http://schemas.openxmlformats.org/drawingml/2006/main">
              <a:ext uri="{FF2B5EF4-FFF2-40B4-BE49-F238E27FC236}">
                <a16:creationId xmlns:a16="http://schemas.microsoft.com/office/drawing/2014/main" id="{4BC076FF-41B7-49B0-82C5-8BCD614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line-end-23">
            <a:extLst xmlns:a="http://schemas.openxmlformats.org/drawingml/2006/main">
              <a:ext uri="{FF2B5EF4-FFF2-40B4-BE49-F238E27FC236}">
                <a16:creationId xmlns:a16="http://schemas.microsoft.com/office/drawing/2014/main" id="{550A5A2B-6477-4301-9395-C020B2E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953251" y="6173153"/>
            <a:ext cx="0" cy="1409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90" name="line-start-24">
            <a:extLst xmlns:a="http://schemas.openxmlformats.org/drawingml/2006/main">
              <a:ext uri="{FF2B5EF4-FFF2-40B4-BE49-F238E27FC236}">
                <a16:creationId xmlns:a16="http://schemas.microsoft.com/office/drawing/2014/main" id="{DB43BC4D-FE01-4DB7-BD96-1108BD1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line-end-24">
            <a:extLst xmlns:a="http://schemas.openxmlformats.org/drawingml/2006/main">
              <a:ext uri="{FF2B5EF4-FFF2-40B4-BE49-F238E27FC236}">
                <a16:creationId xmlns:a16="http://schemas.microsoft.com/office/drawing/2014/main" id="{609C0770-B67E-4B45-B731-8D58B65B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954203" y="6172201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93" name="line-start-25">
            <a:extLst xmlns:a="http://schemas.openxmlformats.org/drawingml/2006/main">
              <a:ext uri="{FF2B5EF4-FFF2-40B4-BE49-F238E27FC236}">
                <a16:creationId xmlns:a16="http://schemas.microsoft.com/office/drawing/2014/main" id="{9F1979CE-4195-4028-8734-F53880DC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48" y="334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line-end-25">
            <a:extLst xmlns:a="http://schemas.openxmlformats.org/drawingml/2006/main">
              <a:ext uri="{FF2B5EF4-FFF2-40B4-BE49-F238E27FC236}">
                <a16:creationId xmlns:a16="http://schemas.microsoft.com/office/drawing/2014/main" id="{999F8949-C60B-4811-A45A-9B98F7C8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48" y="3894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7239001" y="3344228"/>
            <a:ext cx="0" cy="5505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6" name="q2-to-q3-label">
            <a:extLst xmlns:a="http://schemas.openxmlformats.org/drawingml/2006/main">
              <a:ext uri="{FF2B5EF4-FFF2-40B4-BE49-F238E27FC236}">
                <a16:creationId xmlns:a16="http://schemas.microsoft.com/office/drawing/2014/main" id="{36CF4E2B-DAC0-44C8-AFE6-CC55C6BF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增加光伏预报更新</a:t>
            </a:r>
          </a:p>
        </p:txBody>
      </p:sp>
      <p:sp>
        <p:nvSpPr>
          <p:cNvPr id="97" name="q4-model">
            <a:extLst xmlns:a="http://schemas.openxmlformats.org/drawingml/2006/main">
              <a:ext uri="{FF2B5EF4-FFF2-40B4-BE49-F238E27FC236}">
                <a16:creationId xmlns:a16="http://schemas.microsoft.com/office/drawing/2014/main" id="{014F0D05-7139-4ECA-8669-F70E28F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66875"/>
            <a:ext cx="40005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98" name="q4-model-heading">
            <a:extLst xmlns:a="http://schemas.openxmlformats.org/drawingml/2006/main">
              <a:ext uri="{FF2B5EF4-FFF2-40B4-BE49-F238E27FC236}">
                <a16:creationId xmlns:a16="http://schemas.microsoft.com/office/drawing/2014/main" id="{3BCD9CF8-E52D-40B2-A2E1-3F61A33E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8383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随机电价下的联合调度</a:t>
            </a:r>
          </a:p>
        </p:txBody>
      </p:sp>
      <p:sp>
        <p:nvSpPr>
          <p:cNvPr id="99" name="q4-price">
            <a:extLst xmlns:a="http://schemas.openxmlformats.org/drawingml/2006/main">
              <a:ext uri="{FF2B5EF4-FFF2-40B4-BE49-F238E27FC236}">
                <a16:creationId xmlns:a16="http://schemas.microsoft.com/office/drawing/2014/main" id="{E056665E-79F8-4F07-8DD3-F72D8237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62200"/>
            <a:ext cx="3619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基于历史电价预测</a:t>
            </a:r>
          </a:p>
        </p:txBody>
      </p:sp>
      <p:sp>
        <p:nvSpPr>
          <p:cNvPr id="100" name="q4-joint">
            <a:extLst xmlns:a="http://schemas.openxmlformats.org/drawingml/2006/main">
              <a:ext uri="{FF2B5EF4-FFF2-40B4-BE49-F238E27FC236}">
                <a16:creationId xmlns:a16="http://schemas.microsoft.com/office/drawing/2014/main" id="{DE357406-B97F-4A23-9587-A430682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956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净负荷与电价误差联合建模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九状态模型与联合动态规划</a:t>
            </a:r>
          </a:p>
        </p:txBody>
      </p:sp>
      <p:sp>
        <p:nvSpPr>
          <p:cNvPr id="101" name="line-start-26">
            <a:extLst xmlns:a="http://schemas.openxmlformats.org/drawingml/2006/main">
              <a:ext uri="{FF2B5EF4-FFF2-40B4-BE49-F238E27FC236}">
                <a16:creationId xmlns:a16="http://schemas.microsoft.com/office/drawing/2014/main" id="{F8A6AAF5-B278-49A8-949A-4688713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2980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line-end-26">
            <a:extLst xmlns:a="http://schemas.openxmlformats.org/drawingml/2006/main">
              <a:ext uri="{FF2B5EF4-FFF2-40B4-BE49-F238E27FC236}">
                <a16:creationId xmlns:a16="http://schemas.microsoft.com/office/drawing/2014/main" id="{1BC34A63-9D06-41A6-BC40-4F9D399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1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12763501" y="2982278"/>
            <a:ext cx="0" cy="5029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04" name="q4-fixed">
            <a:extLst xmlns:a="http://schemas.openxmlformats.org/drawingml/2006/main">
              <a:ext uri="{FF2B5EF4-FFF2-40B4-BE49-F238E27FC236}">
                <a16:creationId xmlns:a16="http://schemas.microsoft.com/office/drawing/2014/main" id="{B86FDE9B-612E-4FCA-810A-DD2B777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244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固定计划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105" name="q4-rolling">
            <a:extLst xmlns:a="http://schemas.openxmlformats.org/drawingml/2006/main">
              <a:ext uri="{FF2B5EF4-FFF2-40B4-BE49-F238E27FC236}">
                <a16:creationId xmlns:a16="http://schemas.microsoft.com/office/drawing/2014/main" id="{BA50E551-280D-415F-8DFB-A970E65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9244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滚动调整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106" name="line-start-27">
            <a:extLst xmlns:a="http://schemas.openxmlformats.org/drawingml/2006/main">
              <a:ext uri="{FF2B5EF4-FFF2-40B4-BE49-F238E27FC236}">
                <a16:creationId xmlns:a16="http://schemas.microsoft.com/office/drawing/2014/main" id="{CB753BDE-88E1-4259-9F5F-ED93F48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228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line-end-27">
            <a:extLst xmlns:a="http://schemas.openxmlformats.org/drawingml/2006/main">
              <a:ext uri="{FF2B5EF4-FFF2-40B4-BE49-F238E27FC236}">
                <a16:creationId xmlns:a16="http://schemas.microsoft.com/office/drawing/2014/main" id="{25BB7DC1-F2E3-4D49-824A-E643E1A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2763501" y="4230053"/>
            <a:ext cx="0" cy="3314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9" name="line-start-28">
            <a:extLst xmlns:a="http://schemas.openxmlformats.org/drawingml/2006/main">
              <a:ext uri="{FF2B5EF4-FFF2-40B4-BE49-F238E27FC236}">
                <a16:creationId xmlns:a16="http://schemas.microsoft.com/office/drawing/2014/main" id="{787CA40B-A07F-423F-BC3C-24B52DF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line-end-28">
            <a:extLst xmlns:a="http://schemas.openxmlformats.org/drawingml/2006/main">
              <a:ext uri="{FF2B5EF4-FFF2-40B4-BE49-F238E27FC236}">
                <a16:creationId xmlns:a16="http://schemas.microsoft.com/office/drawing/2014/main" id="{35E2C5CD-DFA4-4101-BD46-2A0717D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11764328" y="4562476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2" name="line-start-29">
            <a:extLst xmlns:a="http://schemas.openxmlformats.org/drawingml/2006/main">
              <a:ext uri="{FF2B5EF4-FFF2-40B4-BE49-F238E27FC236}">
                <a16:creationId xmlns:a16="http://schemas.microsoft.com/office/drawing/2014/main" id="{17A6FC90-0BF2-4BC4-9AE9-9E188483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line-end-29">
            <a:extLst xmlns:a="http://schemas.openxmlformats.org/drawingml/2006/main">
              <a:ext uri="{FF2B5EF4-FFF2-40B4-BE49-F238E27FC236}">
                <a16:creationId xmlns:a16="http://schemas.microsoft.com/office/drawing/2014/main" id="{A600AFD7-0AC5-4C15-875E-45BB17D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1763376" y="4563428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15" name="line-start-30">
            <a:extLst xmlns:a="http://schemas.openxmlformats.org/drawingml/2006/main">
              <a:ext uri="{FF2B5EF4-FFF2-40B4-BE49-F238E27FC236}">
                <a16:creationId xmlns:a16="http://schemas.microsoft.com/office/drawing/2014/main" id="{F13B3FE6-F86D-4607-B037-5467098E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line-end-30">
            <a:extLst xmlns:a="http://schemas.openxmlformats.org/drawingml/2006/main">
              <a:ext uri="{FF2B5EF4-FFF2-40B4-BE49-F238E27FC236}">
                <a16:creationId xmlns:a16="http://schemas.microsoft.com/office/drawing/2014/main" id="{BF7A84AB-2152-4F8C-94C9-9CADD0A4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12764453" y="4562476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8" name="line-start-31">
            <a:extLst xmlns:a="http://schemas.openxmlformats.org/drawingml/2006/main">
              <a:ext uri="{FF2B5EF4-FFF2-40B4-BE49-F238E27FC236}">
                <a16:creationId xmlns:a16="http://schemas.microsoft.com/office/drawing/2014/main" id="{890C1158-55F0-438C-BE33-3DB8F7EC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line-end-31">
            <a:extLst xmlns:a="http://schemas.openxmlformats.org/drawingml/2006/main">
              <a:ext uri="{FF2B5EF4-FFF2-40B4-BE49-F238E27FC236}">
                <a16:creationId xmlns:a16="http://schemas.microsoft.com/office/drawing/2014/main" id="{39FABD34-5468-4DA3-8CAF-2534F18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3763626" y="4563428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21" name="q4-result">
            <a:extLst xmlns:a="http://schemas.openxmlformats.org/drawingml/2006/main">
              <a:ext uri="{FF2B5EF4-FFF2-40B4-BE49-F238E27FC236}">
                <a16:creationId xmlns:a16="http://schemas.microsoft.com/office/drawing/2014/main" id="{3EBA7829-A81B-4E7E-85C9-7C6990D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真实电价结算与策略对照</a:t>
            </a:r>
          </a:p>
        </p:txBody>
      </p:sp>
      <p:sp>
        <p:nvSpPr>
          <p:cNvPr id="122" name="line-start-32">
            <a:extLst xmlns:a="http://schemas.openxmlformats.org/drawingml/2006/main">
              <a:ext uri="{FF2B5EF4-FFF2-40B4-BE49-F238E27FC236}">
                <a16:creationId xmlns:a16="http://schemas.microsoft.com/office/drawing/2014/main" id="{C82B0276-5AA2-4F0B-BAE0-C88D16F1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64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line-end-32">
            <a:extLst xmlns:a="http://schemas.openxmlformats.org/drawingml/2006/main">
              <a:ext uri="{FF2B5EF4-FFF2-40B4-BE49-F238E27FC236}">
                <a16:creationId xmlns:a16="http://schemas.microsoft.com/office/drawing/2014/main" id="{EB962095-0937-40B6-B137-2AE4F197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22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11763376" y="5649278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25" name="line-start-33">
            <a:extLst xmlns:a="http://schemas.openxmlformats.org/drawingml/2006/main">
              <a:ext uri="{FF2B5EF4-FFF2-40B4-BE49-F238E27FC236}">
                <a16:creationId xmlns:a16="http://schemas.microsoft.com/office/drawing/2014/main" id="{CD287FFD-66CF-4BB1-898F-94A7202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line-end-33">
            <a:extLst xmlns:a="http://schemas.openxmlformats.org/drawingml/2006/main">
              <a:ext uri="{FF2B5EF4-FFF2-40B4-BE49-F238E27FC236}">
                <a16:creationId xmlns:a16="http://schemas.microsoft.com/office/drawing/2014/main" id="{0877F1AA-86A5-42FA-9AAF-25A4B4C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11764328" y="5905501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28" name="line-start-34">
            <a:extLst xmlns:a="http://schemas.openxmlformats.org/drawingml/2006/main">
              <a:ext uri="{FF2B5EF4-FFF2-40B4-BE49-F238E27FC236}">
                <a16:creationId xmlns:a16="http://schemas.microsoft.com/office/drawing/2014/main" id="{EEA8BCC5-C28F-464E-A18B-E4BAD53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line-end-34">
            <a:extLst xmlns:a="http://schemas.openxmlformats.org/drawingml/2006/main">
              <a:ext uri="{FF2B5EF4-FFF2-40B4-BE49-F238E27FC236}">
                <a16:creationId xmlns:a16="http://schemas.microsoft.com/office/drawing/2014/main" id="{7FD11BEC-D67A-43BB-8CE2-C1571E4F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616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8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>
            <a:off x="12763501" y="5906453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31" name="line-start-35">
            <a:extLst xmlns:a="http://schemas.openxmlformats.org/drawingml/2006/main">
              <a:ext uri="{FF2B5EF4-FFF2-40B4-BE49-F238E27FC236}">
                <a16:creationId xmlns:a16="http://schemas.microsoft.com/office/drawing/2014/main" id="{22A73825-FBCC-42E1-B52D-AC8371C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64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line-end-35">
            <a:extLst xmlns:a="http://schemas.openxmlformats.org/drawingml/2006/main">
              <a:ext uri="{FF2B5EF4-FFF2-40B4-BE49-F238E27FC236}">
                <a16:creationId xmlns:a16="http://schemas.microsoft.com/office/drawing/2014/main" id="{8E27BD28-5CF3-442C-B441-6BE8BD3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31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13763626" y="5649278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4" name="line-start-36">
            <a:extLst xmlns:a="http://schemas.openxmlformats.org/drawingml/2006/main">
              <a:ext uri="{FF2B5EF4-FFF2-40B4-BE49-F238E27FC236}">
                <a16:creationId xmlns:a16="http://schemas.microsoft.com/office/drawing/2014/main" id="{1AB260A7-3CBA-4F45-8F21-8CAB3791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line-end-36">
            <a:extLst xmlns:a="http://schemas.openxmlformats.org/drawingml/2006/main">
              <a:ext uri="{FF2B5EF4-FFF2-40B4-BE49-F238E27FC236}">
                <a16:creationId xmlns:a16="http://schemas.microsoft.com/office/drawing/2014/main" id="{9D153D8E-DA0A-4134-AD48-9643572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34" idx="1"/>
            <a:endCxn xmlns:a="http://schemas.openxmlformats.org/drawingml/2006/main" id="135" idx="3"/>
          </p:cNvCxnSpPr>
          <p:nvPr/>
        </p:nvCxnSpPr>
        <p:spPr>
          <a:xfrm xmlns:a="http://schemas.openxmlformats.org/drawingml/2006/main" flipH="1">
            <a:off x="12764453" y="5905501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7" name="line-start-37">
            <a:extLst xmlns:a="http://schemas.openxmlformats.org/drawingml/2006/main">
              <a:ext uri="{FF2B5EF4-FFF2-40B4-BE49-F238E27FC236}">
                <a16:creationId xmlns:a16="http://schemas.microsoft.com/office/drawing/2014/main" id="{CFE2D92D-8F40-4F14-B714-97316F23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9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line-end-37">
            <a:extLst xmlns:a="http://schemas.openxmlformats.org/drawingml/2006/main">
              <a:ext uri="{FF2B5EF4-FFF2-40B4-BE49-F238E27FC236}">
                <a16:creationId xmlns:a16="http://schemas.microsoft.com/office/drawing/2014/main" id="{95AD3FDD-2FF0-4662-A653-B63B15D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10154603" y="28003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0" name="line-start-38">
            <a:extLst xmlns:a="http://schemas.openxmlformats.org/drawingml/2006/main">
              <a:ext uri="{FF2B5EF4-FFF2-40B4-BE49-F238E27FC236}">
                <a16:creationId xmlns:a16="http://schemas.microsoft.com/office/drawing/2014/main" id="{386038F0-192E-42C8-8CEC-F5ECFFCD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line-end-38">
            <a:extLst xmlns:a="http://schemas.openxmlformats.org/drawingml/2006/main">
              <a:ext uri="{FF2B5EF4-FFF2-40B4-BE49-F238E27FC236}">
                <a16:creationId xmlns:a16="http://schemas.microsoft.com/office/drawing/2014/main" id="{B385958B-6964-4175-8CE3-E4669265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10477501" y="2801303"/>
            <a:ext cx="0" cy="1055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3" name="line-start-39">
            <a:extLst xmlns:a="http://schemas.openxmlformats.org/drawingml/2006/main">
              <a:ext uri="{FF2B5EF4-FFF2-40B4-BE49-F238E27FC236}">
                <a16:creationId xmlns:a16="http://schemas.microsoft.com/office/drawing/2014/main" id="{49CAB334-2FB0-4074-BB70-BCB04040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line-end-39">
            <a:extLst xmlns:a="http://schemas.openxmlformats.org/drawingml/2006/main">
              <a:ext uri="{FF2B5EF4-FFF2-40B4-BE49-F238E27FC236}">
                <a16:creationId xmlns:a16="http://schemas.microsoft.com/office/drawing/2014/main" id="{4D004499-D43A-4953-8BBF-8D95328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10154603" y="59626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6" name="line-start-40">
            <a:extLst xmlns:a="http://schemas.openxmlformats.org/drawingml/2006/main">
              <a:ext uri="{FF2B5EF4-FFF2-40B4-BE49-F238E27FC236}">
                <a16:creationId xmlns:a16="http://schemas.microsoft.com/office/drawing/2014/main" id="{D0B87FB2-2E2C-44D3-B38C-749E98D4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line-end-40">
            <a:extLst xmlns:a="http://schemas.openxmlformats.org/drawingml/2006/main">
              <a:ext uri="{FF2B5EF4-FFF2-40B4-BE49-F238E27FC236}">
                <a16:creationId xmlns:a16="http://schemas.microsoft.com/office/drawing/2014/main" id="{F3B1FE05-FD5A-4594-BA31-14B4F40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46" idx="0"/>
            <a:endCxn xmlns:a="http://schemas.openxmlformats.org/drawingml/2006/main" id="147" idx="2"/>
          </p:cNvCxnSpPr>
          <p:nvPr/>
        </p:nvCxnSpPr>
        <p:spPr>
          <a:xfrm xmlns:a="http://schemas.openxmlformats.org/drawingml/2006/main" flipV="1">
            <a:off x="10477501" y="3858578"/>
            <a:ext cx="0" cy="2103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9" name="line-start-41">
            <a:extLst xmlns:a="http://schemas.openxmlformats.org/drawingml/2006/main">
              <a:ext uri="{FF2B5EF4-FFF2-40B4-BE49-F238E27FC236}">
                <a16:creationId xmlns:a16="http://schemas.microsoft.com/office/drawing/2014/main" id="{67613CC0-D00F-4A36-A1FE-8BD20B5A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line-end-41">
            <a:extLst xmlns:a="http://schemas.openxmlformats.org/drawingml/2006/main">
              <a:ext uri="{FF2B5EF4-FFF2-40B4-BE49-F238E27FC236}">
                <a16:creationId xmlns:a16="http://schemas.microsoft.com/office/drawing/2014/main" id="{567DA69C-9DA0-49B0-A15C-FD9B0FB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10478453" y="3857626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35686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2026-09-13T08:29:03.4670000Z</dcterms:created>
  <dcterms:modified xsi:type="dcterms:W3CDTF">2026-09-13T08:29:03.4670000Z</dcterms:modified>
</coreProperties>
</file>